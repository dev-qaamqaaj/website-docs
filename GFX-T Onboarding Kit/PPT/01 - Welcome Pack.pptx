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7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6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0" y="0"/>
            <a:ext cx="2305080" cy="10696680"/>
          </a:xfrm>
          <a:custGeom>
            <a:avLst/>
            <a:gdLst/>
            <a:ahLst/>
            <a:rect l="0" t="0" r="r" b="b"/>
            <a:pathLst>
              <a:path w="6403" h="29713">
                <a:moveTo>
                  <a:pt x="0" y="0"/>
                </a:moveTo>
                <a:lnTo>
                  <a:pt x="6403" y="0"/>
                </a:lnTo>
                <a:lnTo>
                  <a:pt x="6403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-135720" y="-2160"/>
            <a:ext cx="2576160" cy="10701000"/>
          </a:xfrm>
          <a:prstGeom prst="rect">
            <a:avLst/>
          </a:prstGeom>
          <a:ln w="0">
            <a:noFill/>
          </a:ln>
        </p:spPr>
      </p:pic>
      <p:sp>
        <p:nvSpPr>
          <p:cNvPr id="12" name=""/>
          <p:cNvSpPr/>
          <p:nvPr/>
        </p:nvSpPr>
        <p:spPr>
          <a:xfrm>
            <a:off x="-360" y="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-360" y="4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-360" y="8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-360" y="12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-360" y="16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-360" y="20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-360" y="25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-360" y="29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-360" y="33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-360" y="37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-360" y="41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-360" y="45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-360" y="50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-360" y="54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-360" y="58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-360" y="62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-360" y="66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-360" y="70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-360" y="75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-360" y="79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-360" y="83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-360" y="87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-360" y="91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-360" y="96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-360" y="100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-360" y="104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-360" y="108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-360" y="112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-360" y="116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-360" y="121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-360" y="125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-360" y="129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-360" y="133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-360" y="137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-360" y="141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-360" y="146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-360" y="150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-360" y="154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-360" y="158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-360" y="162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-360" y="167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-360" y="171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-360" y="175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-360" y="179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-360" y="1837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-360" y="1879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-360" y="1920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-360" y="1962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-360" y="2004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-360" y="2046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-360" y="2088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-360" y="2129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-360" y="2171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-360" y="2213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-360" y="2255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-360" y="2296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-360" y="2338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-360" y="2380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-360" y="2422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-360" y="2463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-360" y="2505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-360" y="2547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-360" y="2589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-360" y="2630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-360" y="2672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-360" y="271440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-360" y="275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-360" y="279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-360" y="284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-360" y="288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-360" y="292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-360" y="296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-360" y="300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-360" y="304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-360" y="309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-360" y="313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-360" y="317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-360" y="321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-360" y="325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-360" y="329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-360" y="334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-360" y="338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-360" y="342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-360" y="346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-360" y="350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-360" y="354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-360" y="359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-360" y="363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-360" y="367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-360" y="371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-360" y="375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-360" y="380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-360" y="384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-360" y="388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-360" y="392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-360" y="396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-360" y="400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-360" y="405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-360" y="409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-360" y="413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-360" y="417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-360" y="421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-360" y="425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-360" y="4301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-360" y="4343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-360" y="4385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-360" y="4426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-360" y="4468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-360" y="4510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-360" y="4552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-360" y="4593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-360" y="4635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-360" y="4677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-360" y="4719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-360" y="4761000"/>
            <a:ext cx="0" cy="83520"/>
          </a:xfrm>
          <a:custGeom>
            <a:avLst/>
            <a:gdLst/>
            <a:ahLst/>
            <a:rect l="0" t="0" r="r" b="b"/>
            <a:pathLst>
              <a:path w="0" h="232">
                <a:moveTo>
                  <a:pt x="0" y="0"/>
                </a:move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-360" y="4844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-360" y="4886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-360" y="4928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-360" y="4969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-360" y="5011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-360" y="5053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-360" y="5095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-360" y="5136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-360" y="5178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-360" y="5220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-360" y="5262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-360" y="5303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-360" y="5345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-360" y="5387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-360" y="5429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-360" y="547092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-360" y="5513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-360" y="5554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-360" y="5596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-360" y="5638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-360" y="5680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-360" y="5721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-360" y="5763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-360" y="5805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-360" y="5847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-360" y="5888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-360" y="5930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-360" y="5972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-360" y="6014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-360" y="6055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-360" y="6097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-360" y="6139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-360" y="6181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-360" y="6222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-360" y="6264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-360" y="6306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-360" y="6348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-360" y="6390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-360" y="643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-360" y="647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-360" y="651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-360" y="655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-360" y="659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-360" y="664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-360" y="668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-360" y="672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-360" y="676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-360" y="680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-360" y="684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-360" y="689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-360" y="693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-360" y="697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-360" y="701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-360" y="705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-360" y="709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-360" y="714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-360" y="718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-360" y="722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-360" y="726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-360" y="730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-360" y="735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-360" y="739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-360" y="743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-360" y="747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-360" y="751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-360" y="755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-360" y="760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-360" y="764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-360" y="768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-360" y="772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-360" y="776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-360" y="780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-360" y="785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-360" y="789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-360" y="793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-360" y="797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-360" y="801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-360" y="806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-360" y="810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-360" y="814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-360" y="818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-360" y="822744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-360" y="8269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-360" y="8311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-360" y="8353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-360" y="8394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-360" y="8436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-360" y="8478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-360" y="8520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-360" y="8561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-360" y="8603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-360" y="8645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-360" y="8687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-360" y="8728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-360" y="8770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-360" y="8812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-360" y="8854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-360" y="8895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-360" y="8937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-360" y="8979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-360" y="9021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-360" y="9063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-360" y="9104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-360" y="914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-360" y="918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-360" y="923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-360" y="927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-360" y="931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-360" y="935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-360" y="939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-360" y="943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-360" y="948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-360" y="952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-360" y="956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-360" y="960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-360" y="964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-360" y="968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-360" y="973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-360" y="977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-360" y="981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-360" y="985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-360" y="989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-360" y="993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-360" y="998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-360" y="1002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-360" y="1006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-360" y="1010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-360" y="1014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-360" y="1019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-360" y="1023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-360" y="1027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-360" y="1031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-360" y="1035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-360" y="1039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-360" y="1044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-360" y="1048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-360" y="1052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-360" y="1056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-360" y="1060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-360" y="1064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-37785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-75567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-37785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-75567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4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8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12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16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20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25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29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33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37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41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45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50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54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58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62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66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70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75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79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83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87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91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96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100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104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108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112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116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121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125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129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133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137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141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146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150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154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158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162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167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171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175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179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1837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1879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1920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1962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2004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2046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2088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2129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2171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2213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2255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2296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2338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2380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2422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2463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2505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2547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2589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2630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2672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271440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275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279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284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288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292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296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300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304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309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313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317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321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325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329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334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338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342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346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350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354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359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363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367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371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375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380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384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388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392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396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400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405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409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413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417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421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425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4301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4343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4385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4426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4468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4510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4552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4593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4635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4677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4719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4761000"/>
            <a:ext cx="2305080" cy="83880"/>
          </a:xfrm>
          <a:custGeom>
            <a:avLst/>
            <a:gdLst/>
            <a:ahLst/>
            <a:rect l="0" t="0" r="r" b="b"/>
            <a:pathLst>
              <a:path w="6403" h="233">
                <a:moveTo>
                  <a:pt x="6403" y="0"/>
                </a:moveTo>
                <a:lnTo>
                  <a:pt x="0" y="0"/>
                </a:lnTo>
                <a:lnTo>
                  <a:pt x="0" y="233"/>
                </a:lnTo>
                <a:lnTo>
                  <a:pt x="6403" y="233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4844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4886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4928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4969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5011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053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5095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5136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5178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5220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5262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5303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5345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5387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5429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547092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5513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5554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5596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5638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5680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5721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5763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0" y="5805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5847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5888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5930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5972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6014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0" y="6055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6097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6139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6181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6222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6264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6306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0" y="6348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6390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643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647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651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655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659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664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668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672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676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680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684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689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693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697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701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705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709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714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718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722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726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730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735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739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743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747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751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755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760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764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768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772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776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780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785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789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793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797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801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0" y="806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810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814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0" y="818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822744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8269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8311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8353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8394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8436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8478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8520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8561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8603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8645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8687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8728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8770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8812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0" y="8854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8895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8937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8979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9021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9063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9104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914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918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923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927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931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935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939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943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948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952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956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960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964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968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973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977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981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985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989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993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0" y="998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1002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1006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1010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1014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1019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1023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1027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1031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1035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1039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1044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1048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1052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1056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1060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1064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377820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377820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30" name="" descr=""/>
          <p:cNvPicPr/>
          <p:nvPr/>
        </p:nvPicPr>
        <p:blipFill>
          <a:blip r:embed="rId2"/>
          <a:stretch/>
        </p:blipFill>
        <p:spPr>
          <a:xfrm>
            <a:off x="2876400" y="93348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531" name=""/>
          <p:cNvSpPr txBox="1"/>
          <p:nvPr/>
        </p:nvSpPr>
        <p:spPr>
          <a:xfrm>
            <a:off x="3394800" y="92628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394800" y="118440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2880000" y="2940480"/>
            <a:ext cx="193176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6a26d8"/>
                </a:solidFill>
                <a:latin typeface="Inter-Semi"/>
                <a:ea typeface="Inter-Semi"/>
              </a:rPr>
              <a:t>W E L C O M E   P A C K   ·   G F X -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2880000" y="3256920"/>
            <a:ext cx="423288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Welcome aboard,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876400" y="446688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0" y="0"/>
                </a:moveTo>
                <a:lnTo>
                  <a:pt x="0" y="16"/>
                </a:lnTo>
                <a:lnTo>
                  <a:pt x="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876400" y="44668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15" y="0"/>
                </a:moveTo>
                <a:lnTo>
                  <a:pt x="0" y="16"/>
                </a:lnTo>
                <a:lnTo>
                  <a:pt x="0" y="30"/>
                </a:lnTo>
                <a:lnTo>
                  <a:pt x="30" y="0"/>
                </a:lnTo>
                <a:lnTo>
                  <a:pt x="15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876400" y="446688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29" y="0"/>
                </a:moveTo>
                <a:lnTo>
                  <a:pt x="0" y="29"/>
                </a:lnTo>
                <a:lnTo>
                  <a:pt x="0" y="45"/>
                </a:lnTo>
                <a:lnTo>
                  <a:pt x="44" y="0"/>
                </a:lnTo>
                <a:lnTo>
                  <a:pt x="29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876400" y="4466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3" y="0"/>
                </a:moveTo>
                <a:lnTo>
                  <a:pt x="0" y="44"/>
                </a:lnTo>
                <a:lnTo>
                  <a:pt x="0" y="54"/>
                </a:lnTo>
                <a:lnTo>
                  <a:pt x="54" y="0"/>
                </a:lnTo>
                <a:lnTo>
                  <a:pt x="43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287640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878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883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888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893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899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904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909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9145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919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925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9304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935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9408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945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2950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56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961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966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971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77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982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987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2992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2998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3003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008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3013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3018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3024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029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3034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3039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3044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049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3055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060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3065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3070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3076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081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3086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091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097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1021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107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112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31176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3123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128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3133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3138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3143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148920" y="4466880"/>
            <a:ext cx="29880" cy="19440"/>
          </a:xfrm>
          <a:custGeom>
            <a:avLst/>
            <a:gdLst/>
            <a:ahLst/>
            <a:rect l="0" t="0" r="r" b="b"/>
            <a:pathLst>
              <a:path w="83" h="54">
                <a:moveTo>
                  <a:pt x="54" y="0"/>
                </a:moveTo>
                <a:lnTo>
                  <a:pt x="0" y="54"/>
                </a:lnTo>
                <a:lnTo>
                  <a:pt x="29" y="54"/>
                </a:lnTo>
                <a:lnTo>
                  <a:pt x="83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159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161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3164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167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3169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1723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175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3177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3180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318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185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188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3190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3193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3196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198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201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3203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3206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209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211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214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32166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3219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3222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224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322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229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232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3234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237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240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3242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3245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3247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250440" y="4466880"/>
            <a:ext cx="22680" cy="19440"/>
          </a:xfrm>
          <a:custGeom>
            <a:avLst/>
            <a:gdLst/>
            <a:ahLst/>
            <a:rect l="0" t="0" r="r" b="b"/>
            <a:pathLst>
              <a:path w="63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3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3253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3255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3258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260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263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266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3268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327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3274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276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3279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3281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284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287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289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3292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32947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297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3300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302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3305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3308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3310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3313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31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318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321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3323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3326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3328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3331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3333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3336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33390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3341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3344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346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33494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3352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3354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3357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3359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336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365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3367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3370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3372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3375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3378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3380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3383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3386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3388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3391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3393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3396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3399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401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404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340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3409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3412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414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34171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3420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3422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425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3427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3430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3432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3435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3438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3440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3443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445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3448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345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3453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3456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3458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34614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3464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3466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469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3471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3474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3477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479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3482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3485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3487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3490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3492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349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3498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3500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50316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3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3505680" y="4467960"/>
            <a:ext cx="18720" cy="18360"/>
          </a:xfrm>
          <a:custGeom>
            <a:avLst/>
            <a:gdLst/>
            <a:ahLst/>
            <a:rect l="0" t="0" r="r" b="b"/>
            <a:pathLst>
              <a:path w="52" h="51">
                <a:moveTo>
                  <a:pt x="52" y="0"/>
                </a:moveTo>
                <a:lnTo>
                  <a:pt x="0" y="51"/>
                </a:lnTo>
                <a:lnTo>
                  <a:pt x="8" y="51"/>
                </a:lnTo>
                <a:lnTo>
                  <a:pt x="52" y="7"/>
                </a:lnTo>
                <a:lnTo>
                  <a:pt x="5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3508560" y="4470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0"/>
                </a:moveTo>
                <a:lnTo>
                  <a:pt x="0" y="44"/>
                </a:lnTo>
                <a:lnTo>
                  <a:pt x="7" y="44"/>
                </a:lnTo>
                <a:lnTo>
                  <a:pt x="44" y="7"/>
                </a:lnTo>
                <a:lnTo>
                  <a:pt x="4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3511080" y="4473000"/>
            <a:ext cx="13320" cy="13320"/>
          </a:xfrm>
          <a:custGeom>
            <a:avLst/>
            <a:gdLst/>
            <a:ahLst/>
            <a:rect l="0" t="0" r="r" b="b"/>
            <a:pathLst>
              <a:path w="37" h="37">
                <a:moveTo>
                  <a:pt x="37" y="0"/>
                </a:moveTo>
                <a:lnTo>
                  <a:pt x="0" y="37"/>
                </a:lnTo>
                <a:lnTo>
                  <a:pt x="7" y="37"/>
                </a:lnTo>
                <a:lnTo>
                  <a:pt x="37" y="7"/>
                </a:lnTo>
                <a:lnTo>
                  <a:pt x="37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3513600" y="447552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8"/>
                </a:lnTo>
                <a:lnTo>
                  <a:pt x="30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3516120" y="44784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23" y="0"/>
                </a:moveTo>
                <a:lnTo>
                  <a:pt x="0" y="22"/>
                </a:lnTo>
                <a:lnTo>
                  <a:pt x="8" y="22"/>
                </a:lnTo>
                <a:lnTo>
                  <a:pt x="23" y="8"/>
                </a:lnTo>
                <a:lnTo>
                  <a:pt x="23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3519000" y="448092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15" y="0"/>
                </a:moveTo>
                <a:lnTo>
                  <a:pt x="0" y="15"/>
                </a:lnTo>
                <a:lnTo>
                  <a:pt x="8" y="15"/>
                </a:lnTo>
                <a:lnTo>
                  <a:pt x="15" y="8"/>
                </a:lnTo>
                <a:lnTo>
                  <a:pt x="15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3521520" y="448344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8" y="0"/>
                </a:moveTo>
                <a:lnTo>
                  <a:pt x="0" y="8"/>
                </a:lnTo>
                <a:lnTo>
                  <a:pt x="8" y="8"/>
                </a:lnTo>
                <a:lnTo>
                  <a:pt x="8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880000" y="3657240"/>
            <a:ext cx="1478880" cy="574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34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GFX-T.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880000" y="4776120"/>
            <a:ext cx="3342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An overview of your website project: where it stands,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880000" y="4995360"/>
            <a:ext cx="3213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how we will take it live on your own domain, what it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2876400" y="8629560"/>
            <a:ext cx="4038840" cy="9720"/>
          </a:xfrm>
          <a:custGeom>
            <a:avLst/>
            <a:gdLst/>
            <a:ahLst/>
            <a:rect l="0" t="0" r="r" b="b"/>
            <a:pathLst>
              <a:path w="11219" h="27">
                <a:moveTo>
                  <a:pt x="0" y="0"/>
                </a:moveTo>
                <a:lnTo>
                  <a:pt x="11219" y="0"/>
                </a:lnTo>
                <a:lnTo>
                  <a:pt x="11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880000" y="5214240"/>
            <a:ext cx="28551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costs, and how we will support you at launch.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880000" y="8870040"/>
            <a:ext cx="8924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P R E PA R E D   F O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2880000" y="9017640"/>
            <a:ext cx="145620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 · Creative &amp; Digital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880000" y="9208080"/>
            <a:ext cx="10400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Marketing Agency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040000" y="8870040"/>
            <a:ext cx="54648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P R O J E C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040000" y="9017640"/>
            <a:ext cx="178848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 Website: Build &amp; Launch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880000" y="9574560"/>
            <a:ext cx="6955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R E F E R E N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80000" y="9722520"/>
            <a:ext cx="9867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OBDGFXT2026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040000" y="9574560"/>
            <a:ext cx="279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D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5040000" y="9722520"/>
            <a:ext cx="11361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25 September 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 rot="16200000">
            <a:off x="477720" y="9738720"/>
            <a:ext cx="2142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B U I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 rot="16200000">
            <a:off x="482400" y="9470520"/>
            <a:ext cx="204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L D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 rot="16200000">
            <a:off x="537120" y="926136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·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 rot="16200000">
            <a:off x="537120" y="919584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 rot="16200000">
            <a:off x="287280" y="8881200"/>
            <a:ext cx="5950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L A U N C H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 rot="16200000">
            <a:off x="537120" y="843696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·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 rot="16200000">
            <a:off x="537120" y="837144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54" name="" descr=""/>
          <p:cNvPicPr/>
          <p:nvPr/>
        </p:nvPicPr>
        <p:blipFill>
          <a:blip r:embed="rId3"/>
          <a:stretch/>
        </p:blipFill>
        <p:spPr>
          <a:xfrm>
            <a:off x="504720" y="866880"/>
            <a:ext cx="514080" cy="504360"/>
          </a:xfrm>
          <a:prstGeom prst="rect">
            <a:avLst/>
          </a:prstGeom>
          <a:ln w="0">
            <a:noFill/>
          </a:ln>
        </p:spPr>
      </p:pic>
      <p:sp>
        <p:nvSpPr>
          <p:cNvPr id="755" name=""/>
          <p:cNvSpPr txBox="1"/>
          <p:nvPr/>
        </p:nvSpPr>
        <p:spPr>
          <a:xfrm rot="16200000">
            <a:off x="277200" y="8046360"/>
            <a:ext cx="614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S U P P O R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6355800" y="10286640"/>
            <a:ext cx="4777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2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647640" y="1114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647640" y="1114200"/>
            <a:ext cx="8280" cy="8640"/>
          </a:xfrm>
          <a:custGeom>
            <a:avLst/>
            <a:gdLst/>
            <a:ahLst/>
            <a:rect l="0" t="0" r="r" b="b"/>
            <a:pathLst>
              <a:path w="23" h="24">
                <a:moveTo>
                  <a:pt x="11" y="0"/>
                </a:moveTo>
                <a:lnTo>
                  <a:pt x="0" y="11"/>
                </a:lnTo>
                <a:lnTo>
                  <a:pt x="0" y="24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47640" y="1114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647640" y="1114200"/>
            <a:ext cx="16560" cy="16920"/>
          </a:xfrm>
          <a:custGeom>
            <a:avLst/>
            <a:gdLst/>
            <a:ahLst/>
            <a:rect l="0" t="0" r="r" b="b"/>
            <a:pathLst>
              <a:path w="46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647640" y="1114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6476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64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5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5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66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6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69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67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6775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68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68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68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69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69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702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70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710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714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71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72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72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73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73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73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74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74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75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75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75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76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767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77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77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77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78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78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792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79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00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804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80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81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1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82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82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82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83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837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84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845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84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5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857520" y="1114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86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67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87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87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8740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7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87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88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88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8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88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88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89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89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89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896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89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90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9025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90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906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90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91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912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91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91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91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92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92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92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92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92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93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93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935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93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93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941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94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945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94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949680" y="1114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951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95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95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95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96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96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96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96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96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97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97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97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97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97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98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98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98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98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98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99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99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99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99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99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00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00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00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00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00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01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01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01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01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01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02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02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02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02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02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03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03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03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03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03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41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04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04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04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05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05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05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5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105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106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106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064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06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06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070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07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074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07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107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080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08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8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08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108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09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09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09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09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09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110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1034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110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11073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109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111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11134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111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111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1119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12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12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12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112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112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11318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2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1134000" y="111492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5" y="52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1135800" y="1117080"/>
            <a:ext cx="16920" cy="16560"/>
          </a:xfrm>
          <a:custGeom>
            <a:avLst/>
            <a:gdLst/>
            <a:ahLst/>
            <a:rect l="0" t="0" r="r" b="b"/>
            <a:pathLst>
              <a:path w="47" h="46">
                <a:moveTo>
                  <a:pt x="47" y="0"/>
                </a:moveTo>
                <a:lnTo>
                  <a:pt x="0" y="46"/>
                </a:lnTo>
                <a:lnTo>
                  <a:pt x="6" y="46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137960" y="1118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1140120" y="1121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6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1142280" y="1123200"/>
            <a:ext cx="10440" cy="10440"/>
          </a:xfrm>
          <a:custGeom>
            <a:avLst/>
            <a:gdLst/>
            <a:ahLst/>
            <a:rect l="0" t="0" r="r" b="b"/>
            <a:pathLst>
              <a:path w="29" h="29">
                <a:moveTo>
                  <a:pt x="29" y="0"/>
                </a:moveTo>
                <a:lnTo>
                  <a:pt x="0" y="29"/>
                </a:lnTo>
                <a:lnTo>
                  <a:pt x="6" y="29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1144080" y="1125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1146240" y="1127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7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1148400" y="112932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12" y="0"/>
                </a:moveTo>
                <a:lnTo>
                  <a:pt x="0" y="12"/>
                </a:lnTo>
                <a:lnTo>
                  <a:pt x="5" y="12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1150200" y="1131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647640" y="2028600"/>
            <a:ext cx="6267600" cy="10080"/>
          </a:xfrm>
          <a:custGeom>
            <a:avLst/>
            <a:gdLst/>
            <a:ahLst/>
            <a:rect l="0" t="0" r="r" b="b"/>
            <a:pathLst>
              <a:path w="17410" h="28">
                <a:moveTo>
                  <a:pt x="0" y="0"/>
                </a:moveTo>
                <a:lnTo>
                  <a:pt x="17410" y="0"/>
                </a:lnTo>
                <a:lnTo>
                  <a:pt x="17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647640" y="580068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647640" y="5800680"/>
            <a:ext cx="8640" cy="8640"/>
          </a:xfrm>
          <a:custGeom>
            <a:avLst/>
            <a:gdLst/>
            <a:ahLst/>
            <a:rect l="0" t="0" r="r" b="b"/>
            <a:pathLst>
              <a:path w="24" h="24">
                <a:moveTo>
                  <a:pt x="12" y="0"/>
                </a:moveTo>
                <a:lnTo>
                  <a:pt x="0" y="11"/>
                </a:lnTo>
                <a:lnTo>
                  <a:pt x="0" y="24"/>
                </a:lnTo>
                <a:lnTo>
                  <a:pt x="24" y="0"/>
                </a:lnTo>
                <a:lnTo>
                  <a:pt x="12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647640" y="580068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4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4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647640" y="580068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7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47640" y="5800680"/>
            <a:ext cx="21240" cy="21240"/>
          </a:xfrm>
          <a:custGeom>
            <a:avLst/>
            <a:gdLst/>
            <a:ahLst/>
            <a:rect l="0" t="0" r="r" b="b"/>
            <a:pathLst>
              <a:path w="59" h="59">
                <a:moveTo>
                  <a:pt x="46" y="0"/>
                </a:moveTo>
                <a:lnTo>
                  <a:pt x="0" y="46"/>
                </a:lnTo>
                <a:lnTo>
                  <a:pt x="0" y="59"/>
                </a:lnTo>
                <a:lnTo>
                  <a:pt x="59" y="0"/>
                </a:lnTo>
                <a:lnTo>
                  <a:pt x="46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647640" y="5800680"/>
            <a:ext cx="25200" cy="25200"/>
          </a:xfrm>
          <a:custGeom>
            <a:avLst/>
            <a:gdLst/>
            <a:ahLst/>
            <a:rect l="0" t="0" r="r" b="b"/>
            <a:pathLst>
              <a:path w="70" h="70">
                <a:moveTo>
                  <a:pt x="59" y="0"/>
                </a:moveTo>
                <a:lnTo>
                  <a:pt x="0" y="58"/>
                </a:lnTo>
                <a:lnTo>
                  <a:pt x="0" y="70"/>
                </a:lnTo>
                <a:lnTo>
                  <a:pt x="70" y="0"/>
                </a:lnTo>
                <a:lnTo>
                  <a:pt x="59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647640" y="5800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70" y="0"/>
                </a:moveTo>
                <a:lnTo>
                  <a:pt x="0" y="70"/>
                </a:lnTo>
                <a:lnTo>
                  <a:pt x="0" y="80"/>
                </a:lnTo>
                <a:lnTo>
                  <a:pt x="80" y="0"/>
                </a:lnTo>
                <a:lnTo>
                  <a:pt x="70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47640" y="580068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80" y="0"/>
                </a:moveTo>
                <a:lnTo>
                  <a:pt x="0" y="80"/>
                </a:lnTo>
                <a:lnTo>
                  <a:pt x="1" y="80"/>
                </a:lnTo>
                <a:lnTo>
                  <a:pt x="82" y="0"/>
                </a:lnTo>
                <a:lnTo>
                  <a:pt x="80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6480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6523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562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6606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3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6649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79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79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6688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6732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6771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6814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6854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6897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6940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6980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7023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7063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7106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714960" y="580068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1" y="0"/>
                </a:lnTo>
                <a:lnTo>
                  <a:pt x="80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7189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7232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7272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3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7315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79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79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7354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7398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7441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7480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7524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7563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7606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7646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7689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7732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7772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7815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7855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7898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7938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7981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8024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8064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8107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8146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8190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8229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3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8272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79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79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8316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8355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8398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8438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8481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852480" y="5800680"/>
            <a:ext cx="37080" cy="28800"/>
          </a:xfrm>
          <a:custGeom>
            <a:avLst/>
            <a:gdLst/>
            <a:ahLst/>
            <a:rect l="0" t="0" r="r" b="b"/>
            <a:pathLst>
              <a:path w="103" h="80">
                <a:moveTo>
                  <a:pt x="80" y="0"/>
                </a:moveTo>
                <a:lnTo>
                  <a:pt x="0" y="80"/>
                </a:lnTo>
                <a:lnTo>
                  <a:pt x="23" y="80"/>
                </a:lnTo>
                <a:lnTo>
                  <a:pt x="103" y="0"/>
                </a:lnTo>
                <a:lnTo>
                  <a:pt x="80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860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8625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864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866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869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871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87300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0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875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877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879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881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883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885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887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889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8917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893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896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898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9003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9021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7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904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906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908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910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91260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914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916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919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921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923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925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9273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9295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9313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7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933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935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937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939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9417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943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946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948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950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952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9543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9565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9586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9604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962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964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966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9691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9709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973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975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977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979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9813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9835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9856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9878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990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991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993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9961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9982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10000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1002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1004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1006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1008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10105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10126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10148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1017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1019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020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0231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10252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1027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102924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1031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033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1035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1037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10396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10418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1044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1046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1048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10501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10522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1054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1056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1058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1060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062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1064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067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06884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1071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1073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1075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1077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10792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1081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083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1085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1087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1089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091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1094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1096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109800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1100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1102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1104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1106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110844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1110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1112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1114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1117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11188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1121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1123200" y="580068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2" y="4"/>
                </a:lnTo>
                <a:lnTo>
                  <a:pt x="79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1125360" y="5802120"/>
            <a:ext cx="27360" cy="27360"/>
          </a:xfrm>
          <a:custGeom>
            <a:avLst/>
            <a:gdLst/>
            <a:ahLst/>
            <a:rect l="0" t="0" r="r" b="b"/>
            <a:pathLst>
              <a:path w="76" h="76">
                <a:moveTo>
                  <a:pt x="76" y="0"/>
                </a:moveTo>
                <a:lnTo>
                  <a:pt x="0" y="76"/>
                </a:lnTo>
                <a:lnTo>
                  <a:pt x="6" y="76"/>
                </a:lnTo>
                <a:lnTo>
                  <a:pt x="76" y="6"/>
                </a:lnTo>
                <a:lnTo>
                  <a:pt x="76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1127520" y="5804280"/>
            <a:ext cx="25200" cy="25200"/>
          </a:xfrm>
          <a:custGeom>
            <a:avLst/>
            <a:gdLst/>
            <a:ahLst/>
            <a:rect l="0" t="0" r="r" b="b"/>
            <a:pathLst>
              <a:path w="70" h="70">
                <a:moveTo>
                  <a:pt x="70" y="0"/>
                </a:moveTo>
                <a:lnTo>
                  <a:pt x="0" y="70"/>
                </a:lnTo>
                <a:lnTo>
                  <a:pt x="5" y="70"/>
                </a:lnTo>
                <a:lnTo>
                  <a:pt x="70" y="5"/>
                </a:lnTo>
                <a:lnTo>
                  <a:pt x="70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1129320" y="580608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0"/>
                </a:moveTo>
                <a:lnTo>
                  <a:pt x="0" y="65"/>
                </a:lnTo>
                <a:lnTo>
                  <a:pt x="6" y="65"/>
                </a:lnTo>
                <a:lnTo>
                  <a:pt x="65" y="6"/>
                </a:lnTo>
                <a:lnTo>
                  <a:pt x="65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1131480" y="5808240"/>
            <a:ext cx="21240" cy="21240"/>
          </a:xfrm>
          <a:custGeom>
            <a:avLst/>
            <a:gdLst/>
            <a:ahLst/>
            <a:rect l="0" t="0" r="r" b="b"/>
            <a:pathLst>
              <a:path w="59" h="59">
                <a:moveTo>
                  <a:pt x="59" y="0"/>
                </a:moveTo>
                <a:lnTo>
                  <a:pt x="0" y="59"/>
                </a:lnTo>
                <a:lnTo>
                  <a:pt x="6" y="59"/>
                </a:lnTo>
                <a:lnTo>
                  <a:pt x="59" y="6"/>
                </a:lnTo>
                <a:lnTo>
                  <a:pt x="59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1133640" y="5810400"/>
            <a:ext cx="19080" cy="19080"/>
          </a:xfrm>
          <a:custGeom>
            <a:avLst/>
            <a:gdLst/>
            <a:ahLst/>
            <a:rect l="0" t="0" r="r" b="b"/>
            <a:pathLst>
              <a:path w="53" h="53">
                <a:moveTo>
                  <a:pt x="53" y="0"/>
                </a:moveTo>
                <a:lnTo>
                  <a:pt x="0" y="53"/>
                </a:lnTo>
                <a:lnTo>
                  <a:pt x="6" y="53"/>
                </a:lnTo>
                <a:lnTo>
                  <a:pt x="53" y="7"/>
                </a:lnTo>
                <a:lnTo>
                  <a:pt x="53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1135800" y="581256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5" y="47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137600" y="5814360"/>
            <a:ext cx="15120" cy="15120"/>
          </a:xfrm>
          <a:custGeom>
            <a:avLst/>
            <a:gdLst/>
            <a:ahLst/>
            <a:rect l="0" t="0" r="r" b="b"/>
            <a:pathLst>
              <a:path w="42" h="42">
                <a:moveTo>
                  <a:pt x="42" y="0"/>
                </a:moveTo>
                <a:lnTo>
                  <a:pt x="0" y="42"/>
                </a:lnTo>
                <a:lnTo>
                  <a:pt x="6" y="42"/>
                </a:lnTo>
                <a:lnTo>
                  <a:pt x="42" y="6"/>
                </a:lnTo>
                <a:lnTo>
                  <a:pt x="4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1139760" y="5816520"/>
            <a:ext cx="12960" cy="12960"/>
          </a:xfrm>
          <a:custGeom>
            <a:avLst/>
            <a:gdLst/>
            <a:ahLst/>
            <a:rect l="0" t="0" r="r" b="b"/>
            <a:pathLst>
              <a:path w="36" h="36">
                <a:moveTo>
                  <a:pt x="36" y="0"/>
                </a:moveTo>
                <a:lnTo>
                  <a:pt x="0" y="36"/>
                </a:lnTo>
                <a:lnTo>
                  <a:pt x="6" y="36"/>
                </a:lnTo>
                <a:lnTo>
                  <a:pt x="36" y="6"/>
                </a:lnTo>
                <a:lnTo>
                  <a:pt x="36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1141920" y="58186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6"/>
                </a:lnTo>
                <a:lnTo>
                  <a:pt x="30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1144080" y="5820840"/>
            <a:ext cx="8640" cy="8640"/>
          </a:xfrm>
          <a:custGeom>
            <a:avLst/>
            <a:gdLst/>
            <a:ahLst/>
            <a:rect l="0" t="0" r="r" b="b"/>
            <a:pathLst>
              <a:path w="24" h="24">
                <a:moveTo>
                  <a:pt x="24" y="0"/>
                </a:moveTo>
                <a:lnTo>
                  <a:pt x="0" y="24"/>
                </a:lnTo>
                <a:lnTo>
                  <a:pt x="6" y="24"/>
                </a:lnTo>
                <a:lnTo>
                  <a:pt x="24" y="6"/>
                </a:lnTo>
                <a:lnTo>
                  <a:pt x="24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146240" y="582300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6" y="18"/>
                </a:lnTo>
                <a:lnTo>
                  <a:pt x="18" y="6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148040" y="5824800"/>
            <a:ext cx="4680" cy="4680"/>
          </a:xfrm>
          <a:custGeom>
            <a:avLst/>
            <a:gdLst/>
            <a:ahLst/>
            <a:rect l="0" t="0" r="r" b="b"/>
            <a:pathLst>
              <a:path w="13" h="13">
                <a:moveTo>
                  <a:pt x="13" y="0"/>
                </a:moveTo>
                <a:lnTo>
                  <a:pt x="0" y="13"/>
                </a:lnTo>
                <a:lnTo>
                  <a:pt x="6" y="13"/>
                </a:lnTo>
                <a:lnTo>
                  <a:pt x="13" y="6"/>
                </a:lnTo>
                <a:lnTo>
                  <a:pt x="13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1150200" y="58269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7" y="0"/>
                </a:moveTo>
                <a:lnTo>
                  <a:pt x="0" y="7"/>
                </a:lnTo>
                <a:lnTo>
                  <a:pt x="7" y="7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652320" y="7291080"/>
            <a:ext cx="6258240" cy="1038600"/>
          </a:xfrm>
          <a:custGeom>
            <a:avLst/>
            <a:gdLst/>
            <a:ahLst/>
            <a:rect l="0" t="0" r="r" b="b"/>
            <a:pathLst>
              <a:path w="17384" h="2885">
                <a:moveTo>
                  <a:pt x="0" y="265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2"/>
                  <a:pt x="17201" y="5"/>
                </a:cubicBezTo>
                <a:cubicBezTo>
                  <a:pt x="17216" y="8"/>
                  <a:pt x="17230" y="12"/>
                  <a:pt x="17244" y="18"/>
                </a:cubicBezTo>
                <a:cubicBezTo>
                  <a:pt x="17258" y="23"/>
                  <a:pt x="17271" y="30"/>
                  <a:pt x="17283" y="39"/>
                </a:cubicBezTo>
                <a:cubicBezTo>
                  <a:pt x="17296" y="47"/>
                  <a:pt x="17307" y="56"/>
                  <a:pt x="17318" y="67"/>
                </a:cubicBezTo>
                <a:cubicBezTo>
                  <a:pt x="17328" y="77"/>
                  <a:pt x="17338" y="89"/>
                  <a:pt x="17346" y="101"/>
                </a:cubicBezTo>
                <a:cubicBezTo>
                  <a:pt x="17354" y="114"/>
                  <a:pt x="17361" y="127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659"/>
                </a:lnTo>
                <a:cubicBezTo>
                  <a:pt x="17384" y="2673"/>
                  <a:pt x="17383" y="2688"/>
                  <a:pt x="17380" y="2703"/>
                </a:cubicBezTo>
                <a:cubicBezTo>
                  <a:pt x="17377" y="2717"/>
                  <a:pt x="17372" y="2732"/>
                  <a:pt x="17367" y="2745"/>
                </a:cubicBezTo>
                <a:cubicBezTo>
                  <a:pt x="17361" y="2759"/>
                  <a:pt x="17354" y="2772"/>
                  <a:pt x="17346" y="2785"/>
                </a:cubicBezTo>
                <a:cubicBezTo>
                  <a:pt x="17338" y="2797"/>
                  <a:pt x="17328" y="2808"/>
                  <a:pt x="17318" y="2819"/>
                </a:cubicBezTo>
                <a:cubicBezTo>
                  <a:pt x="17307" y="2829"/>
                  <a:pt x="17296" y="2839"/>
                  <a:pt x="17283" y="2847"/>
                </a:cubicBezTo>
                <a:cubicBezTo>
                  <a:pt x="17271" y="2855"/>
                  <a:pt x="17258" y="2862"/>
                  <a:pt x="17244" y="2868"/>
                </a:cubicBezTo>
                <a:cubicBezTo>
                  <a:pt x="17230" y="2874"/>
                  <a:pt x="17216" y="2878"/>
                  <a:pt x="17201" y="2881"/>
                </a:cubicBezTo>
                <a:cubicBezTo>
                  <a:pt x="17187" y="2884"/>
                  <a:pt x="17172" y="2885"/>
                  <a:pt x="17157" y="2885"/>
                </a:cubicBezTo>
                <a:lnTo>
                  <a:pt x="227" y="2885"/>
                </a:lnTo>
                <a:cubicBezTo>
                  <a:pt x="212" y="2885"/>
                  <a:pt x="197" y="2884"/>
                  <a:pt x="182" y="2881"/>
                </a:cubicBezTo>
                <a:cubicBezTo>
                  <a:pt x="168" y="2878"/>
                  <a:pt x="154" y="2874"/>
                  <a:pt x="140" y="2868"/>
                </a:cubicBezTo>
                <a:cubicBezTo>
                  <a:pt x="126" y="2862"/>
                  <a:pt x="113" y="2855"/>
                  <a:pt x="101" y="2847"/>
                </a:cubicBezTo>
                <a:cubicBezTo>
                  <a:pt x="88" y="2839"/>
                  <a:pt x="77" y="2829"/>
                  <a:pt x="66" y="2819"/>
                </a:cubicBezTo>
                <a:cubicBezTo>
                  <a:pt x="56" y="2808"/>
                  <a:pt x="46" y="2797"/>
                  <a:pt x="38" y="2785"/>
                </a:cubicBezTo>
                <a:cubicBezTo>
                  <a:pt x="30" y="2772"/>
                  <a:pt x="23" y="2759"/>
                  <a:pt x="17" y="2745"/>
                </a:cubicBezTo>
                <a:cubicBezTo>
                  <a:pt x="11" y="2732"/>
                  <a:pt x="7" y="2717"/>
                  <a:pt x="4" y="2703"/>
                </a:cubicBezTo>
                <a:cubicBezTo>
                  <a:pt x="1" y="2688"/>
                  <a:pt x="0" y="2673"/>
                  <a:pt x="0" y="265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652320" y="7291080"/>
            <a:ext cx="6258240" cy="1038600"/>
          </a:xfrm>
          <a:custGeom>
            <a:avLst/>
            <a:gdLst/>
            <a:ahLst/>
            <a:rect l="0" t="0" r="r" b="b"/>
            <a:pathLst>
              <a:path w="17384" h="2885">
                <a:moveTo>
                  <a:pt x="0" y="265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2"/>
                  <a:pt x="17201" y="5"/>
                </a:cubicBezTo>
                <a:cubicBezTo>
                  <a:pt x="17216" y="8"/>
                  <a:pt x="17230" y="12"/>
                  <a:pt x="17244" y="18"/>
                </a:cubicBezTo>
                <a:cubicBezTo>
                  <a:pt x="17258" y="23"/>
                  <a:pt x="17271" y="30"/>
                  <a:pt x="17283" y="39"/>
                </a:cubicBezTo>
                <a:cubicBezTo>
                  <a:pt x="17296" y="47"/>
                  <a:pt x="17307" y="56"/>
                  <a:pt x="17318" y="67"/>
                </a:cubicBezTo>
                <a:cubicBezTo>
                  <a:pt x="17328" y="77"/>
                  <a:pt x="17338" y="89"/>
                  <a:pt x="17346" y="101"/>
                </a:cubicBezTo>
                <a:cubicBezTo>
                  <a:pt x="17354" y="114"/>
                  <a:pt x="17361" y="127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659"/>
                </a:lnTo>
                <a:cubicBezTo>
                  <a:pt x="17384" y="2673"/>
                  <a:pt x="17383" y="2688"/>
                  <a:pt x="17380" y="2703"/>
                </a:cubicBezTo>
                <a:cubicBezTo>
                  <a:pt x="17377" y="2717"/>
                  <a:pt x="17372" y="2732"/>
                  <a:pt x="17367" y="2745"/>
                </a:cubicBezTo>
                <a:cubicBezTo>
                  <a:pt x="17361" y="2759"/>
                  <a:pt x="17354" y="2772"/>
                  <a:pt x="17346" y="2785"/>
                </a:cubicBezTo>
                <a:cubicBezTo>
                  <a:pt x="17338" y="2797"/>
                  <a:pt x="17328" y="2808"/>
                  <a:pt x="17318" y="2819"/>
                </a:cubicBezTo>
                <a:cubicBezTo>
                  <a:pt x="17307" y="2829"/>
                  <a:pt x="17296" y="2839"/>
                  <a:pt x="17283" y="2847"/>
                </a:cubicBezTo>
                <a:cubicBezTo>
                  <a:pt x="17271" y="2855"/>
                  <a:pt x="17258" y="2862"/>
                  <a:pt x="17244" y="2868"/>
                </a:cubicBezTo>
                <a:cubicBezTo>
                  <a:pt x="17230" y="2874"/>
                  <a:pt x="17216" y="2878"/>
                  <a:pt x="17201" y="2881"/>
                </a:cubicBezTo>
                <a:cubicBezTo>
                  <a:pt x="17187" y="2884"/>
                  <a:pt x="17172" y="2885"/>
                  <a:pt x="17157" y="2885"/>
                </a:cubicBezTo>
                <a:lnTo>
                  <a:pt x="227" y="2885"/>
                </a:lnTo>
                <a:cubicBezTo>
                  <a:pt x="212" y="2885"/>
                  <a:pt x="197" y="2884"/>
                  <a:pt x="182" y="2881"/>
                </a:cubicBezTo>
                <a:cubicBezTo>
                  <a:pt x="168" y="2878"/>
                  <a:pt x="154" y="2874"/>
                  <a:pt x="140" y="2868"/>
                </a:cubicBezTo>
                <a:cubicBezTo>
                  <a:pt x="126" y="2862"/>
                  <a:pt x="113" y="2855"/>
                  <a:pt x="101" y="2847"/>
                </a:cubicBezTo>
                <a:cubicBezTo>
                  <a:pt x="88" y="2839"/>
                  <a:pt x="77" y="2829"/>
                  <a:pt x="66" y="2819"/>
                </a:cubicBezTo>
                <a:cubicBezTo>
                  <a:pt x="56" y="2808"/>
                  <a:pt x="46" y="2797"/>
                  <a:pt x="38" y="2785"/>
                </a:cubicBezTo>
                <a:cubicBezTo>
                  <a:pt x="30" y="2772"/>
                  <a:pt x="23" y="2759"/>
                  <a:pt x="17" y="2745"/>
                </a:cubicBezTo>
                <a:cubicBezTo>
                  <a:pt x="11" y="2732"/>
                  <a:pt x="7" y="2717"/>
                  <a:pt x="4" y="2703"/>
                </a:cubicBezTo>
                <a:cubicBezTo>
                  <a:pt x="1" y="2688"/>
                  <a:pt x="0" y="2673"/>
                  <a:pt x="0" y="265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647640" y="879480"/>
            <a:ext cx="2222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A   N O T E   F R O M   O U R   F O U N D E R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647640" y="1326240"/>
            <a:ext cx="62460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0e0e14"/>
                </a:solidFill>
                <a:latin typeface="PlayfairDisplay-Medium"/>
                <a:ea typeface="PlayfairDisplay-Medium"/>
              </a:rPr>
              <a:t>"We Create. We Strategize. We Elevate." Your website should say the same from the very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647640" y="1573920"/>
            <a:ext cx="7048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0e0e14"/>
                </a:solidFill>
                <a:latin typeface="PlayfairDisplay-Medium"/>
                <a:ea typeface="PlayfairDisplay-Medium"/>
              </a:rPr>
              <a:t>ﬁrst click.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647640" y="2272680"/>
            <a:ext cx="1044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Dear GFXT team,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647640" y="2567880"/>
            <a:ext cx="5941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Thank you for choosing OBD AI Solutions. Your website has been developed from the company profile,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647640" y="2768040"/>
            <a:ext cx="6246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content, photos and logos you provided. All 7 pages are complete, and we are now finishing the final details.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647640" y="3072600"/>
            <a:ext cx="6089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We would also like to address the deployment charges. Deployment costs were not communicated to you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647640" y="3263400"/>
            <a:ext cx="3819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clearly at the start, and that was our oversight. We have therefore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4449600" y="3268080"/>
            <a:ext cx="23140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waived the deployment fee in full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6394680" y="3263400"/>
            <a:ext cx="474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. Setting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647640" y="3463200"/>
            <a:ext cx="546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up your domain, hosting, SSL and one professional mailbox is included at no additional charge.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47640" y="3758400"/>
            <a:ext cx="4839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This pack sets out the next steps. If you have any questions, we will be glad to help.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647640" y="4177800"/>
            <a:ext cx="77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Kind regards,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47640" y="4502160"/>
            <a:ext cx="1800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Omer Bin Dawood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647640" y="4759200"/>
            <a:ext cx="1617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CEO &amp; Founder, OBD AI Solutions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961440" y="4502160"/>
            <a:ext cx="9259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Hira Baig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3961440" y="4759200"/>
            <a:ext cx="1939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Co-Founder &amp; Partner, OBD AI Solutions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47640" y="5220720"/>
            <a:ext cx="151560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1   ·   W H O   W E   A R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647640" y="5424480"/>
            <a:ext cx="45878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An engineering studio built on AI.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47640" y="6015960"/>
            <a:ext cx="6262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OBD AI Solutions builds AI products, MVPs and production websites for businesses in the USA, Australia and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647640" y="6216120"/>
            <a:ext cx="522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Pakistan.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647640" y="6565680"/>
            <a:ext cx="678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10+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647640" y="6917040"/>
            <a:ext cx="1024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US &amp; Australian clients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2250360" y="6565680"/>
            <a:ext cx="678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25+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2250360" y="6917040"/>
            <a:ext cx="943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Pakistani businesses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3853440" y="656568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3853440" y="6917040"/>
            <a:ext cx="1142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USA · Australia · Pakistan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5456160" y="6565680"/>
            <a:ext cx="5464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1:1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5456160" y="6917040"/>
            <a:ext cx="948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Founder-led delivery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837000" y="7493040"/>
            <a:ext cx="1267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Our team has worked with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837000" y="7712280"/>
            <a:ext cx="5942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Aginit  ·  LEASAP (CA, USA)  ·  Marketing Transformers (Australia)  ·  DevNeuron (CA,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837000" y="7959960"/>
            <a:ext cx="343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USA)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6355080" y="10286640"/>
            <a:ext cx="4791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3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652320" y="7843680"/>
            <a:ext cx="6258240" cy="1152720"/>
          </a:xfrm>
          <a:custGeom>
            <a:avLst/>
            <a:gdLst/>
            <a:ahLst/>
            <a:rect l="0" t="0" r="r" b="b"/>
            <a:pathLst>
              <a:path w="17384" h="3202">
                <a:moveTo>
                  <a:pt x="0" y="2976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2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976"/>
                </a:lnTo>
                <a:cubicBezTo>
                  <a:pt x="17384" y="2991"/>
                  <a:pt x="17383" y="3005"/>
                  <a:pt x="17380" y="3020"/>
                </a:cubicBezTo>
                <a:cubicBezTo>
                  <a:pt x="17377" y="3034"/>
                  <a:pt x="17372" y="3049"/>
                  <a:pt x="17367" y="3062"/>
                </a:cubicBezTo>
                <a:cubicBezTo>
                  <a:pt x="17361" y="3076"/>
                  <a:pt x="17354" y="3089"/>
                  <a:pt x="17346" y="3102"/>
                </a:cubicBezTo>
                <a:cubicBezTo>
                  <a:pt x="17338" y="3114"/>
                  <a:pt x="17328" y="3125"/>
                  <a:pt x="17318" y="3136"/>
                </a:cubicBezTo>
                <a:cubicBezTo>
                  <a:pt x="17307" y="3147"/>
                  <a:pt x="17296" y="3156"/>
                  <a:pt x="17283" y="3164"/>
                </a:cubicBezTo>
                <a:cubicBezTo>
                  <a:pt x="17271" y="3172"/>
                  <a:pt x="17258" y="3179"/>
                  <a:pt x="17244" y="3185"/>
                </a:cubicBezTo>
                <a:cubicBezTo>
                  <a:pt x="17230" y="3191"/>
                  <a:pt x="17216" y="3195"/>
                  <a:pt x="17201" y="3198"/>
                </a:cubicBezTo>
                <a:cubicBezTo>
                  <a:pt x="17187" y="3201"/>
                  <a:pt x="17172" y="3202"/>
                  <a:pt x="17157" y="3202"/>
                </a:cubicBezTo>
                <a:lnTo>
                  <a:pt x="227" y="3202"/>
                </a:lnTo>
                <a:cubicBezTo>
                  <a:pt x="212" y="3202"/>
                  <a:pt x="197" y="3201"/>
                  <a:pt x="182" y="3198"/>
                </a:cubicBezTo>
                <a:cubicBezTo>
                  <a:pt x="168" y="3195"/>
                  <a:pt x="154" y="3191"/>
                  <a:pt x="140" y="3185"/>
                </a:cubicBezTo>
                <a:cubicBezTo>
                  <a:pt x="126" y="3179"/>
                  <a:pt x="113" y="3172"/>
                  <a:pt x="101" y="3164"/>
                </a:cubicBezTo>
                <a:cubicBezTo>
                  <a:pt x="88" y="3156"/>
                  <a:pt x="77" y="3147"/>
                  <a:pt x="66" y="3136"/>
                </a:cubicBezTo>
                <a:cubicBezTo>
                  <a:pt x="56" y="3125"/>
                  <a:pt x="46" y="3114"/>
                  <a:pt x="38" y="3102"/>
                </a:cubicBezTo>
                <a:cubicBezTo>
                  <a:pt x="30" y="3089"/>
                  <a:pt x="23" y="3076"/>
                  <a:pt x="17" y="3062"/>
                </a:cubicBezTo>
                <a:cubicBezTo>
                  <a:pt x="11" y="3049"/>
                  <a:pt x="7" y="3034"/>
                  <a:pt x="4" y="3020"/>
                </a:cubicBezTo>
                <a:cubicBezTo>
                  <a:pt x="1" y="3005"/>
                  <a:pt x="0" y="2991"/>
                  <a:pt x="0" y="2976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652320" y="7843680"/>
            <a:ext cx="6258240" cy="1152720"/>
          </a:xfrm>
          <a:custGeom>
            <a:avLst/>
            <a:gdLst/>
            <a:ahLst/>
            <a:rect l="0" t="0" r="r" b="b"/>
            <a:pathLst>
              <a:path w="17384" h="3202">
                <a:moveTo>
                  <a:pt x="0" y="2976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2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976"/>
                </a:lnTo>
                <a:cubicBezTo>
                  <a:pt x="17384" y="2991"/>
                  <a:pt x="17383" y="3005"/>
                  <a:pt x="17380" y="3020"/>
                </a:cubicBezTo>
                <a:cubicBezTo>
                  <a:pt x="17377" y="3034"/>
                  <a:pt x="17372" y="3049"/>
                  <a:pt x="17367" y="3062"/>
                </a:cubicBezTo>
                <a:cubicBezTo>
                  <a:pt x="17361" y="3076"/>
                  <a:pt x="17354" y="3089"/>
                  <a:pt x="17346" y="3102"/>
                </a:cubicBezTo>
                <a:cubicBezTo>
                  <a:pt x="17338" y="3114"/>
                  <a:pt x="17328" y="3125"/>
                  <a:pt x="17318" y="3136"/>
                </a:cubicBezTo>
                <a:cubicBezTo>
                  <a:pt x="17307" y="3147"/>
                  <a:pt x="17296" y="3156"/>
                  <a:pt x="17283" y="3164"/>
                </a:cubicBezTo>
                <a:cubicBezTo>
                  <a:pt x="17271" y="3172"/>
                  <a:pt x="17258" y="3179"/>
                  <a:pt x="17244" y="3185"/>
                </a:cubicBezTo>
                <a:cubicBezTo>
                  <a:pt x="17230" y="3191"/>
                  <a:pt x="17216" y="3195"/>
                  <a:pt x="17201" y="3198"/>
                </a:cubicBezTo>
                <a:cubicBezTo>
                  <a:pt x="17187" y="3201"/>
                  <a:pt x="17172" y="3202"/>
                  <a:pt x="17157" y="3202"/>
                </a:cubicBezTo>
                <a:lnTo>
                  <a:pt x="227" y="3202"/>
                </a:lnTo>
                <a:cubicBezTo>
                  <a:pt x="212" y="3202"/>
                  <a:pt x="197" y="3201"/>
                  <a:pt x="182" y="3198"/>
                </a:cubicBezTo>
                <a:cubicBezTo>
                  <a:pt x="168" y="3195"/>
                  <a:pt x="154" y="3191"/>
                  <a:pt x="140" y="3185"/>
                </a:cubicBezTo>
                <a:cubicBezTo>
                  <a:pt x="126" y="3179"/>
                  <a:pt x="113" y="3172"/>
                  <a:pt x="101" y="3164"/>
                </a:cubicBezTo>
                <a:cubicBezTo>
                  <a:pt x="88" y="3156"/>
                  <a:pt x="77" y="3147"/>
                  <a:pt x="66" y="3136"/>
                </a:cubicBezTo>
                <a:cubicBezTo>
                  <a:pt x="56" y="3125"/>
                  <a:pt x="46" y="3114"/>
                  <a:pt x="38" y="3102"/>
                </a:cubicBezTo>
                <a:cubicBezTo>
                  <a:pt x="30" y="3089"/>
                  <a:pt x="23" y="3076"/>
                  <a:pt x="17" y="3062"/>
                </a:cubicBezTo>
                <a:cubicBezTo>
                  <a:pt x="11" y="3049"/>
                  <a:pt x="7" y="3034"/>
                  <a:pt x="4" y="3020"/>
                </a:cubicBezTo>
                <a:cubicBezTo>
                  <a:pt x="1" y="3005"/>
                  <a:pt x="0" y="2991"/>
                  <a:pt x="0" y="2976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47640" y="858240"/>
            <a:ext cx="16894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2   ·   Y O U R   W E B S I T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6523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6" y="1800"/>
                </a:cubicBezTo>
                <a:lnTo>
                  <a:pt x="228" y="1800"/>
                </a:lnTo>
                <a:cubicBezTo>
                  <a:pt x="213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657000" y="1647720"/>
            <a:ext cx="1438560" cy="638280"/>
          </a:xfrm>
          <a:custGeom>
            <a:avLst/>
            <a:gdLst/>
            <a:ahLst/>
            <a:rect l="0" t="0" r="r" b="b"/>
            <a:pathLst>
              <a:path w="3996" h="1773">
                <a:moveTo>
                  <a:pt x="0" y="1773"/>
                </a:moveTo>
                <a:lnTo>
                  <a:pt x="0" y="0"/>
                </a:lnTo>
                <a:lnTo>
                  <a:pt x="3996" y="0"/>
                </a:lnTo>
                <a:lnTo>
                  <a:pt x="3996" y="1773"/>
                </a:lnTo>
                <a:lnTo>
                  <a:pt x="0" y="1773"/>
                </a:lnTo>
                <a:moveTo>
                  <a:pt x="21" y="1559"/>
                </a:moveTo>
                <a:lnTo>
                  <a:pt x="21" y="213"/>
                </a:lnTo>
                <a:cubicBezTo>
                  <a:pt x="21" y="201"/>
                  <a:pt x="23" y="188"/>
                  <a:pt x="25" y="176"/>
                </a:cubicBezTo>
                <a:cubicBezTo>
                  <a:pt x="27" y="163"/>
                  <a:pt x="31" y="151"/>
                  <a:pt x="36" y="140"/>
                </a:cubicBezTo>
                <a:cubicBezTo>
                  <a:pt x="41" y="128"/>
                  <a:pt x="47" y="117"/>
                  <a:pt x="54" y="106"/>
                </a:cubicBezTo>
                <a:cubicBezTo>
                  <a:pt x="61" y="96"/>
                  <a:pt x="69" y="86"/>
                  <a:pt x="78" y="77"/>
                </a:cubicBezTo>
                <a:cubicBezTo>
                  <a:pt x="87" y="68"/>
                  <a:pt x="96" y="60"/>
                  <a:pt x="107" y="53"/>
                </a:cubicBezTo>
                <a:cubicBezTo>
                  <a:pt x="117" y="46"/>
                  <a:pt x="128" y="40"/>
                  <a:pt x="140" y="36"/>
                </a:cubicBezTo>
                <a:cubicBezTo>
                  <a:pt x="152" y="31"/>
                  <a:pt x="164" y="27"/>
                  <a:pt x="177" y="25"/>
                </a:cubicBezTo>
                <a:cubicBezTo>
                  <a:pt x="190" y="22"/>
                  <a:pt x="202" y="21"/>
                  <a:pt x="215" y="21"/>
                </a:cubicBezTo>
                <a:lnTo>
                  <a:pt x="3783" y="21"/>
                </a:lnTo>
                <a:cubicBezTo>
                  <a:pt x="3795" y="21"/>
                  <a:pt x="3808" y="22"/>
                  <a:pt x="3820" y="25"/>
                </a:cubicBezTo>
                <a:cubicBezTo>
                  <a:pt x="3833" y="27"/>
                  <a:pt x="3845" y="31"/>
                  <a:pt x="3856" y="36"/>
                </a:cubicBezTo>
                <a:cubicBezTo>
                  <a:pt x="3868" y="40"/>
                  <a:pt x="3879" y="46"/>
                  <a:pt x="3890" y="53"/>
                </a:cubicBezTo>
                <a:cubicBezTo>
                  <a:pt x="3900" y="60"/>
                  <a:pt x="3910" y="68"/>
                  <a:pt x="3919" y="77"/>
                </a:cubicBezTo>
                <a:cubicBezTo>
                  <a:pt x="3928" y="86"/>
                  <a:pt x="3936" y="96"/>
                  <a:pt x="3943" y="106"/>
                </a:cubicBezTo>
                <a:cubicBezTo>
                  <a:pt x="3950" y="117"/>
                  <a:pt x="3956" y="128"/>
                  <a:pt x="3961" y="140"/>
                </a:cubicBezTo>
                <a:cubicBezTo>
                  <a:pt x="3965" y="151"/>
                  <a:pt x="3969" y="163"/>
                  <a:pt x="3971" y="176"/>
                </a:cubicBezTo>
                <a:cubicBezTo>
                  <a:pt x="3974" y="188"/>
                  <a:pt x="3975" y="201"/>
                  <a:pt x="3975" y="213"/>
                </a:cubicBezTo>
                <a:lnTo>
                  <a:pt x="3975" y="1559"/>
                </a:lnTo>
                <a:cubicBezTo>
                  <a:pt x="3975" y="1572"/>
                  <a:pt x="3974" y="1584"/>
                  <a:pt x="3971" y="1596"/>
                </a:cubicBezTo>
                <a:cubicBezTo>
                  <a:pt x="3969" y="1609"/>
                  <a:pt x="3965" y="1621"/>
                  <a:pt x="3961" y="1634"/>
                </a:cubicBezTo>
                <a:cubicBezTo>
                  <a:pt x="3956" y="1645"/>
                  <a:pt x="3950" y="1656"/>
                  <a:pt x="3943" y="1667"/>
                </a:cubicBezTo>
                <a:cubicBezTo>
                  <a:pt x="3936" y="1677"/>
                  <a:pt x="3928" y="1687"/>
                  <a:pt x="3919" y="1696"/>
                </a:cubicBezTo>
                <a:cubicBezTo>
                  <a:pt x="3910" y="1705"/>
                  <a:pt x="3900" y="1713"/>
                  <a:pt x="3890" y="1720"/>
                </a:cubicBezTo>
                <a:cubicBezTo>
                  <a:pt x="3879" y="1727"/>
                  <a:pt x="3868" y="1733"/>
                  <a:pt x="3856" y="1738"/>
                </a:cubicBezTo>
                <a:cubicBezTo>
                  <a:pt x="3845" y="1743"/>
                  <a:pt x="3833" y="1746"/>
                  <a:pt x="3820" y="1749"/>
                </a:cubicBezTo>
                <a:cubicBezTo>
                  <a:pt x="3808" y="1751"/>
                  <a:pt x="3795" y="1752"/>
                  <a:pt x="3783" y="1752"/>
                </a:cubicBezTo>
                <a:lnTo>
                  <a:pt x="215" y="1752"/>
                </a:lnTo>
                <a:cubicBezTo>
                  <a:pt x="202" y="1752"/>
                  <a:pt x="190" y="1751"/>
                  <a:pt x="177" y="1749"/>
                </a:cubicBezTo>
                <a:cubicBezTo>
                  <a:pt x="164" y="1746"/>
                  <a:pt x="152" y="1743"/>
                  <a:pt x="140" y="1738"/>
                </a:cubicBezTo>
                <a:cubicBezTo>
                  <a:pt x="128" y="1733"/>
                  <a:pt x="117" y="1727"/>
                  <a:pt x="107" y="1720"/>
                </a:cubicBezTo>
                <a:cubicBezTo>
                  <a:pt x="96" y="1713"/>
                  <a:pt x="87" y="1705"/>
                  <a:pt x="78" y="1696"/>
                </a:cubicBezTo>
                <a:cubicBezTo>
                  <a:pt x="69" y="1687"/>
                  <a:pt x="61" y="1677"/>
                  <a:pt x="54" y="1667"/>
                </a:cubicBezTo>
                <a:cubicBezTo>
                  <a:pt x="47" y="1656"/>
                  <a:pt x="41" y="1645"/>
                  <a:pt x="36" y="1634"/>
                </a:cubicBezTo>
                <a:cubicBezTo>
                  <a:pt x="31" y="1621"/>
                  <a:pt x="27" y="1609"/>
                  <a:pt x="25" y="1596"/>
                </a:cubicBezTo>
                <a:cubicBezTo>
                  <a:pt x="23" y="1584"/>
                  <a:pt x="21" y="1572"/>
                  <a:pt x="21" y="1559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6523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6" y="1800"/>
                </a:cubicBezTo>
                <a:lnTo>
                  <a:pt x="228" y="1800"/>
                </a:lnTo>
                <a:cubicBezTo>
                  <a:pt x="213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47640" y="1052280"/>
            <a:ext cx="32421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Almost ready to launch.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80100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22525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5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22525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5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801000" y="1954080"/>
            <a:ext cx="4946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Home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240372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2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38620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38620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2403720" y="1954080"/>
            <a:ext cx="7808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About Us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400680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3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54622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54622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4006800" y="1954080"/>
            <a:ext cx="7246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Services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560952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6523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6" y="2488"/>
                </a:cubicBezTo>
                <a:lnTo>
                  <a:pt x="228" y="2488"/>
                </a:lnTo>
                <a:cubicBezTo>
                  <a:pt x="213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6523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6" y="2488"/>
                </a:cubicBezTo>
                <a:lnTo>
                  <a:pt x="228" y="2488"/>
                </a:lnTo>
                <a:cubicBezTo>
                  <a:pt x="213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5609520" y="1954080"/>
            <a:ext cx="7444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Portfolio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801000" y="258444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22525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5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22525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5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801000" y="2754000"/>
            <a:ext cx="5922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Clients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2403720" y="258444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2403720" y="2754000"/>
            <a:ext cx="3132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Our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38620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38620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2403720" y="3001680"/>
            <a:ext cx="11224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Management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4006800" y="258444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7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54622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54622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4006800" y="2754000"/>
            <a:ext cx="9320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Contact Us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5609520" y="2584440"/>
            <a:ext cx="5418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c9b4ff"/>
                </a:solidFill>
                <a:latin typeface="Inter-Semi"/>
                <a:ea typeface="Inter-Semi"/>
              </a:rPr>
              <a:t>S T A T U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5609520" y="2734920"/>
            <a:ext cx="9212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ffffff"/>
                </a:solidFill>
                <a:latin typeface="Inter-Semi"/>
                <a:ea typeface="Inter-Semi"/>
              </a:rPr>
              <a:t>Final touches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647640" y="3506400"/>
            <a:ext cx="102636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Content received: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522080" y="3502080"/>
            <a:ext cx="5281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CEO &amp; COO photos for the Management page, Client logos for the Clients page, Portfolio images. Thank you.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647640" y="3924360"/>
            <a:ext cx="1194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timeline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909360" y="8080560"/>
            <a:ext cx="13374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c9b4ff"/>
                </a:solidFill>
                <a:latin typeface="Inter-Semi"/>
                <a:ea typeface="Inter-Semi"/>
              </a:rPr>
              <a:t>O U R   C O M M I T M E N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909360" y="8289000"/>
            <a:ext cx="56016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Your domain, hosting and email accounts are registered in GFX-T's name and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752400" y="4162320"/>
            <a:ext cx="9720" cy="3457800"/>
          </a:xfrm>
          <a:custGeom>
            <a:avLst/>
            <a:gdLst/>
            <a:ahLst/>
            <a:rect l="0" t="0" r="r" b="b"/>
            <a:pathLst>
              <a:path w="27" h="9605">
                <a:moveTo>
                  <a:pt x="0" y="0"/>
                </a:moveTo>
                <a:lnTo>
                  <a:pt x="27" y="0"/>
                </a:lnTo>
                <a:lnTo>
                  <a:pt x="27" y="9605"/>
                </a:lnTo>
                <a:lnTo>
                  <a:pt x="0" y="9605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909360" y="8536680"/>
            <a:ext cx="44326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belong to you. We take no commission on third-party services.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1017000" y="4175280"/>
            <a:ext cx="494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1017000" y="4330440"/>
            <a:ext cx="790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Agreement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690480" y="4205160"/>
            <a:ext cx="133560" cy="143640"/>
          </a:xfrm>
          <a:custGeom>
            <a:avLst/>
            <a:gdLst/>
            <a:ahLst/>
            <a:rect l="0" t="0" r="r" b="b"/>
            <a:pathLst>
              <a:path w="371" h="399">
                <a:moveTo>
                  <a:pt x="0" y="213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4"/>
                  <a:pt x="54" y="55"/>
                </a:cubicBezTo>
                <a:cubicBezTo>
                  <a:pt x="63" y="46"/>
                  <a:pt x="72" y="39"/>
                  <a:pt x="82" y="32"/>
                </a:cubicBezTo>
                <a:cubicBezTo>
                  <a:pt x="92" y="25"/>
                  <a:pt x="103" y="20"/>
                  <a:pt x="114" y="15"/>
                </a:cubicBezTo>
                <a:cubicBezTo>
                  <a:pt x="126" y="10"/>
                  <a:pt x="138" y="7"/>
                  <a:pt x="150" y="4"/>
                </a:cubicBezTo>
                <a:cubicBezTo>
                  <a:pt x="162" y="2"/>
                  <a:pt x="174" y="0"/>
                  <a:pt x="186" y="0"/>
                </a:cubicBezTo>
                <a:cubicBezTo>
                  <a:pt x="198" y="0"/>
                  <a:pt x="210" y="2"/>
                  <a:pt x="222" y="4"/>
                </a:cubicBezTo>
                <a:cubicBezTo>
                  <a:pt x="234" y="7"/>
                  <a:pt x="246" y="10"/>
                  <a:pt x="257" y="15"/>
                </a:cubicBezTo>
                <a:cubicBezTo>
                  <a:pt x="268" y="20"/>
                  <a:pt x="279" y="25"/>
                  <a:pt x="289" y="32"/>
                </a:cubicBezTo>
                <a:cubicBezTo>
                  <a:pt x="299" y="39"/>
                  <a:pt x="308" y="46"/>
                  <a:pt x="317" y="55"/>
                </a:cubicBezTo>
                <a:cubicBezTo>
                  <a:pt x="325" y="64"/>
                  <a:pt x="333" y="73"/>
                  <a:pt x="340" y="83"/>
                </a:cubicBezTo>
                <a:cubicBezTo>
                  <a:pt x="347" y="93"/>
                  <a:pt x="352" y="104"/>
                  <a:pt x="357" y="115"/>
                </a:cubicBezTo>
                <a:cubicBezTo>
                  <a:pt x="362" y="126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6"/>
                  <a:pt x="325" y="335"/>
                  <a:pt x="317" y="343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7"/>
                  <a:pt x="198" y="399"/>
                  <a:pt x="186" y="399"/>
                </a:cubicBezTo>
                <a:cubicBezTo>
                  <a:pt x="174" y="399"/>
                  <a:pt x="162" y="397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7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6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690480" y="4205160"/>
            <a:ext cx="133560" cy="143640"/>
          </a:xfrm>
          <a:custGeom>
            <a:avLst/>
            <a:gdLst/>
            <a:ahLst/>
            <a:rect l="0" t="0" r="r" b="b"/>
            <a:pathLst>
              <a:path w="371" h="399">
                <a:moveTo>
                  <a:pt x="0" y="213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4"/>
                  <a:pt x="54" y="55"/>
                </a:cubicBezTo>
                <a:cubicBezTo>
                  <a:pt x="63" y="46"/>
                  <a:pt x="72" y="39"/>
                  <a:pt x="82" y="32"/>
                </a:cubicBezTo>
                <a:cubicBezTo>
                  <a:pt x="92" y="25"/>
                  <a:pt x="103" y="20"/>
                  <a:pt x="114" y="15"/>
                </a:cubicBezTo>
                <a:cubicBezTo>
                  <a:pt x="126" y="10"/>
                  <a:pt x="138" y="7"/>
                  <a:pt x="150" y="4"/>
                </a:cubicBezTo>
                <a:cubicBezTo>
                  <a:pt x="162" y="2"/>
                  <a:pt x="174" y="0"/>
                  <a:pt x="186" y="0"/>
                </a:cubicBezTo>
                <a:cubicBezTo>
                  <a:pt x="198" y="0"/>
                  <a:pt x="210" y="2"/>
                  <a:pt x="222" y="4"/>
                </a:cubicBezTo>
                <a:cubicBezTo>
                  <a:pt x="234" y="7"/>
                  <a:pt x="246" y="10"/>
                  <a:pt x="257" y="15"/>
                </a:cubicBezTo>
                <a:cubicBezTo>
                  <a:pt x="268" y="20"/>
                  <a:pt x="279" y="25"/>
                  <a:pt x="289" y="32"/>
                </a:cubicBezTo>
                <a:cubicBezTo>
                  <a:pt x="299" y="39"/>
                  <a:pt x="308" y="46"/>
                  <a:pt x="317" y="55"/>
                </a:cubicBezTo>
                <a:cubicBezTo>
                  <a:pt x="325" y="64"/>
                  <a:pt x="333" y="73"/>
                  <a:pt x="340" y="83"/>
                </a:cubicBezTo>
                <a:cubicBezTo>
                  <a:pt x="347" y="93"/>
                  <a:pt x="352" y="104"/>
                  <a:pt x="357" y="115"/>
                </a:cubicBezTo>
                <a:cubicBezTo>
                  <a:pt x="362" y="126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6"/>
                  <a:pt x="325" y="335"/>
                  <a:pt x="317" y="343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7"/>
                  <a:pt x="198" y="399"/>
                  <a:pt x="186" y="399"/>
                </a:cubicBezTo>
                <a:cubicBezTo>
                  <a:pt x="174" y="399"/>
                  <a:pt x="162" y="397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7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6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1017000" y="4549680"/>
            <a:ext cx="35136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Review and sign the Service Agreement, and settle the development fee.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017000" y="4870440"/>
            <a:ext cx="2131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2   ·   1 – 2   W O R K I N G   D AY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1017000" y="5025600"/>
            <a:ext cx="1278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Domain &amp; hosting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1017000" y="5235480"/>
            <a:ext cx="1667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guide you through purchasing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2665080" y="5239800"/>
            <a:ext cx="508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gfxt.com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690480" y="4900320"/>
            <a:ext cx="133560" cy="133920"/>
          </a:xfrm>
          <a:custGeom>
            <a:avLst/>
            <a:gdLst/>
            <a:ahLst/>
            <a:rect l="0" t="0" r="r" b="b"/>
            <a:pathLst>
              <a:path w="371" h="372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5"/>
                  <a:pt x="357" y="256"/>
                </a:cubicBezTo>
                <a:cubicBezTo>
                  <a:pt x="352" y="269"/>
                  <a:pt x="347" y="279"/>
                  <a:pt x="340" y="289"/>
                </a:cubicBezTo>
                <a:cubicBezTo>
                  <a:pt x="333" y="300"/>
                  <a:pt x="325" y="309"/>
                  <a:pt x="317" y="317"/>
                </a:cubicBezTo>
                <a:cubicBezTo>
                  <a:pt x="308" y="326"/>
                  <a:pt x="299" y="334"/>
                  <a:pt x="289" y="341"/>
                </a:cubicBezTo>
                <a:cubicBezTo>
                  <a:pt x="279" y="347"/>
                  <a:pt x="268" y="353"/>
                  <a:pt x="257" y="358"/>
                </a:cubicBezTo>
                <a:cubicBezTo>
                  <a:pt x="246" y="362"/>
                  <a:pt x="234" y="366"/>
                  <a:pt x="222" y="368"/>
                </a:cubicBezTo>
                <a:cubicBezTo>
                  <a:pt x="210" y="371"/>
                  <a:pt x="198" y="372"/>
                  <a:pt x="186" y="372"/>
                </a:cubicBezTo>
                <a:cubicBezTo>
                  <a:pt x="174" y="372"/>
                  <a:pt x="162" y="371"/>
                  <a:pt x="150" y="368"/>
                </a:cubicBezTo>
                <a:cubicBezTo>
                  <a:pt x="138" y="366"/>
                  <a:pt x="126" y="362"/>
                  <a:pt x="114" y="358"/>
                </a:cubicBezTo>
                <a:cubicBezTo>
                  <a:pt x="103" y="353"/>
                  <a:pt x="92" y="347"/>
                  <a:pt x="82" y="341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5" y="309"/>
                  <a:pt x="38" y="300"/>
                  <a:pt x="31" y="289"/>
                </a:cubicBezTo>
                <a:cubicBezTo>
                  <a:pt x="24" y="279"/>
                  <a:pt x="18" y="269"/>
                  <a:pt x="14" y="256"/>
                </a:cubicBezTo>
                <a:cubicBezTo>
                  <a:pt x="9" y="245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690480" y="4900320"/>
            <a:ext cx="133560" cy="133920"/>
          </a:xfrm>
          <a:custGeom>
            <a:avLst/>
            <a:gdLst/>
            <a:ahLst/>
            <a:rect l="0" t="0" r="r" b="b"/>
            <a:pathLst>
              <a:path w="371" h="372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5"/>
                  <a:pt x="357" y="256"/>
                </a:cubicBezTo>
                <a:cubicBezTo>
                  <a:pt x="352" y="269"/>
                  <a:pt x="347" y="279"/>
                  <a:pt x="340" y="289"/>
                </a:cubicBezTo>
                <a:cubicBezTo>
                  <a:pt x="333" y="300"/>
                  <a:pt x="325" y="309"/>
                  <a:pt x="317" y="317"/>
                </a:cubicBezTo>
                <a:cubicBezTo>
                  <a:pt x="308" y="326"/>
                  <a:pt x="299" y="334"/>
                  <a:pt x="289" y="341"/>
                </a:cubicBezTo>
                <a:cubicBezTo>
                  <a:pt x="279" y="347"/>
                  <a:pt x="268" y="353"/>
                  <a:pt x="257" y="358"/>
                </a:cubicBezTo>
                <a:cubicBezTo>
                  <a:pt x="246" y="362"/>
                  <a:pt x="234" y="366"/>
                  <a:pt x="222" y="368"/>
                </a:cubicBezTo>
                <a:cubicBezTo>
                  <a:pt x="210" y="371"/>
                  <a:pt x="198" y="372"/>
                  <a:pt x="186" y="372"/>
                </a:cubicBezTo>
                <a:cubicBezTo>
                  <a:pt x="174" y="372"/>
                  <a:pt x="162" y="371"/>
                  <a:pt x="150" y="368"/>
                </a:cubicBezTo>
                <a:cubicBezTo>
                  <a:pt x="138" y="366"/>
                  <a:pt x="126" y="362"/>
                  <a:pt x="114" y="358"/>
                </a:cubicBezTo>
                <a:cubicBezTo>
                  <a:pt x="103" y="353"/>
                  <a:pt x="92" y="347"/>
                  <a:pt x="82" y="341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5" y="309"/>
                  <a:pt x="38" y="300"/>
                  <a:pt x="31" y="289"/>
                </a:cubicBezTo>
                <a:cubicBezTo>
                  <a:pt x="24" y="279"/>
                  <a:pt x="18" y="269"/>
                  <a:pt x="14" y="256"/>
                </a:cubicBezTo>
                <a:cubicBezTo>
                  <a:pt x="9" y="245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6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3107880" y="5235480"/>
            <a:ext cx="3559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(or the closest available option) and hosting, registered in GFXT's name.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1017000" y="5565960"/>
            <a:ext cx="2131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3   ·   2 – 3   W O R K I N G   D AY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1017000" y="5721120"/>
            <a:ext cx="86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690480" y="558612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3"/>
                </a:moveTo>
                <a:lnTo>
                  <a:pt x="0" y="187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7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7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3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3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5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5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3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3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690480" y="558612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3"/>
                </a:moveTo>
                <a:lnTo>
                  <a:pt x="0" y="187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7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7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3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3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5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5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3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3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1017000" y="5931000"/>
            <a:ext cx="4225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Website goes live with SSL. We configure info@gfxt.com on one phone and one laptop.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1017000" y="6251760"/>
            <a:ext cx="494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1017000" y="6406920"/>
            <a:ext cx="1383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&amp; handover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690480" y="62816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2"/>
                </a:moveTo>
                <a:lnTo>
                  <a:pt x="0" y="186"/>
                </a:lnTo>
                <a:cubicBezTo>
                  <a:pt x="0" y="174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4"/>
                  <a:pt x="371" y="186"/>
                </a:cubicBezTo>
                <a:lnTo>
                  <a:pt x="371" y="212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7"/>
                  <a:pt x="0" y="225"/>
                  <a:pt x="0" y="21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690480" y="62816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2"/>
                </a:moveTo>
                <a:lnTo>
                  <a:pt x="0" y="186"/>
                </a:lnTo>
                <a:cubicBezTo>
                  <a:pt x="0" y="174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4"/>
                  <a:pt x="371" y="186"/>
                </a:cubicBezTo>
                <a:lnTo>
                  <a:pt x="371" y="212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7"/>
                  <a:pt x="0" y="225"/>
                  <a:pt x="0" y="212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1017000" y="6616800"/>
            <a:ext cx="3463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A final review together, followed by the handover of all account access.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1017000" y="6946920"/>
            <a:ext cx="1765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1 4   D AY S   A F T E R   L A U N C H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1017000" y="7102080"/>
            <a:ext cx="1111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support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690480" y="69674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1"/>
                </a:lnTo>
                <a:cubicBezTo>
                  <a:pt x="371" y="224"/>
                  <a:pt x="370" y="236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6"/>
                  <a:pt x="0" y="224"/>
                  <a:pt x="0" y="2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690480" y="69674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1"/>
                </a:lnTo>
                <a:cubicBezTo>
                  <a:pt x="371" y="224"/>
                  <a:pt x="370" y="236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6"/>
                  <a:pt x="0" y="224"/>
                  <a:pt x="0" y="211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1017000" y="7311960"/>
            <a:ext cx="2786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fix any issues you report during this period at no cost.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352560" y="10286640"/>
            <a:ext cx="482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4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647640" y="2257200"/>
            <a:ext cx="3238560" cy="10080"/>
          </a:xfrm>
          <a:custGeom>
            <a:avLst/>
            <a:gdLst/>
            <a:ahLst/>
            <a:rect l="0" t="0" r="r" b="b"/>
            <a:pathLst>
              <a:path w="8996" h="28">
                <a:moveTo>
                  <a:pt x="0" y="0"/>
                </a:moveTo>
                <a:lnTo>
                  <a:pt x="8996" y="0"/>
                </a:lnTo>
                <a:lnTo>
                  <a:pt x="8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3885840" y="2257200"/>
            <a:ext cx="1734120" cy="10080"/>
          </a:xfrm>
          <a:custGeom>
            <a:avLst/>
            <a:gdLst/>
            <a:ahLst/>
            <a:rect l="0" t="0" r="r" b="b"/>
            <a:pathLst>
              <a:path w="4817" h="28">
                <a:moveTo>
                  <a:pt x="0" y="0"/>
                </a:moveTo>
                <a:lnTo>
                  <a:pt x="4817" y="0"/>
                </a:lnTo>
                <a:lnTo>
                  <a:pt x="48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5619600" y="2257200"/>
            <a:ext cx="1295640" cy="10080"/>
          </a:xfrm>
          <a:custGeom>
            <a:avLst/>
            <a:gdLst/>
            <a:ahLst/>
            <a:rect l="0" t="0" r="r" b="b"/>
            <a:pathLst>
              <a:path w="3599" h="28">
                <a:moveTo>
                  <a:pt x="0" y="0"/>
                </a:moveTo>
                <a:lnTo>
                  <a:pt x="3599" y="0"/>
                </a:lnTo>
                <a:lnTo>
                  <a:pt x="35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647640" y="2819160"/>
            <a:ext cx="3238560" cy="10080"/>
          </a:xfrm>
          <a:custGeom>
            <a:avLst/>
            <a:gdLst/>
            <a:ahLst/>
            <a:rect l="0" t="0" r="r" b="b"/>
            <a:pathLst>
              <a:path w="8996" h="28">
                <a:moveTo>
                  <a:pt x="0" y="0"/>
                </a:moveTo>
                <a:lnTo>
                  <a:pt x="8996" y="0"/>
                </a:lnTo>
                <a:lnTo>
                  <a:pt x="8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3885840" y="2819160"/>
            <a:ext cx="1734120" cy="10080"/>
          </a:xfrm>
          <a:custGeom>
            <a:avLst/>
            <a:gdLst/>
            <a:ahLst/>
            <a:rect l="0" t="0" r="r" b="b"/>
            <a:pathLst>
              <a:path w="4817" h="28">
                <a:moveTo>
                  <a:pt x="0" y="0"/>
                </a:moveTo>
                <a:lnTo>
                  <a:pt x="4817" y="0"/>
                </a:lnTo>
                <a:lnTo>
                  <a:pt x="48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5619600" y="2819160"/>
            <a:ext cx="1295640" cy="10080"/>
          </a:xfrm>
          <a:custGeom>
            <a:avLst/>
            <a:gdLst/>
            <a:ahLst/>
            <a:rect l="0" t="0" r="r" b="b"/>
            <a:pathLst>
              <a:path w="3599" h="28">
                <a:moveTo>
                  <a:pt x="0" y="0"/>
                </a:moveTo>
                <a:lnTo>
                  <a:pt x="3599" y="0"/>
                </a:lnTo>
                <a:lnTo>
                  <a:pt x="35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647640" y="3381120"/>
            <a:ext cx="3238560" cy="10080"/>
          </a:xfrm>
          <a:custGeom>
            <a:avLst/>
            <a:gdLst/>
            <a:ahLst/>
            <a:rect l="0" t="0" r="r" b="b"/>
            <a:pathLst>
              <a:path w="8996" h="28">
                <a:moveTo>
                  <a:pt x="0" y="0"/>
                </a:moveTo>
                <a:lnTo>
                  <a:pt x="8996" y="0"/>
                </a:lnTo>
                <a:lnTo>
                  <a:pt x="8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3885840" y="3381120"/>
            <a:ext cx="1734120" cy="10080"/>
          </a:xfrm>
          <a:custGeom>
            <a:avLst/>
            <a:gdLst/>
            <a:ahLst/>
            <a:rect l="0" t="0" r="r" b="b"/>
            <a:pathLst>
              <a:path w="4817" h="28">
                <a:moveTo>
                  <a:pt x="0" y="0"/>
                </a:moveTo>
                <a:lnTo>
                  <a:pt x="4817" y="0"/>
                </a:lnTo>
                <a:lnTo>
                  <a:pt x="48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5619600" y="3381120"/>
            <a:ext cx="1295640" cy="10080"/>
          </a:xfrm>
          <a:custGeom>
            <a:avLst/>
            <a:gdLst/>
            <a:ahLst/>
            <a:rect l="0" t="0" r="r" b="b"/>
            <a:pathLst>
              <a:path w="3599" h="28">
                <a:moveTo>
                  <a:pt x="0" y="0"/>
                </a:moveTo>
                <a:lnTo>
                  <a:pt x="3599" y="0"/>
                </a:lnTo>
                <a:lnTo>
                  <a:pt x="35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657000" y="6638760"/>
            <a:ext cx="6258240" cy="876600"/>
          </a:xfrm>
          <a:custGeom>
            <a:avLst/>
            <a:gdLst/>
            <a:ahLst/>
            <a:rect l="0" t="0" r="r" b="b"/>
            <a:pathLst>
              <a:path w="17384" h="2435">
                <a:moveTo>
                  <a:pt x="0" y="2435"/>
                </a:moveTo>
                <a:lnTo>
                  <a:pt x="0" y="0"/>
                </a:lnTo>
                <a:lnTo>
                  <a:pt x="17184" y="0"/>
                </a:lnTo>
                <a:cubicBezTo>
                  <a:pt x="17197" y="0"/>
                  <a:pt x="17210" y="1"/>
                  <a:pt x="17223" y="4"/>
                </a:cubicBezTo>
                <a:cubicBezTo>
                  <a:pt x="17236" y="6"/>
                  <a:pt x="17249" y="10"/>
                  <a:pt x="17261" y="15"/>
                </a:cubicBezTo>
                <a:cubicBezTo>
                  <a:pt x="17273" y="20"/>
                  <a:pt x="17284" y="26"/>
                  <a:pt x="17295" y="34"/>
                </a:cubicBezTo>
                <a:cubicBezTo>
                  <a:pt x="17306" y="41"/>
                  <a:pt x="17316" y="49"/>
                  <a:pt x="17326" y="59"/>
                </a:cubicBezTo>
                <a:cubicBezTo>
                  <a:pt x="17335" y="68"/>
                  <a:pt x="17343" y="78"/>
                  <a:pt x="17351" y="89"/>
                </a:cubicBezTo>
                <a:cubicBezTo>
                  <a:pt x="17358" y="100"/>
                  <a:pt x="17364" y="111"/>
                  <a:pt x="17369" y="123"/>
                </a:cubicBezTo>
                <a:cubicBezTo>
                  <a:pt x="17374" y="136"/>
                  <a:pt x="17378" y="148"/>
                  <a:pt x="17380" y="161"/>
                </a:cubicBezTo>
                <a:cubicBezTo>
                  <a:pt x="17383" y="174"/>
                  <a:pt x="17384" y="187"/>
                  <a:pt x="17384" y="200"/>
                </a:cubicBezTo>
                <a:lnTo>
                  <a:pt x="17384" y="2234"/>
                </a:lnTo>
                <a:cubicBezTo>
                  <a:pt x="17384" y="2247"/>
                  <a:pt x="17383" y="2261"/>
                  <a:pt x="17380" y="2274"/>
                </a:cubicBezTo>
                <a:cubicBezTo>
                  <a:pt x="17378" y="2287"/>
                  <a:pt x="17374" y="2300"/>
                  <a:pt x="17369" y="2312"/>
                </a:cubicBezTo>
                <a:cubicBezTo>
                  <a:pt x="17364" y="2324"/>
                  <a:pt x="17358" y="2335"/>
                  <a:pt x="17351" y="2346"/>
                </a:cubicBezTo>
                <a:cubicBezTo>
                  <a:pt x="17343" y="2357"/>
                  <a:pt x="17335" y="2367"/>
                  <a:pt x="17326" y="2377"/>
                </a:cubicBezTo>
                <a:cubicBezTo>
                  <a:pt x="17316" y="2386"/>
                  <a:pt x="17306" y="2394"/>
                  <a:pt x="17295" y="2401"/>
                </a:cubicBezTo>
                <a:cubicBezTo>
                  <a:pt x="17284" y="2409"/>
                  <a:pt x="17273" y="2415"/>
                  <a:pt x="17261" y="2420"/>
                </a:cubicBezTo>
                <a:cubicBezTo>
                  <a:pt x="17249" y="2425"/>
                  <a:pt x="17236" y="2429"/>
                  <a:pt x="17223" y="2431"/>
                </a:cubicBezTo>
                <a:cubicBezTo>
                  <a:pt x="17210" y="2434"/>
                  <a:pt x="17197" y="2435"/>
                  <a:pt x="17184" y="2435"/>
                </a:cubicBezTo>
                <a:lnTo>
                  <a:pt x="0" y="2435"/>
                </a:ln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647640" y="6638760"/>
            <a:ext cx="19440" cy="876600"/>
          </a:xfrm>
          <a:custGeom>
            <a:avLst/>
            <a:gdLst/>
            <a:ahLst/>
            <a:rect l="0" t="0" r="r" b="b"/>
            <a:pathLst>
              <a:path w="54" h="2435">
                <a:moveTo>
                  <a:pt x="0" y="0"/>
                </a:moveTo>
                <a:lnTo>
                  <a:pt x="54" y="0"/>
                </a:lnTo>
                <a:lnTo>
                  <a:pt x="54" y="2435"/>
                </a:lnTo>
                <a:lnTo>
                  <a:pt x="0" y="2435"/>
                </a:lnTo>
                <a:lnTo>
                  <a:pt x="0" y="0"/>
                </a:ln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647640" y="858240"/>
            <a:ext cx="14911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3   ·   I N V E S T M E N 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647640" y="1052280"/>
            <a:ext cx="38336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Simple, transparent pricing.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647640" y="1653480"/>
            <a:ext cx="1047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As a referral from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1689840" y="1658520"/>
            <a:ext cx="13708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6a26d8"/>
                </a:solidFill>
                <a:latin typeface="Inter-Semi"/>
                <a:ea typeface="Inter-Semi"/>
              </a:rPr>
              <a:t>Isha Wajeeha Baig)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2854440" y="1653480"/>
            <a:ext cx="361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, GFXT receives preferential pricing below our standard rates.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755640" y="2044080"/>
            <a:ext cx="5936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E R V I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591440" y="2044080"/>
            <a:ext cx="11253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TA N D A R D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6181200" y="2044080"/>
            <a:ext cx="7689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Y O U R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755640" y="2379960"/>
            <a:ext cx="1407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 development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755640" y="2577960"/>
            <a:ext cx="19134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7-page website, built from your content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4800240" y="2438280"/>
            <a:ext cx="636480" cy="9720"/>
          </a:xfrm>
          <a:custGeom>
            <a:avLst/>
            <a:gdLst/>
            <a:ahLst/>
            <a:rect l="0" t="0" r="r" b="b"/>
            <a:pathLst>
              <a:path w="1768" h="27">
                <a:moveTo>
                  <a:pt x="0" y="0"/>
                </a:moveTo>
                <a:lnTo>
                  <a:pt x="1768" y="0"/>
                </a:lnTo>
                <a:lnTo>
                  <a:pt x="17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4800240" y="237528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 txBox="1"/>
          <p:nvPr/>
        </p:nvSpPr>
        <p:spPr>
          <a:xfrm>
            <a:off x="6174720" y="23799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755640" y="2941920"/>
            <a:ext cx="7794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1457280" y="2943000"/>
            <a:ext cx="476640" cy="162360"/>
          </a:xfrm>
          <a:custGeom>
            <a:avLst/>
            <a:gdLst/>
            <a:ahLst/>
            <a:rect l="0" t="0" r="r" b="b"/>
            <a:pathLst>
              <a:path w="1324" h="451">
                <a:moveTo>
                  <a:pt x="0" y="226"/>
                </a:move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2" y="125"/>
                  <a:pt x="29" y="112"/>
                  <a:pt x="38" y="100"/>
                </a:cubicBezTo>
                <a:cubicBezTo>
                  <a:pt x="46" y="88"/>
                  <a:pt x="55" y="76"/>
                  <a:pt x="65" y="66"/>
                </a:cubicBezTo>
                <a:cubicBezTo>
                  <a:pt x="76" y="56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1" y="4"/>
                </a:cubicBezTo>
                <a:cubicBezTo>
                  <a:pt x="195" y="2"/>
                  <a:pt x="210" y="0"/>
                  <a:pt x="225" y="0"/>
                </a:cubicBezTo>
                <a:lnTo>
                  <a:pt x="1099" y="0"/>
                </a:lnTo>
                <a:cubicBezTo>
                  <a:pt x="1113" y="0"/>
                  <a:pt x="1128" y="2"/>
                  <a:pt x="1143" y="4"/>
                </a:cubicBezTo>
                <a:cubicBezTo>
                  <a:pt x="1157" y="7"/>
                  <a:pt x="1171" y="12"/>
                  <a:pt x="1185" y="17"/>
                </a:cubicBezTo>
                <a:cubicBezTo>
                  <a:pt x="1198" y="23"/>
                  <a:pt x="1211" y="30"/>
                  <a:pt x="1224" y="38"/>
                </a:cubicBezTo>
                <a:cubicBezTo>
                  <a:pt x="1236" y="46"/>
                  <a:pt x="1247" y="56"/>
                  <a:pt x="1258" y="66"/>
                </a:cubicBezTo>
                <a:cubicBezTo>
                  <a:pt x="1268" y="76"/>
                  <a:pt x="1277" y="88"/>
                  <a:pt x="1286" y="100"/>
                </a:cubicBezTo>
                <a:cubicBezTo>
                  <a:pt x="1294" y="112"/>
                  <a:pt x="1301" y="125"/>
                  <a:pt x="1306" y="140"/>
                </a:cubicBezTo>
                <a:cubicBezTo>
                  <a:pt x="1312" y="154"/>
                  <a:pt x="1316" y="168"/>
                  <a:pt x="1319" y="182"/>
                </a:cubicBezTo>
                <a:cubicBezTo>
                  <a:pt x="1322" y="197"/>
                  <a:pt x="1324" y="211"/>
                  <a:pt x="1324" y="226"/>
                </a:cubicBezTo>
                <a:cubicBezTo>
                  <a:pt x="1324" y="241"/>
                  <a:pt x="1322" y="255"/>
                  <a:pt x="1319" y="270"/>
                </a:cubicBezTo>
                <a:cubicBezTo>
                  <a:pt x="1316" y="284"/>
                  <a:pt x="1312" y="298"/>
                  <a:pt x="1306" y="312"/>
                </a:cubicBezTo>
                <a:cubicBezTo>
                  <a:pt x="1301" y="326"/>
                  <a:pt x="1294" y="339"/>
                  <a:pt x="1286" y="351"/>
                </a:cubicBezTo>
                <a:cubicBezTo>
                  <a:pt x="1277" y="363"/>
                  <a:pt x="1268" y="375"/>
                  <a:pt x="1258" y="385"/>
                </a:cubicBezTo>
                <a:cubicBezTo>
                  <a:pt x="1247" y="395"/>
                  <a:pt x="1236" y="405"/>
                  <a:pt x="1224" y="413"/>
                </a:cubicBezTo>
                <a:cubicBezTo>
                  <a:pt x="1211" y="421"/>
                  <a:pt x="1198" y="428"/>
                  <a:pt x="1185" y="434"/>
                </a:cubicBezTo>
                <a:cubicBezTo>
                  <a:pt x="1171" y="439"/>
                  <a:pt x="1157" y="444"/>
                  <a:pt x="1143" y="447"/>
                </a:cubicBezTo>
                <a:cubicBezTo>
                  <a:pt x="1128" y="449"/>
                  <a:pt x="1113" y="451"/>
                  <a:pt x="1099" y="451"/>
                </a:cubicBezTo>
                <a:lnTo>
                  <a:pt x="225" y="451"/>
                </a:lnTo>
                <a:cubicBezTo>
                  <a:pt x="210" y="451"/>
                  <a:pt x="195" y="449"/>
                  <a:pt x="181" y="447"/>
                </a:cubicBezTo>
                <a:cubicBezTo>
                  <a:pt x="166" y="444"/>
                  <a:pt x="152" y="439"/>
                  <a:pt x="138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7" y="405"/>
                  <a:pt x="76" y="395"/>
                  <a:pt x="65" y="385"/>
                </a:cubicBezTo>
                <a:cubicBezTo>
                  <a:pt x="55" y="375"/>
                  <a:pt x="46" y="363"/>
                  <a:pt x="38" y="351"/>
                </a:cubicBezTo>
                <a:cubicBezTo>
                  <a:pt x="29" y="339"/>
                  <a:pt x="22" y="326"/>
                  <a:pt x="17" y="312"/>
                </a:cubicBezTo>
                <a:cubicBezTo>
                  <a:pt x="11" y="298"/>
                  <a:pt x="7" y="284"/>
                  <a:pt x="4" y="270"/>
                </a:cubicBezTo>
                <a:cubicBezTo>
                  <a:pt x="1" y="255"/>
                  <a:pt x="0" y="241"/>
                  <a:pt x="0" y="226"/>
                </a:cubicBezTo>
                <a:close/>
              </a:path>
            </a:pathLst>
          </a:custGeom>
          <a:solidFill>
            <a:srgbClr val="f1e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1422360" y="2937240"/>
            <a:ext cx="1137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1526400" y="2970360"/>
            <a:ext cx="349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60" spc="-1" strike="noStrike">
                <a:solidFill>
                  <a:srgbClr val="6a26d8"/>
                </a:solidFill>
                <a:latin typeface="Inter-Semi"/>
                <a:ea typeface="Inter-Semi"/>
              </a:rPr>
              <a:t>Waived</a:t>
            </a:r>
            <a:endParaRPr b="0" lang="en-US" sz="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755640" y="3140280"/>
            <a:ext cx="15066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Includes 1 professional mailbox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4800240" y="3000240"/>
            <a:ext cx="636480" cy="9720"/>
          </a:xfrm>
          <a:custGeom>
            <a:avLst/>
            <a:gdLst/>
            <a:ahLst/>
            <a:rect l="0" t="0" r="r" b="b"/>
            <a:pathLst>
              <a:path w="1768" h="27">
                <a:moveTo>
                  <a:pt x="0" y="0"/>
                </a:moveTo>
                <a:lnTo>
                  <a:pt x="1768" y="0"/>
                </a:lnTo>
                <a:lnTo>
                  <a:pt x="17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4800240" y="293724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6474240" y="2941920"/>
            <a:ext cx="3801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 txBox="1"/>
          <p:nvPr/>
        </p:nvSpPr>
        <p:spPr>
          <a:xfrm>
            <a:off x="755640" y="3513600"/>
            <a:ext cx="21816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Total payable to OBD AI Solutions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65232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9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30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9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657000" y="3990960"/>
            <a:ext cx="3029400" cy="2495880"/>
          </a:xfrm>
          <a:custGeom>
            <a:avLst/>
            <a:gdLst/>
            <a:ahLst/>
            <a:rect l="0" t="0" r="r" b="b"/>
            <a:pathLst>
              <a:path w="8415" h="6933">
                <a:moveTo>
                  <a:pt x="0" y="6933"/>
                </a:moveTo>
                <a:lnTo>
                  <a:pt x="0" y="0"/>
                </a:lnTo>
                <a:lnTo>
                  <a:pt x="8415" y="0"/>
                </a:lnTo>
                <a:lnTo>
                  <a:pt x="8415" y="6933"/>
                </a:lnTo>
                <a:lnTo>
                  <a:pt x="0" y="6933"/>
                </a:lnTo>
                <a:moveTo>
                  <a:pt x="21" y="6719"/>
                </a:moveTo>
                <a:lnTo>
                  <a:pt x="21" y="213"/>
                </a:lnTo>
                <a:cubicBezTo>
                  <a:pt x="21" y="200"/>
                  <a:pt x="23" y="188"/>
                  <a:pt x="25" y="176"/>
                </a:cubicBezTo>
                <a:cubicBezTo>
                  <a:pt x="27" y="163"/>
                  <a:pt x="31" y="151"/>
                  <a:pt x="36" y="139"/>
                </a:cubicBezTo>
                <a:cubicBezTo>
                  <a:pt x="41" y="128"/>
                  <a:pt x="47" y="117"/>
                  <a:pt x="54" y="106"/>
                </a:cubicBezTo>
                <a:cubicBezTo>
                  <a:pt x="61" y="96"/>
                  <a:pt x="69" y="86"/>
                  <a:pt x="78" y="77"/>
                </a:cubicBezTo>
                <a:cubicBezTo>
                  <a:pt x="87" y="68"/>
                  <a:pt x="96" y="60"/>
                  <a:pt x="107" y="53"/>
                </a:cubicBezTo>
                <a:cubicBezTo>
                  <a:pt x="117" y="46"/>
                  <a:pt x="128" y="40"/>
                  <a:pt x="140" y="35"/>
                </a:cubicBezTo>
                <a:cubicBezTo>
                  <a:pt x="152" y="31"/>
                  <a:pt x="164" y="27"/>
                  <a:pt x="176" y="24"/>
                </a:cubicBezTo>
                <a:cubicBezTo>
                  <a:pt x="189" y="22"/>
                  <a:pt x="201" y="21"/>
                  <a:pt x="214" y="21"/>
                </a:cubicBezTo>
                <a:lnTo>
                  <a:pt x="8201" y="21"/>
                </a:lnTo>
                <a:cubicBezTo>
                  <a:pt x="8214" y="21"/>
                  <a:pt x="8226" y="22"/>
                  <a:pt x="8239" y="24"/>
                </a:cubicBezTo>
                <a:cubicBezTo>
                  <a:pt x="8251" y="27"/>
                  <a:pt x="8263" y="31"/>
                  <a:pt x="8275" y="35"/>
                </a:cubicBezTo>
                <a:cubicBezTo>
                  <a:pt x="8287" y="40"/>
                  <a:pt x="8298" y="46"/>
                  <a:pt x="8308" y="53"/>
                </a:cubicBezTo>
                <a:cubicBezTo>
                  <a:pt x="8319" y="60"/>
                  <a:pt x="8328" y="68"/>
                  <a:pt x="8337" y="77"/>
                </a:cubicBezTo>
                <a:cubicBezTo>
                  <a:pt x="8346" y="86"/>
                  <a:pt x="8354" y="96"/>
                  <a:pt x="8361" y="106"/>
                </a:cubicBezTo>
                <a:cubicBezTo>
                  <a:pt x="8368" y="117"/>
                  <a:pt x="8374" y="128"/>
                  <a:pt x="8379" y="139"/>
                </a:cubicBezTo>
                <a:cubicBezTo>
                  <a:pt x="8384" y="151"/>
                  <a:pt x="8388" y="163"/>
                  <a:pt x="8390" y="176"/>
                </a:cubicBezTo>
                <a:cubicBezTo>
                  <a:pt x="8392" y="188"/>
                  <a:pt x="8394" y="200"/>
                  <a:pt x="8394" y="213"/>
                </a:cubicBezTo>
                <a:lnTo>
                  <a:pt x="8394" y="6719"/>
                </a:lnTo>
                <a:cubicBezTo>
                  <a:pt x="8394" y="6732"/>
                  <a:pt x="8392" y="6744"/>
                  <a:pt x="8390" y="6757"/>
                </a:cubicBezTo>
                <a:cubicBezTo>
                  <a:pt x="8388" y="6769"/>
                  <a:pt x="8384" y="6781"/>
                  <a:pt x="8379" y="6793"/>
                </a:cubicBezTo>
                <a:cubicBezTo>
                  <a:pt x="8374" y="6804"/>
                  <a:pt x="8368" y="6815"/>
                  <a:pt x="8361" y="6826"/>
                </a:cubicBezTo>
                <a:cubicBezTo>
                  <a:pt x="8354" y="6836"/>
                  <a:pt x="8346" y="6846"/>
                  <a:pt x="8337" y="6855"/>
                </a:cubicBezTo>
                <a:cubicBezTo>
                  <a:pt x="8328" y="6864"/>
                  <a:pt x="8319" y="6872"/>
                  <a:pt x="8308" y="6879"/>
                </a:cubicBezTo>
                <a:cubicBezTo>
                  <a:pt x="8298" y="6886"/>
                  <a:pt x="8287" y="6892"/>
                  <a:pt x="8275" y="6897"/>
                </a:cubicBezTo>
                <a:cubicBezTo>
                  <a:pt x="8263" y="6902"/>
                  <a:pt x="8251" y="6905"/>
                  <a:pt x="8239" y="6908"/>
                </a:cubicBezTo>
                <a:cubicBezTo>
                  <a:pt x="8226" y="6910"/>
                  <a:pt x="8214" y="6911"/>
                  <a:pt x="8201" y="6911"/>
                </a:cubicBezTo>
                <a:lnTo>
                  <a:pt x="214" y="6911"/>
                </a:lnTo>
                <a:cubicBezTo>
                  <a:pt x="201" y="6911"/>
                  <a:pt x="189" y="6910"/>
                  <a:pt x="176" y="6908"/>
                </a:cubicBezTo>
                <a:cubicBezTo>
                  <a:pt x="164" y="6905"/>
                  <a:pt x="152" y="6902"/>
                  <a:pt x="140" y="6897"/>
                </a:cubicBezTo>
                <a:cubicBezTo>
                  <a:pt x="128" y="6892"/>
                  <a:pt x="117" y="6886"/>
                  <a:pt x="107" y="6879"/>
                </a:cubicBezTo>
                <a:cubicBezTo>
                  <a:pt x="96" y="6872"/>
                  <a:pt x="87" y="6864"/>
                  <a:pt x="78" y="6855"/>
                </a:cubicBezTo>
                <a:cubicBezTo>
                  <a:pt x="69" y="6846"/>
                  <a:pt x="61" y="6836"/>
                  <a:pt x="54" y="6826"/>
                </a:cubicBezTo>
                <a:cubicBezTo>
                  <a:pt x="47" y="6815"/>
                  <a:pt x="41" y="6804"/>
                  <a:pt x="36" y="6793"/>
                </a:cubicBezTo>
                <a:cubicBezTo>
                  <a:pt x="31" y="6781"/>
                  <a:pt x="27" y="6769"/>
                  <a:pt x="25" y="6757"/>
                </a:cubicBezTo>
                <a:cubicBezTo>
                  <a:pt x="23" y="6744"/>
                  <a:pt x="21" y="6732"/>
                  <a:pt x="21" y="6719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65232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9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30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9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06" name="" descr=""/>
          <p:cNvPicPr/>
          <p:nvPr/>
        </p:nvPicPr>
        <p:blipFill>
          <a:blip r:embed="rId1"/>
          <a:stretch/>
        </p:blipFill>
        <p:spPr>
          <a:xfrm>
            <a:off x="-787320" y="4190040"/>
            <a:ext cx="1625400" cy="190080"/>
          </a:xfrm>
          <a:prstGeom prst="rect">
            <a:avLst/>
          </a:prstGeom>
          <a:ln w="0">
            <a:noFill/>
          </a:ln>
        </p:spPr>
      </p:pic>
      <p:pic>
        <p:nvPicPr>
          <p:cNvPr id="1707" name="" descr=""/>
          <p:cNvPicPr/>
          <p:nvPr/>
        </p:nvPicPr>
        <p:blipFill>
          <a:blip r:embed="rId2"/>
          <a:stretch/>
        </p:blipFill>
        <p:spPr>
          <a:xfrm>
            <a:off x="838080" y="4190040"/>
            <a:ext cx="1625400" cy="190080"/>
          </a:xfrm>
          <a:prstGeom prst="rect">
            <a:avLst/>
          </a:prstGeom>
          <a:ln w="0">
            <a:noFill/>
          </a:ln>
        </p:spPr>
      </p:pic>
      <p:sp>
        <p:nvSpPr>
          <p:cNvPr id="1708" name=""/>
          <p:cNvSpPr txBox="1"/>
          <p:nvPr/>
        </p:nvSpPr>
        <p:spPr>
          <a:xfrm>
            <a:off x="6174720" y="351360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387180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8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29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8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387180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8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29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8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916200" y="4230000"/>
            <a:ext cx="1826640" cy="9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40" spc="-1" strike="noStrike">
                <a:solidFill>
                  <a:srgbClr val="ffffff"/>
                </a:solidFill>
                <a:latin typeface="Inter-Semi"/>
                <a:ea typeface="Inter-Semi"/>
              </a:rPr>
              <a:t>I N C L U D E D   I N   D E P L O Y M E N T</a:t>
            </a:r>
            <a:endParaRPr b="0" lang="en-US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4060800" y="4222800"/>
            <a:ext cx="721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O P T I O N A L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060800" y="4485600"/>
            <a:ext cx="281700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Additional professional emails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060800" y="4781880"/>
            <a:ext cx="1123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6a26d8"/>
                </a:solidFill>
                <a:latin typeface="PlayfairDisplay"/>
                <a:ea typeface="PlayfairDisplay"/>
              </a:rPr>
              <a:t>PKR 1,500 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5137560" y="4930920"/>
            <a:ext cx="8632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per email account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4060800" y="5207040"/>
            <a:ext cx="25322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A one-time setup and configuration fee paid to OBD.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060800" y="5369040"/>
            <a:ext cx="2563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mailbox subscription is paid by GFXT directly to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4060800" y="5531040"/>
            <a:ext cx="901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email provider.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846720" y="6801840"/>
            <a:ext cx="26632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Paid directly by GFXT to the provider: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3089160" y="6797160"/>
            <a:ext cx="966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Domain 1 year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4055400" y="6801840"/>
            <a:ext cx="1418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approx. ~ PKR 3,000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5270400" y="6797160"/>
            <a:ext cx="1008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· Hosting 1 year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846720" y="7002000"/>
            <a:ext cx="1418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approx. ~ PKR 7,000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2041560" y="6996960"/>
            <a:ext cx="3402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· Mailbox subscription: as per the email provider's pricing.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5439240" y="7016760"/>
            <a:ext cx="1123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will confirm current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846720" y="7207200"/>
            <a:ext cx="11545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prices before purchase.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647640" y="7763040"/>
            <a:ext cx="6591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Payment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647640" y="8016840"/>
            <a:ext cx="1186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development fee of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1820520" y="8021160"/>
            <a:ext cx="66204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2382120" y="8016840"/>
            <a:ext cx="44812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is payable on signing the agreement. Additional email accounts, if requested, are invoiced at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647640" y="8178840"/>
            <a:ext cx="6032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time of setup. Payment can be made by bank transfer, Easypaisa or JazzCash, and a receipt is issued for every payment.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1035000" y="4549680"/>
            <a:ext cx="1375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DNS configuration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837000" y="45435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1035000" y="4807080"/>
            <a:ext cx="1651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Hosting setup and website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837000" y="48009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1035000" y="5054760"/>
            <a:ext cx="2067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SSL certificate HTTPS) and security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837000" y="50580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1035000" y="5311800"/>
            <a:ext cx="1872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1 professional mailbox configured (e.g.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1035000" y="5473800"/>
            <a:ext cx="747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info@gfxt.com)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837000" y="53150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1035000" y="5730840"/>
            <a:ext cx="2148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Mailbox set up on one phone and one laptop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837000" y="57247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1035000" y="5988240"/>
            <a:ext cx="2329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Launch support: fixes reported within 14 days of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1035000" y="6149880"/>
            <a:ext cx="3376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837000" y="59817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6357240" y="10286640"/>
            <a:ext cx="4762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5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647640" y="1952280"/>
            <a:ext cx="1962360" cy="10080"/>
          </a:xfrm>
          <a:custGeom>
            <a:avLst/>
            <a:gdLst/>
            <a:ahLst/>
            <a:rect l="0" t="0" r="r" b="b"/>
            <a:pathLst>
              <a:path w="5451" h="28">
                <a:moveTo>
                  <a:pt x="0" y="0"/>
                </a:moveTo>
                <a:lnTo>
                  <a:pt x="5451" y="0"/>
                </a:lnTo>
                <a:lnTo>
                  <a:pt x="54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>
            <a:off x="2609640" y="1952280"/>
            <a:ext cx="2277000" cy="10080"/>
          </a:xfrm>
          <a:custGeom>
            <a:avLst/>
            <a:gdLst/>
            <a:ahLst/>
            <a:rect l="0" t="0" r="r" b="b"/>
            <a:pathLst>
              <a:path w="6325" h="28">
                <a:moveTo>
                  <a:pt x="0" y="0"/>
                </a:moveTo>
                <a:lnTo>
                  <a:pt x="6325" y="0"/>
                </a:lnTo>
                <a:lnTo>
                  <a:pt x="63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0" name=""/>
          <p:cNvSpPr/>
          <p:nvPr/>
        </p:nvSpPr>
        <p:spPr>
          <a:xfrm>
            <a:off x="4886280" y="1952280"/>
            <a:ext cx="2028960" cy="10080"/>
          </a:xfrm>
          <a:custGeom>
            <a:avLst/>
            <a:gdLst/>
            <a:ahLst/>
            <a:rect l="0" t="0" r="r" b="b"/>
            <a:pathLst>
              <a:path w="5636" h="28">
                <a:moveTo>
                  <a:pt x="0" y="0"/>
                </a:moveTo>
                <a:lnTo>
                  <a:pt x="5636" y="0"/>
                </a:lnTo>
                <a:lnTo>
                  <a:pt x="56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1" name=""/>
          <p:cNvSpPr/>
          <p:nvPr/>
        </p:nvSpPr>
        <p:spPr>
          <a:xfrm>
            <a:off x="647640" y="2333520"/>
            <a:ext cx="1962360" cy="9720"/>
          </a:xfrm>
          <a:custGeom>
            <a:avLst/>
            <a:gdLst/>
            <a:ahLst/>
            <a:rect l="0" t="0" r="r" b="b"/>
            <a:pathLst>
              <a:path w="5451" h="27">
                <a:moveTo>
                  <a:pt x="0" y="0"/>
                </a:moveTo>
                <a:lnTo>
                  <a:pt x="5451" y="0"/>
                </a:lnTo>
                <a:lnTo>
                  <a:pt x="54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2609640" y="2333520"/>
            <a:ext cx="2277000" cy="9720"/>
          </a:xfrm>
          <a:custGeom>
            <a:avLst/>
            <a:gdLst/>
            <a:ahLst/>
            <a:rect l="0" t="0" r="r" b="b"/>
            <a:pathLst>
              <a:path w="6325" h="27">
                <a:moveTo>
                  <a:pt x="0" y="0"/>
                </a:moveTo>
                <a:lnTo>
                  <a:pt x="6325" y="0"/>
                </a:lnTo>
                <a:lnTo>
                  <a:pt x="63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4886280" y="2333520"/>
            <a:ext cx="2028960" cy="9720"/>
          </a:xfrm>
          <a:custGeom>
            <a:avLst/>
            <a:gdLst/>
            <a:ahLst/>
            <a:rect l="0" t="0" r="r" b="b"/>
            <a:pathLst>
              <a:path w="5636" h="27">
                <a:moveTo>
                  <a:pt x="0" y="0"/>
                </a:moveTo>
                <a:lnTo>
                  <a:pt x="5636" y="0"/>
                </a:lnTo>
                <a:lnTo>
                  <a:pt x="56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647640" y="2895480"/>
            <a:ext cx="1962360" cy="9720"/>
          </a:xfrm>
          <a:custGeom>
            <a:avLst/>
            <a:gdLst/>
            <a:ahLst/>
            <a:rect l="0" t="0" r="r" b="b"/>
            <a:pathLst>
              <a:path w="5451" h="27">
                <a:moveTo>
                  <a:pt x="0" y="0"/>
                </a:moveTo>
                <a:lnTo>
                  <a:pt x="5451" y="0"/>
                </a:lnTo>
                <a:lnTo>
                  <a:pt x="54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2609640" y="2895480"/>
            <a:ext cx="2277000" cy="9720"/>
          </a:xfrm>
          <a:custGeom>
            <a:avLst/>
            <a:gdLst/>
            <a:ahLst/>
            <a:rect l="0" t="0" r="r" b="b"/>
            <a:pathLst>
              <a:path w="6325" h="27">
                <a:moveTo>
                  <a:pt x="0" y="0"/>
                </a:moveTo>
                <a:lnTo>
                  <a:pt x="6325" y="0"/>
                </a:lnTo>
                <a:lnTo>
                  <a:pt x="63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4886280" y="2895480"/>
            <a:ext cx="2028960" cy="9720"/>
          </a:xfrm>
          <a:custGeom>
            <a:avLst/>
            <a:gdLst/>
            <a:ahLst/>
            <a:rect l="0" t="0" r="r" b="b"/>
            <a:pathLst>
              <a:path w="5636" h="27">
                <a:moveTo>
                  <a:pt x="0" y="0"/>
                </a:moveTo>
                <a:lnTo>
                  <a:pt x="5636" y="0"/>
                </a:lnTo>
                <a:lnTo>
                  <a:pt x="56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647640" y="3457440"/>
            <a:ext cx="1962360" cy="9720"/>
          </a:xfrm>
          <a:custGeom>
            <a:avLst/>
            <a:gdLst/>
            <a:ahLst/>
            <a:rect l="0" t="0" r="r" b="b"/>
            <a:pathLst>
              <a:path w="5451" h="27">
                <a:moveTo>
                  <a:pt x="0" y="0"/>
                </a:moveTo>
                <a:lnTo>
                  <a:pt x="5451" y="0"/>
                </a:lnTo>
                <a:lnTo>
                  <a:pt x="54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2609640" y="3457440"/>
            <a:ext cx="2277000" cy="9720"/>
          </a:xfrm>
          <a:custGeom>
            <a:avLst/>
            <a:gdLst/>
            <a:ahLst/>
            <a:rect l="0" t="0" r="r" b="b"/>
            <a:pathLst>
              <a:path w="6325" h="27">
                <a:moveTo>
                  <a:pt x="0" y="0"/>
                </a:moveTo>
                <a:lnTo>
                  <a:pt x="6325" y="0"/>
                </a:lnTo>
                <a:lnTo>
                  <a:pt x="63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4886280" y="3457440"/>
            <a:ext cx="2028960" cy="9720"/>
          </a:xfrm>
          <a:custGeom>
            <a:avLst/>
            <a:gdLst/>
            <a:ahLst/>
            <a:rect l="0" t="0" r="r" b="b"/>
            <a:pathLst>
              <a:path w="5636" h="27">
                <a:moveTo>
                  <a:pt x="0" y="0"/>
                </a:moveTo>
                <a:lnTo>
                  <a:pt x="5636" y="0"/>
                </a:lnTo>
                <a:lnTo>
                  <a:pt x="56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652320" y="5662440"/>
            <a:ext cx="6258240" cy="991080"/>
          </a:xfrm>
          <a:custGeom>
            <a:avLst/>
            <a:gdLst/>
            <a:ahLst/>
            <a:rect l="0" t="0" r="r" b="b"/>
            <a:pathLst>
              <a:path w="17384" h="2753">
                <a:moveTo>
                  <a:pt x="0" y="2526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2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526"/>
                </a:lnTo>
                <a:cubicBezTo>
                  <a:pt x="17384" y="2541"/>
                  <a:pt x="17383" y="2555"/>
                  <a:pt x="17380" y="2570"/>
                </a:cubicBezTo>
                <a:cubicBezTo>
                  <a:pt x="17377" y="2585"/>
                  <a:pt x="17372" y="2599"/>
                  <a:pt x="17367" y="2613"/>
                </a:cubicBezTo>
                <a:cubicBezTo>
                  <a:pt x="17361" y="2626"/>
                  <a:pt x="17354" y="2639"/>
                  <a:pt x="17346" y="2652"/>
                </a:cubicBezTo>
                <a:cubicBezTo>
                  <a:pt x="17338" y="2664"/>
                  <a:pt x="17328" y="2676"/>
                  <a:pt x="17318" y="2686"/>
                </a:cubicBezTo>
                <a:cubicBezTo>
                  <a:pt x="17307" y="2697"/>
                  <a:pt x="17296" y="2706"/>
                  <a:pt x="17283" y="2714"/>
                </a:cubicBezTo>
                <a:cubicBezTo>
                  <a:pt x="17271" y="2723"/>
                  <a:pt x="17258" y="2730"/>
                  <a:pt x="17244" y="2735"/>
                </a:cubicBezTo>
                <a:cubicBezTo>
                  <a:pt x="17230" y="2741"/>
                  <a:pt x="17216" y="2745"/>
                  <a:pt x="17201" y="2748"/>
                </a:cubicBezTo>
                <a:cubicBezTo>
                  <a:pt x="17187" y="2751"/>
                  <a:pt x="17172" y="2753"/>
                  <a:pt x="17157" y="2753"/>
                </a:cubicBezTo>
                <a:lnTo>
                  <a:pt x="227" y="2753"/>
                </a:lnTo>
                <a:cubicBezTo>
                  <a:pt x="212" y="2753"/>
                  <a:pt x="197" y="2751"/>
                  <a:pt x="182" y="2748"/>
                </a:cubicBezTo>
                <a:cubicBezTo>
                  <a:pt x="168" y="2745"/>
                  <a:pt x="154" y="2741"/>
                  <a:pt x="140" y="2735"/>
                </a:cubicBezTo>
                <a:cubicBezTo>
                  <a:pt x="126" y="2730"/>
                  <a:pt x="113" y="2723"/>
                  <a:pt x="101" y="2714"/>
                </a:cubicBezTo>
                <a:cubicBezTo>
                  <a:pt x="88" y="2706"/>
                  <a:pt x="77" y="2697"/>
                  <a:pt x="66" y="2686"/>
                </a:cubicBezTo>
                <a:cubicBezTo>
                  <a:pt x="56" y="2676"/>
                  <a:pt x="46" y="2664"/>
                  <a:pt x="38" y="2652"/>
                </a:cubicBezTo>
                <a:cubicBezTo>
                  <a:pt x="30" y="2639"/>
                  <a:pt x="23" y="2626"/>
                  <a:pt x="17" y="2613"/>
                </a:cubicBezTo>
                <a:cubicBezTo>
                  <a:pt x="11" y="2599"/>
                  <a:pt x="7" y="2585"/>
                  <a:pt x="4" y="2570"/>
                </a:cubicBezTo>
                <a:cubicBezTo>
                  <a:pt x="1" y="2555"/>
                  <a:pt x="0" y="2541"/>
                  <a:pt x="0" y="2526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652320" y="5662440"/>
            <a:ext cx="6258240" cy="991080"/>
          </a:xfrm>
          <a:custGeom>
            <a:avLst/>
            <a:gdLst/>
            <a:ahLst/>
            <a:rect l="0" t="0" r="r" b="b"/>
            <a:pathLst>
              <a:path w="17384" h="2753">
                <a:moveTo>
                  <a:pt x="0" y="2526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2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526"/>
                </a:lnTo>
                <a:cubicBezTo>
                  <a:pt x="17384" y="2541"/>
                  <a:pt x="17383" y="2555"/>
                  <a:pt x="17380" y="2570"/>
                </a:cubicBezTo>
                <a:cubicBezTo>
                  <a:pt x="17377" y="2585"/>
                  <a:pt x="17372" y="2599"/>
                  <a:pt x="17367" y="2613"/>
                </a:cubicBezTo>
                <a:cubicBezTo>
                  <a:pt x="17361" y="2626"/>
                  <a:pt x="17354" y="2639"/>
                  <a:pt x="17346" y="2652"/>
                </a:cubicBezTo>
                <a:cubicBezTo>
                  <a:pt x="17338" y="2664"/>
                  <a:pt x="17328" y="2676"/>
                  <a:pt x="17318" y="2686"/>
                </a:cubicBezTo>
                <a:cubicBezTo>
                  <a:pt x="17307" y="2697"/>
                  <a:pt x="17296" y="2706"/>
                  <a:pt x="17283" y="2714"/>
                </a:cubicBezTo>
                <a:cubicBezTo>
                  <a:pt x="17271" y="2723"/>
                  <a:pt x="17258" y="2730"/>
                  <a:pt x="17244" y="2735"/>
                </a:cubicBezTo>
                <a:cubicBezTo>
                  <a:pt x="17230" y="2741"/>
                  <a:pt x="17216" y="2745"/>
                  <a:pt x="17201" y="2748"/>
                </a:cubicBezTo>
                <a:cubicBezTo>
                  <a:pt x="17187" y="2751"/>
                  <a:pt x="17172" y="2753"/>
                  <a:pt x="17157" y="2753"/>
                </a:cubicBezTo>
                <a:lnTo>
                  <a:pt x="227" y="2753"/>
                </a:lnTo>
                <a:cubicBezTo>
                  <a:pt x="212" y="2753"/>
                  <a:pt x="197" y="2751"/>
                  <a:pt x="182" y="2748"/>
                </a:cubicBezTo>
                <a:cubicBezTo>
                  <a:pt x="168" y="2745"/>
                  <a:pt x="154" y="2741"/>
                  <a:pt x="140" y="2735"/>
                </a:cubicBezTo>
                <a:cubicBezTo>
                  <a:pt x="126" y="2730"/>
                  <a:pt x="113" y="2723"/>
                  <a:pt x="101" y="2714"/>
                </a:cubicBezTo>
                <a:cubicBezTo>
                  <a:pt x="88" y="2706"/>
                  <a:pt x="77" y="2697"/>
                  <a:pt x="66" y="2686"/>
                </a:cubicBezTo>
                <a:cubicBezTo>
                  <a:pt x="56" y="2676"/>
                  <a:pt x="46" y="2664"/>
                  <a:pt x="38" y="2652"/>
                </a:cubicBezTo>
                <a:cubicBezTo>
                  <a:pt x="30" y="2639"/>
                  <a:pt x="23" y="2626"/>
                  <a:pt x="17" y="2613"/>
                </a:cubicBezTo>
                <a:cubicBezTo>
                  <a:pt x="11" y="2599"/>
                  <a:pt x="7" y="2585"/>
                  <a:pt x="4" y="2570"/>
                </a:cubicBezTo>
                <a:cubicBezTo>
                  <a:pt x="1" y="2555"/>
                  <a:pt x="0" y="2541"/>
                  <a:pt x="0" y="2526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647640" y="858240"/>
            <a:ext cx="1183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4   ·   C O N T A C 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647640" y="1052280"/>
            <a:ext cx="27867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 are here to help.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755640" y="1739160"/>
            <a:ext cx="5814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C O N TAC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2716920" y="1739160"/>
            <a:ext cx="2599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F O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4996800" y="1739160"/>
            <a:ext cx="7322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R E S P O N S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755640" y="2084760"/>
            <a:ext cx="15750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WhatsApp project group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2716920" y="2080080"/>
            <a:ext cx="1782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Updates, questions and requests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4996800" y="2080080"/>
            <a:ext cx="12718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Within one working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755640" y="2456280"/>
            <a:ext cx="5936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Hira Baig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1252080" y="2451600"/>
            <a:ext cx="8265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, Co-Founder &amp;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755640" y="2642040"/>
            <a:ext cx="3952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Partner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2716920" y="2451600"/>
            <a:ext cx="15066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Scheduling, documents and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2716920" y="2642040"/>
            <a:ext cx="5310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payments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4996800" y="2451600"/>
            <a:ext cx="12718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Within one working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 txBox="1"/>
          <p:nvPr/>
        </p:nvSpPr>
        <p:spPr>
          <a:xfrm>
            <a:off x="755640" y="3018240"/>
            <a:ext cx="11545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Omer Bin Dawood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1744920" y="3013560"/>
            <a:ext cx="3038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, CEO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2716920" y="3013560"/>
            <a:ext cx="18432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Technical matters and escalations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4996800" y="3013560"/>
            <a:ext cx="159192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Website or email down: same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4996800" y="3204000"/>
            <a:ext cx="19872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647640" y="3549600"/>
            <a:ext cx="2810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Working hours: Monday to Saturday, 1000 to 1900 PKT.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652320" y="4262400"/>
            <a:ext cx="1981440" cy="1028880"/>
          </a:xfrm>
          <a:custGeom>
            <a:avLst/>
            <a:gdLst/>
            <a:ahLst/>
            <a:rect l="0" t="0" r="r" b="b"/>
            <a:pathLst>
              <a:path w="5504" h="2858">
                <a:moveTo>
                  <a:pt x="0" y="2631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2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3"/>
                  <a:pt x="5497" y="168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631"/>
                </a:lnTo>
                <a:cubicBezTo>
                  <a:pt x="5504" y="2646"/>
                  <a:pt x="5503" y="2661"/>
                  <a:pt x="5500" y="2676"/>
                </a:cubicBezTo>
                <a:cubicBezTo>
                  <a:pt x="5497" y="2690"/>
                  <a:pt x="5493" y="2704"/>
                  <a:pt x="5487" y="2718"/>
                </a:cubicBezTo>
                <a:cubicBezTo>
                  <a:pt x="5481" y="2732"/>
                  <a:pt x="5474" y="2745"/>
                  <a:pt x="5466" y="2757"/>
                </a:cubicBezTo>
                <a:cubicBezTo>
                  <a:pt x="5458" y="2770"/>
                  <a:pt x="5448" y="2781"/>
                  <a:pt x="5438" y="2792"/>
                </a:cubicBezTo>
                <a:cubicBezTo>
                  <a:pt x="5427" y="2802"/>
                  <a:pt x="5416" y="2812"/>
                  <a:pt x="5403" y="2820"/>
                </a:cubicBezTo>
                <a:cubicBezTo>
                  <a:pt x="5391" y="2828"/>
                  <a:pt x="5378" y="2835"/>
                  <a:pt x="5364" y="2841"/>
                </a:cubicBezTo>
                <a:cubicBezTo>
                  <a:pt x="5350" y="2847"/>
                  <a:pt x="5336" y="2851"/>
                  <a:pt x="5322" y="2854"/>
                </a:cubicBezTo>
                <a:cubicBezTo>
                  <a:pt x="5307" y="2857"/>
                  <a:pt x="5292" y="2858"/>
                  <a:pt x="5277" y="2858"/>
                </a:cubicBezTo>
                <a:lnTo>
                  <a:pt x="227" y="2858"/>
                </a:lnTo>
                <a:cubicBezTo>
                  <a:pt x="212" y="2858"/>
                  <a:pt x="197" y="2857"/>
                  <a:pt x="182" y="2854"/>
                </a:cubicBezTo>
                <a:cubicBezTo>
                  <a:pt x="168" y="2851"/>
                  <a:pt x="154" y="2847"/>
                  <a:pt x="140" y="2841"/>
                </a:cubicBezTo>
                <a:cubicBezTo>
                  <a:pt x="126" y="2835"/>
                  <a:pt x="113" y="2828"/>
                  <a:pt x="101" y="2820"/>
                </a:cubicBezTo>
                <a:cubicBezTo>
                  <a:pt x="88" y="2812"/>
                  <a:pt x="77" y="2802"/>
                  <a:pt x="66" y="2792"/>
                </a:cubicBezTo>
                <a:cubicBezTo>
                  <a:pt x="56" y="2781"/>
                  <a:pt x="46" y="2770"/>
                  <a:pt x="38" y="2757"/>
                </a:cubicBezTo>
                <a:cubicBezTo>
                  <a:pt x="30" y="2745"/>
                  <a:pt x="23" y="2732"/>
                  <a:pt x="17" y="2718"/>
                </a:cubicBezTo>
                <a:cubicBezTo>
                  <a:pt x="11" y="2704"/>
                  <a:pt x="7" y="2690"/>
                  <a:pt x="4" y="2676"/>
                </a:cubicBezTo>
                <a:cubicBezTo>
                  <a:pt x="1" y="2661"/>
                  <a:pt x="0" y="2646"/>
                  <a:pt x="0" y="263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652320" y="4262400"/>
            <a:ext cx="1981440" cy="1028880"/>
          </a:xfrm>
          <a:custGeom>
            <a:avLst/>
            <a:gdLst/>
            <a:ahLst/>
            <a:rect l="0" t="0" r="r" b="b"/>
            <a:pathLst>
              <a:path w="5504" h="2858">
                <a:moveTo>
                  <a:pt x="0" y="2631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2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3"/>
                  <a:pt x="5497" y="168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631"/>
                </a:lnTo>
                <a:cubicBezTo>
                  <a:pt x="5504" y="2646"/>
                  <a:pt x="5503" y="2661"/>
                  <a:pt x="5500" y="2676"/>
                </a:cubicBezTo>
                <a:cubicBezTo>
                  <a:pt x="5497" y="2690"/>
                  <a:pt x="5493" y="2704"/>
                  <a:pt x="5487" y="2718"/>
                </a:cubicBezTo>
                <a:cubicBezTo>
                  <a:pt x="5481" y="2732"/>
                  <a:pt x="5474" y="2745"/>
                  <a:pt x="5466" y="2757"/>
                </a:cubicBezTo>
                <a:cubicBezTo>
                  <a:pt x="5458" y="2770"/>
                  <a:pt x="5448" y="2781"/>
                  <a:pt x="5438" y="2792"/>
                </a:cubicBezTo>
                <a:cubicBezTo>
                  <a:pt x="5427" y="2802"/>
                  <a:pt x="5416" y="2812"/>
                  <a:pt x="5403" y="2820"/>
                </a:cubicBezTo>
                <a:cubicBezTo>
                  <a:pt x="5391" y="2828"/>
                  <a:pt x="5378" y="2835"/>
                  <a:pt x="5364" y="2841"/>
                </a:cubicBezTo>
                <a:cubicBezTo>
                  <a:pt x="5350" y="2847"/>
                  <a:pt x="5336" y="2851"/>
                  <a:pt x="5322" y="2854"/>
                </a:cubicBezTo>
                <a:cubicBezTo>
                  <a:pt x="5307" y="2857"/>
                  <a:pt x="5292" y="2858"/>
                  <a:pt x="5277" y="2858"/>
                </a:cubicBezTo>
                <a:lnTo>
                  <a:pt x="227" y="2858"/>
                </a:lnTo>
                <a:cubicBezTo>
                  <a:pt x="212" y="2858"/>
                  <a:pt x="197" y="2857"/>
                  <a:pt x="182" y="2854"/>
                </a:cubicBezTo>
                <a:cubicBezTo>
                  <a:pt x="168" y="2851"/>
                  <a:pt x="154" y="2847"/>
                  <a:pt x="140" y="2841"/>
                </a:cubicBezTo>
                <a:cubicBezTo>
                  <a:pt x="126" y="2835"/>
                  <a:pt x="113" y="2828"/>
                  <a:pt x="101" y="2820"/>
                </a:cubicBezTo>
                <a:cubicBezTo>
                  <a:pt x="88" y="2812"/>
                  <a:pt x="77" y="2802"/>
                  <a:pt x="66" y="2792"/>
                </a:cubicBezTo>
                <a:cubicBezTo>
                  <a:pt x="56" y="2781"/>
                  <a:pt x="46" y="2770"/>
                  <a:pt x="38" y="2757"/>
                </a:cubicBezTo>
                <a:cubicBezTo>
                  <a:pt x="30" y="2745"/>
                  <a:pt x="23" y="2732"/>
                  <a:pt x="17" y="2718"/>
                </a:cubicBezTo>
                <a:cubicBezTo>
                  <a:pt x="11" y="2704"/>
                  <a:pt x="7" y="2690"/>
                  <a:pt x="4" y="2676"/>
                </a:cubicBezTo>
                <a:cubicBezTo>
                  <a:pt x="1" y="2661"/>
                  <a:pt x="0" y="2646"/>
                  <a:pt x="0" y="263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647640" y="4010040"/>
            <a:ext cx="80244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Next steps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837000" y="44319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837000" y="4835520"/>
            <a:ext cx="1363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Review and sign the Service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2786040" y="4262400"/>
            <a:ext cx="1990800" cy="1028880"/>
          </a:xfrm>
          <a:custGeom>
            <a:avLst/>
            <a:gdLst/>
            <a:ahLst/>
            <a:rect l="0" t="0" r="r" b="b"/>
            <a:pathLst>
              <a:path w="5530" h="2858">
                <a:moveTo>
                  <a:pt x="0" y="2631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5" y="77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1"/>
                  <a:pt x="5348" y="4"/>
                </a:cubicBezTo>
                <a:cubicBezTo>
                  <a:pt x="5362" y="7"/>
                  <a:pt x="5377" y="11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6"/>
                  <a:pt x="5453" y="55"/>
                  <a:pt x="5464" y="66"/>
                </a:cubicBezTo>
                <a:cubicBezTo>
                  <a:pt x="5474" y="77"/>
                  <a:pt x="5484" y="88"/>
                  <a:pt x="5492" y="100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3"/>
                  <a:pt x="5523" y="168"/>
                  <a:pt x="5526" y="182"/>
                </a:cubicBezTo>
                <a:cubicBezTo>
                  <a:pt x="5529" y="197"/>
                  <a:pt x="5530" y="211"/>
                  <a:pt x="5530" y="226"/>
                </a:cubicBezTo>
                <a:lnTo>
                  <a:pt x="5530" y="2631"/>
                </a:lnTo>
                <a:cubicBezTo>
                  <a:pt x="5530" y="2646"/>
                  <a:pt x="5529" y="2661"/>
                  <a:pt x="5526" y="2676"/>
                </a:cubicBezTo>
                <a:cubicBezTo>
                  <a:pt x="5523" y="2690"/>
                  <a:pt x="5519" y="2704"/>
                  <a:pt x="5513" y="2718"/>
                </a:cubicBezTo>
                <a:cubicBezTo>
                  <a:pt x="5507" y="2732"/>
                  <a:pt x="5500" y="2745"/>
                  <a:pt x="5492" y="2757"/>
                </a:cubicBezTo>
                <a:cubicBezTo>
                  <a:pt x="5484" y="2770"/>
                  <a:pt x="5474" y="2781"/>
                  <a:pt x="5464" y="2792"/>
                </a:cubicBezTo>
                <a:cubicBezTo>
                  <a:pt x="5453" y="2802"/>
                  <a:pt x="5442" y="2812"/>
                  <a:pt x="5430" y="2820"/>
                </a:cubicBezTo>
                <a:cubicBezTo>
                  <a:pt x="5417" y="2828"/>
                  <a:pt x="5404" y="2835"/>
                  <a:pt x="5390" y="2841"/>
                </a:cubicBezTo>
                <a:cubicBezTo>
                  <a:pt x="5377" y="2847"/>
                  <a:pt x="5362" y="2851"/>
                  <a:pt x="5348" y="2854"/>
                </a:cubicBezTo>
                <a:cubicBezTo>
                  <a:pt x="5333" y="2857"/>
                  <a:pt x="5318" y="2858"/>
                  <a:pt x="5304" y="2858"/>
                </a:cubicBezTo>
                <a:lnTo>
                  <a:pt x="226" y="2858"/>
                </a:lnTo>
                <a:cubicBezTo>
                  <a:pt x="211" y="2858"/>
                  <a:pt x="197" y="2857"/>
                  <a:pt x="182" y="2854"/>
                </a:cubicBezTo>
                <a:cubicBezTo>
                  <a:pt x="167" y="2851"/>
                  <a:pt x="153" y="2847"/>
                  <a:pt x="140" y="2841"/>
                </a:cubicBezTo>
                <a:cubicBezTo>
                  <a:pt x="126" y="2835"/>
                  <a:pt x="113" y="2828"/>
                  <a:pt x="100" y="2820"/>
                </a:cubicBezTo>
                <a:cubicBezTo>
                  <a:pt x="88" y="2812"/>
                  <a:pt x="77" y="2802"/>
                  <a:pt x="66" y="2792"/>
                </a:cubicBezTo>
                <a:cubicBezTo>
                  <a:pt x="55" y="2781"/>
                  <a:pt x="46" y="2770"/>
                  <a:pt x="38" y="2757"/>
                </a:cubicBezTo>
                <a:cubicBezTo>
                  <a:pt x="30" y="2745"/>
                  <a:pt x="23" y="2732"/>
                  <a:pt x="17" y="2718"/>
                </a:cubicBezTo>
                <a:cubicBezTo>
                  <a:pt x="11" y="2704"/>
                  <a:pt x="7" y="2690"/>
                  <a:pt x="4" y="2676"/>
                </a:cubicBezTo>
                <a:cubicBezTo>
                  <a:pt x="1" y="2661"/>
                  <a:pt x="0" y="2646"/>
                  <a:pt x="0" y="263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2786040" y="4262400"/>
            <a:ext cx="1990800" cy="1028880"/>
          </a:xfrm>
          <a:custGeom>
            <a:avLst/>
            <a:gdLst/>
            <a:ahLst/>
            <a:rect l="0" t="0" r="r" b="b"/>
            <a:pathLst>
              <a:path w="5530" h="2858">
                <a:moveTo>
                  <a:pt x="0" y="2631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5" y="77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1"/>
                  <a:pt x="5348" y="4"/>
                </a:cubicBezTo>
                <a:cubicBezTo>
                  <a:pt x="5362" y="7"/>
                  <a:pt x="5377" y="11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6"/>
                  <a:pt x="5453" y="55"/>
                  <a:pt x="5464" y="66"/>
                </a:cubicBezTo>
                <a:cubicBezTo>
                  <a:pt x="5474" y="77"/>
                  <a:pt x="5484" y="88"/>
                  <a:pt x="5492" y="100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3"/>
                  <a:pt x="5523" y="168"/>
                  <a:pt x="5526" y="182"/>
                </a:cubicBezTo>
                <a:cubicBezTo>
                  <a:pt x="5529" y="197"/>
                  <a:pt x="5530" y="211"/>
                  <a:pt x="5530" y="226"/>
                </a:cubicBezTo>
                <a:lnTo>
                  <a:pt x="5530" y="2631"/>
                </a:lnTo>
                <a:cubicBezTo>
                  <a:pt x="5530" y="2646"/>
                  <a:pt x="5529" y="2661"/>
                  <a:pt x="5526" y="2676"/>
                </a:cubicBezTo>
                <a:cubicBezTo>
                  <a:pt x="5523" y="2690"/>
                  <a:pt x="5519" y="2704"/>
                  <a:pt x="5513" y="2718"/>
                </a:cubicBezTo>
                <a:cubicBezTo>
                  <a:pt x="5507" y="2732"/>
                  <a:pt x="5500" y="2745"/>
                  <a:pt x="5492" y="2757"/>
                </a:cubicBezTo>
                <a:cubicBezTo>
                  <a:pt x="5484" y="2770"/>
                  <a:pt x="5474" y="2781"/>
                  <a:pt x="5464" y="2792"/>
                </a:cubicBezTo>
                <a:cubicBezTo>
                  <a:pt x="5453" y="2802"/>
                  <a:pt x="5442" y="2812"/>
                  <a:pt x="5430" y="2820"/>
                </a:cubicBezTo>
                <a:cubicBezTo>
                  <a:pt x="5417" y="2828"/>
                  <a:pt x="5404" y="2835"/>
                  <a:pt x="5390" y="2841"/>
                </a:cubicBezTo>
                <a:cubicBezTo>
                  <a:pt x="5377" y="2847"/>
                  <a:pt x="5362" y="2851"/>
                  <a:pt x="5348" y="2854"/>
                </a:cubicBezTo>
                <a:cubicBezTo>
                  <a:pt x="5333" y="2857"/>
                  <a:pt x="5318" y="2858"/>
                  <a:pt x="5304" y="2858"/>
                </a:cubicBezTo>
                <a:lnTo>
                  <a:pt x="226" y="2858"/>
                </a:lnTo>
                <a:cubicBezTo>
                  <a:pt x="211" y="2858"/>
                  <a:pt x="197" y="2857"/>
                  <a:pt x="182" y="2854"/>
                </a:cubicBezTo>
                <a:cubicBezTo>
                  <a:pt x="167" y="2851"/>
                  <a:pt x="153" y="2847"/>
                  <a:pt x="140" y="2841"/>
                </a:cubicBezTo>
                <a:cubicBezTo>
                  <a:pt x="126" y="2835"/>
                  <a:pt x="113" y="2828"/>
                  <a:pt x="100" y="2820"/>
                </a:cubicBezTo>
                <a:cubicBezTo>
                  <a:pt x="88" y="2812"/>
                  <a:pt x="77" y="2802"/>
                  <a:pt x="66" y="2792"/>
                </a:cubicBezTo>
                <a:cubicBezTo>
                  <a:pt x="55" y="2781"/>
                  <a:pt x="46" y="2770"/>
                  <a:pt x="38" y="2757"/>
                </a:cubicBezTo>
                <a:cubicBezTo>
                  <a:pt x="30" y="2745"/>
                  <a:pt x="23" y="2732"/>
                  <a:pt x="17" y="2718"/>
                </a:cubicBezTo>
                <a:cubicBezTo>
                  <a:pt x="11" y="2704"/>
                  <a:pt x="7" y="2690"/>
                  <a:pt x="4" y="2676"/>
                </a:cubicBezTo>
                <a:cubicBezTo>
                  <a:pt x="1" y="2661"/>
                  <a:pt x="0" y="2646"/>
                  <a:pt x="0" y="263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837000" y="4997520"/>
            <a:ext cx="532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Agreement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2974320" y="44319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2974320" y="4835520"/>
            <a:ext cx="14302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Settle the development fee of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3" name=""/>
          <p:cNvSpPr/>
          <p:nvPr/>
        </p:nvSpPr>
        <p:spPr>
          <a:xfrm>
            <a:off x="4929120" y="4262400"/>
            <a:ext cx="1981440" cy="1028880"/>
          </a:xfrm>
          <a:custGeom>
            <a:avLst/>
            <a:gdLst/>
            <a:ahLst/>
            <a:rect l="0" t="0" r="r" b="b"/>
            <a:pathLst>
              <a:path w="5504" h="2858">
                <a:moveTo>
                  <a:pt x="0" y="2631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7" y="66"/>
                </a:cubicBezTo>
                <a:cubicBezTo>
                  <a:pt x="78" y="55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1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3"/>
                  <a:pt x="5497" y="168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631"/>
                </a:lnTo>
                <a:cubicBezTo>
                  <a:pt x="5504" y="2646"/>
                  <a:pt x="5503" y="2661"/>
                  <a:pt x="5500" y="2676"/>
                </a:cubicBezTo>
                <a:cubicBezTo>
                  <a:pt x="5497" y="2690"/>
                  <a:pt x="5492" y="2704"/>
                  <a:pt x="5487" y="2718"/>
                </a:cubicBezTo>
                <a:cubicBezTo>
                  <a:pt x="5481" y="2732"/>
                  <a:pt x="5474" y="2745"/>
                  <a:pt x="5466" y="2757"/>
                </a:cubicBezTo>
                <a:cubicBezTo>
                  <a:pt x="5458" y="2770"/>
                  <a:pt x="5448" y="2781"/>
                  <a:pt x="5438" y="2792"/>
                </a:cubicBezTo>
                <a:cubicBezTo>
                  <a:pt x="5427" y="2802"/>
                  <a:pt x="5416" y="2812"/>
                  <a:pt x="5403" y="2820"/>
                </a:cubicBezTo>
                <a:cubicBezTo>
                  <a:pt x="5391" y="2828"/>
                  <a:pt x="5378" y="2835"/>
                  <a:pt x="5364" y="2841"/>
                </a:cubicBezTo>
                <a:cubicBezTo>
                  <a:pt x="5350" y="2847"/>
                  <a:pt x="5336" y="2851"/>
                  <a:pt x="5321" y="2854"/>
                </a:cubicBezTo>
                <a:cubicBezTo>
                  <a:pt x="5307" y="2857"/>
                  <a:pt x="5292" y="2858"/>
                  <a:pt x="5277" y="2858"/>
                </a:cubicBezTo>
                <a:lnTo>
                  <a:pt x="227" y="2858"/>
                </a:lnTo>
                <a:cubicBezTo>
                  <a:pt x="213" y="2858"/>
                  <a:pt x="198" y="2857"/>
                  <a:pt x="183" y="2854"/>
                </a:cubicBezTo>
                <a:cubicBezTo>
                  <a:pt x="169" y="2851"/>
                  <a:pt x="154" y="2847"/>
                  <a:pt x="141" y="2841"/>
                </a:cubicBezTo>
                <a:cubicBezTo>
                  <a:pt x="127" y="2835"/>
                  <a:pt x="114" y="2828"/>
                  <a:pt x="101" y="2820"/>
                </a:cubicBezTo>
                <a:cubicBezTo>
                  <a:pt x="89" y="2812"/>
                  <a:pt x="78" y="2802"/>
                  <a:pt x="67" y="2792"/>
                </a:cubicBezTo>
                <a:cubicBezTo>
                  <a:pt x="56" y="2781"/>
                  <a:pt x="46" y="2770"/>
                  <a:pt x="38" y="2757"/>
                </a:cubicBezTo>
                <a:cubicBezTo>
                  <a:pt x="30" y="2745"/>
                  <a:pt x="23" y="2732"/>
                  <a:pt x="17" y="2718"/>
                </a:cubicBezTo>
                <a:cubicBezTo>
                  <a:pt x="11" y="2704"/>
                  <a:pt x="7" y="2690"/>
                  <a:pt x="4" y="2676"/>
                </a:cubicBezTo>
                <a:cubicBezTo>
                  <a:pt x="1" y="2661"/>
                  <a:pt x="0" y="2646"/>
                  <a:pt x="0" y="263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/>
          <p:nvPr/>
        </p:nvSpPr>
        <p:spPr>
          <a:xfrm>
            <a:off x="4929120" y="4262400"/>
            <a:ext cx="1981440" cy="1028880"/>
          </a:xfrm>
          <a:custGeom>
            <a:avLst/>
            <a:gdLst/>
            <a:ahLst/>
            <a:rect l="0" t="0" r="r" b="b"/>
            <a:pathLst>
              <a:path w="5504" h="2858">
                <a:moveTo>
                  <a:pt x="0" y="2631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7" y="66"/>
                </a:cubicBezTo>
                <a:cubicBezTo>
                  <a:pt x="78" y="55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1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5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3"/>
                  <a:pt x="5497" y="168"/>
                  <a:pt x="5500" y="182"/>
                </a:cubicBezTo>
                <a:cubicBezTo>
                  <a:pt x="5503" y="197"/>
                  <a:pt x="5504" y="211"/>
                  <a:pt x="5504" y="226"/>
                </a:cubicBezTo>
                <a:lnTo>
                  <a:pt x="5504" y="2631"/>
                </a:lnTo>
                <a:cubicBezTo>
                  <a:pt x="5504" y="2646"/>
                  <a:pt x="5503" y="2661"/>
                  <a:pt x="5500" y="2676"/>
                </a:cubicBezTo>
                <a:cubicBezTo>
                  <a:pt x="5497" y="2690"/>
                  <a:pt x="5492" y="2704"/>
                  <a:pt x="5487" y="2718"/>
                </a:cubicBezTo>
                <a:cubicBezTo>
                  <a:pt x="5481" y="2732"/>
                  <a:pt x="5474" y="2745"/>
                  <a:pt x="5466" y="2757"/>
                </a:cubicBezTo>
                <a:cubicBezTo>
                  <a:pt x="5458" y="2770"/>
                  <a:pt x="5448" y="2781"/>
                  <a:pt x="5438" y="2792"/>
                </a:cubicBezTo>
                <a:cubicBezTo>
                  <a:pt x="5427" y="2802"/>
                  <a:pt x="5416" y="2812"/>
                  <a:pt x="5403" y="2820"/>
                </a:cubicBezTo>
                <a:cubicBezTo>
                  <a:pt x="5391" y="2828"/>
                  <a:pt x="5378" y="2835"/>
                  <a:pt x="5364" y="2841"/>
                </a:cubicBezTo>
                <a:cubicBezTo>
                  <a:pt x="5350" y="2847"/>
                  <a:pt x="5336" y="2851"/>
                  <a:pt x="5321" y="2854"/>
                </a:cubicBezTo>
                <a:cubicBezTo>
                  <a:pt x="5307" y="2857"/>
                  <a:pt x="5292" y="2858"/>
                  <a:pt x="5277" y="2858"/>
                </a:cubicBezTo>
                <a:lnTo>
                  <a:pt x="227" y="2858"/>
                </a:lnTo>
                <a:cubicBezTo>
                  <a:pt x="213" y="2858"/>
                  <a:pt x="198" y="2857"/>
                  <a:pt x="183" y="2854"/>
                </a:cubicBezTo>
                <a:cubicBezTo>
                  <a:pt x="169" y="2851"/>
                  <a:pt x="154" y="2847"/>
                  <a:pt x="141" y="2841"/>
                </a:cubicBezTo>
                <a:cubicBezTo>
                  <a:pt x="127" y="2835"/>
                  <a:pt x="114" y="2828"/>
                  <a:pt x="101" y="2820"/>
                </a:cubicBezTo>
                <a:cubicBezTo>
                  <a:pt x="89" y="2812"/>
                  <a:pt x="78" y="2802"/>
                  <a:pt x="67" y="2792"/>
                </a:cubicBezTo>
                <a:cubicBezTo>
                  <a:pt x="56" y="2781"/>
                  <a:pt x="46" y="2770"/>
                  <a:pt x="38" y="2757"/>
                </a:cubicBezTo>
                <a:cubicBezTo>
                  <a:pt x="30" y="2745"/>
                  <a:pt x="23" y="2732"/>
                  <a:pt x="17" y="2718"/>
                </a:cubicBezTo>
                <a:cubicBezTo>
                  <a:pt x="11" y="2704"/>
                  <a:pt x="7" y="2690"/>
                  <a:pt x="4" y="2676"/>
                </a:cubicBezTo>
                <a:cubicBezTo>
                  <a:pt x="1" y="2661"/>
                  <a:pt x="0" y="2646"/>
                  <a:pt x="0" y="263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2974320" y="4997520"/>
            <a:ext cx="5522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PKR 15,000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5111280" y="44319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7" name=""/>
          <p:cNvSpPr txBox="1"/>
          <p:nvPr/>
        </p:nvSpPr>
        <p:spPr>
          <a:xfrm>
            <a:off x="5111280" y="4835520"/>
            <a:ext cx="1609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Schedule a short call to purchase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5111280" y="4997520"/>
            <a:ext cx="1017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domain &amp; hosting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2178360" y="5927040"/>
            <a:ext cx="321192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We look forward to launching GFX-T online.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2178360" y="6254640"/>
            <a:ext cx="32284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c9b4ff"/>
                </a:solidFill>
                <a:latin typeface="Inter"/>
                <a:ea typeface="Inter"/>
              </a:rPr>
              <a:t>Omer Bin Dawood &amp; Hira Baig · OBD AI Solutions · Lahore, Pakistan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