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1.xml" ContentType="application/vnd.openxmlformats-officedocument.presentationml.slide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_rels/presentation.xml.rels" ContentType="application/vnd.openxmlformats-package.relationships+xml"/>
  <Override PartName="/ppt/media/image1.jpeg" ContentType="image/jpeg"/>
  <Override PartName="/ppt/media/image2.png" ContentType="image/png"/>
  <Override PartName="/ppt/media/image3.png" ContentType="image/png"/>
  <Override PartName="/ppt/media/image4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</p:sldMasterIdLst>
  <p:sldIdLst>
    <p:sldId id="256" r:id="rId5"/>
    <p:sldId id="257" r:id="rId6"/>
    <p:sldId id="258" r:id="rId7"/>
    <p:sldId id="259" r:id="rId8"/>
    <p:sldId id="260" r:id="rId9"/>
  </p:sldIdLst>
  <p:sldSz cx="7554913" cy="10691813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7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69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377640" y="412200"/>
            <a:ext cx="6799680" cy="1725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subTitle"/>
          </p:nvPr>
        </p:nvSpPr>
        <p:spPr>
          <a:xfrm>
            <a:off x="377640" y="2417760"/>
            <a:ext cx="6799680" cy="599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377640" y="412200"/>
            <a:ext cx="6799680" cy="1725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377640" y="2417760"/>
            <a:ext cx="6799680" cy="599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377640" y="412200"/>
            <a:ext cx="6799680" cy="1725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377640" y="2417760"/>
            <a:ext cx="6799680" cy="599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377640" y="412200"/>
            <a:ext cx="6799680" cy="1725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377640" y="2417760"/>
            <a:ext cx="6799680" cy="599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3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"/>
          <p:cNvSpPr/>
          <p:nvPr/>
        </p:nvSpPr>
        <p:spPr>
          <a:xfrm>
            <a:off x="0" y="0"/>
            <a:ext cx="7562880" cy="10696680"/>
          </a:xfrm>
          <a:custGeom>
            <a:avLst/>
            <a:gdLst/>
            <a:ahLst/>
            <a:rect l="0" t="0" r="r" b="b"/>
            <a:pathLst>
              <a:path w="21008" h="29713">
                <a:moveTo>
                  <a:pt x="0" y="0"/>
                </a:moveTo>
                <a:lnTo>
                  <a:pt x="21008" y="0"/>
                </a:lnTo>
                <a:lnTo>
                  <a:pt x="21008" y="29713"/>
                </a:lnTo>
                <a:lnTo>
                  <a:pt x="0" y="2971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"/>
          <p:cNvSpPr/>
          <p:nvPr/>
        </p:nvSpPr>
        <p:spPr>
          <a:xfrm>
            <a:off x="0" y="0"/>
            <a:ext cx="7562880" cy="10696680"/>
          </a:xfrm>
          <a:custGeom>
            <a:avLst/>
            <a:gdLst/>
            <a:ahLst/>
            <a:rect l="0" t="0" r="r" b="b"/>
            <a:pathLst>
              <a:path w="21008" h="29713">
                <a:moveTo>
                  <a:pt x="0" y="0"/>
                </a:moveTo>
                <a:lnTo>
                  <a:pt x="21008" y="0"/>
                </a:lnTo>
                <a:lnTo>
                  <a:pt x="21008" y="29713"/>
                </a:lnTo>
                <a:lnTo>
                  <a:pt x="0" y="2971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"/>
          <p:cNvSpPr/>
          <p:nvPr/>
        </p:nvSpPr>
        <p:spPr>
          <a:xfrm>
            <a:off x="0" y="0"/>
            <a:ext cx="2305080" cy="10696680"/>
          </a:xfrm>
          <a:custGeom>
            <a:avLst/>
            <a:gdLst/>
            <a:ahLst/>
            <a:rect l="0" t="0" r="r" b="b"/>
            <a:pathLst>
              <a:path w="6403" h="29713">
                <a:moveTo>
                  <a:pt x="0" y="0"/>
                </a:moveTo>
                <a:lnTo>
                  <a:pt x="6403" y="0"/>
                </a:lnTo>
                <a:lnTo>
                  <a:pt x="6403" y="29713"/>
                </a:lnTo>
                <a:lnTo>
                  <a:pt x="0" y="29713"/>
                </a:lnTo>
                <a:lnTo>
                  <a:pt x="0" y="0"/>
                </a:lnTo>
                <a:close/>
              </a:path>
            </a:pathLst>
          </a:custGeom>
          <a:solidFill>
            <a:srgbClr val="0504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pic>
        <p:nvPicPr>
          <p:cNvPr id="11" name="" descr=""/>
          <p:cNvPicPr/>
          <p:nvPr/>
        </p:nvPicPr>
        <p:blipFill>
          <a:blip r:embed="rId1"/>
          <a:stretch/>
        </p:blipFill>
        <p:spPr>
          <a:xfrm>
            <a:off x="-135720" y="-2160"/>
            <a:ext cx="2576160" cy="10701000"/>
          </a:xfrm>
          <a:prstGeom prst="rect">
            <a:avLst/>
          </a:prstGeom>
          <a:ln w="0">
            <a:noFill/>
          </a:ln>
        </p:spPr>
      </p:pic>
      <p:sp>
        <p:nvSpPr>
          <p:cNvPr id="12" name=""/>
          <p:cNvSpPr/>
          <p:nvPr/>
        </p:nvSpPr>
        <p:spPr>
          <a:xfrm>
            <a:off x="-360" y="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8585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" name=""/>
          <p:cNvSpPr/>
          <p:nvPr/>
        </p:nvSpPr>
        <p:spPr>
          <a:xfrm>
            <a:off x="-360" y="417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8585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" name=""/>
          <p:cNvSpPr/>
          <p:nvPr/>
        </p:nvSpPr>
        <p:spPr>
          <a:xfrm>
            <a:off x="-360" y="835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7575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" name=""/>
          <p:cNvSpPr/>
          <p:nvPr/>
        </p:nvSpPr>
        <p:spPr>
          <a:xfrm>
            <a:off x="-360" y="1252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7575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" name=""/>
          <p:cNvSpPr/>
          <p:nvPr/>
        </p:nvSpPr>
        <p:spPr>
          <a:xfrm>
            <a:off x="-360" y="1670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6565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" name=""/>
          <p:cNvSpPr/>
          <p:nvPr/>
        </p:nvSpPr>
        <p:spPr>
          <a:xfrm>
            <a:off x="-360" y="2088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6565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" name=""/>
          <p:cNvSpPr/>
          <p:nvPr/>
        </p:nvSpPr>
        <p:spPr>
          <a:xfrm>
            <a:off x="-360" y="2505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5555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" name=""/>
          <p:cNvSpPr/>
          <p:nvPr/>
        </p:nvSpPr>
        <p:spPr>
          <a:xfrm>
            <a:off x="-360" y="2923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5555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" name=""/>
          <p:cNvSpPr/>
          <p:nvPr/>
        </p:nvSpPr>
        <p:spPr>
          <a:xfrm>
            <a:off x="-360" y="3340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4545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" name=""/>
          <p:cNvSpPr/>
          <p:nvPr/>
        </p:nvSpPr>
        <p:spPr>
          <a:xfrm>
            <a:off x="-360" y="3758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4545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" name=""/>
          <p:cNvSpPr/>
          <p:nvPr/>
        </p:nvSpPr>
        <p:spPr>
          <a:xfrm>
            <a:off x="-360" y="4176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3535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" name=""/>
          <p:cNvSpPr/>
          <p:nvPr/>
        </p:nvSpPr>
        <p:spPr>
          <a:xfrm>
            <a:off x="-360" y="4593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2525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" name=""/>
          <p:cNvSpPr/>
          <p:nvPr/>
        </p:nvSpPr>
        <p:spPr>
          <a:xfrm>
            <a:off x="-360" y="5011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2525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5" name=""/>
          <p:cNvSpPr/>
          <p:nvPr/>
        </p:nvSpPr>
        <p:spPr>
          <a:xfrm>
            <a:off x="-360" y="5428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1515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6" name=""/>
          <p:cNvSpPr/>
          <p:nvPr/>
        </p:nvSpPr>
        <p:spPr>
          <a:xfrm>
            <a:off x="-360" y="5846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1515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" name=""/>
          <p:cNvSpPr/>
          <p:nvPr/>
        </p:nvSpPr>
        <p:spPr>
          <a:xfrm>
            <a:off x="-360" y="6264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0505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" name=""/>
          <p:cNvSpPr/>
          <p:nvPr/>
        </p:nvSpPr>
        <p:spPr>
          <a:xfrm>
            <a:off x="-360" y="6681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0505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" name=""/>
          <p:cNvSpPr/>
          <p:nvPr/>
        </p:nvSpPr>
        <p:spPr>
          <a:xfrm>
            <a:off x="-360" y="7099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f4f4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" name=""/>
          <p:cNvSpPr/>
          <p:nvPr/>
        </p:nvSpPr>
        <p:spPr>
          <a:xfrm>
            <a:off x="-360" y="7516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f4f4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" name=""/>
          <p:cNvSpPr/>
          <p:nvPr/>
        </p:nvSpPr>
        <p:spPr>
          <a:xfrm>
            <a:off x="-360" y="7934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e4e4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" name=""/>
          <p:cNvSpPr/>
          <p:nvPr/>
        </p:nvSpPr>
        <p:spPr>
          <a:xfrm>
            <a:off x="-360" y="8352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e4e4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" name=""/>
          <p:cNvSpPr/>
          <p:nvPr/>
        </p:nvSpPr>
        <p:spPr>
          <a:xfrm>
            <a:off x="-360" y="8769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" name=""/>
          <p:cNvSpPr/>
          <p:nvPr/>
        </p:nvSpPr>
        <p:spPr>
          <a:xfrm>
            <a:off x="-360" y="9187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c4c4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" name=""/>
          <p:cNvSpPr/>
          <p:nvPr/>
        </p:nvSpPr>
        <p:spPr>
          <a:xfrm>
            <a:off x="-360" y="9604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c4c4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" name=""/>
          <p:cNvSpPr/>
          <p:nvPr/>
        </p:nvSpPr>
        <p:spPr>
          <a:xfrm>
            <a:off x="-360" y="10022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b4b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" name=""/>
          <p:cNvSpPr/>
          <p:nvPr/>
        </p:nvSpPr>
        <p:spPr>
          <a:xfrm>
            <a:off x="-360" y="10440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b4b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8" name=""/>
          <p:cNvSpPr/>
          <p:nvPr/>
        </p:nvSpPr>
        <p:spPr>
          <a:xfrm>
            <a:off x="-360" y="10857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a4a4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" name=""/>
          <p:cNvSpPr/>
          <p:nvPr/>
        </p:nvSpPr>
        <p:spPr>
          <a:xfrm>
            <a:off x="-360" y="11275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a4a4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" name=""/>
          <p:cNvSpPr/>
          <p:nvPr/>
        </p:nvSpPr>
        <p:spPr>
          <a:xfrm>
            <a:off x="-360" y="11692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9494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" name=""/>
          <p:cNvSpPr/>
          <p:nvPr/>
        </p:nvSpPr>
        <p:spPr>
          <a:xfrm>
            <a:off x="-360" y="12110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9494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" name=""/>
          <p:cNvSpPr/>
          <p:nvPr/>
        </p:nvSpPr>
        <p:spPr>
          <a:xfrm>
            <a:off x="-360" y="12528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8484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" name=""/>
          <p:cNvSpPr/>
          <p:nvPr/>
        </p:nvSpPr>
        <p:spPr>
          <a:xfrm>
            <a:off x="-360" y="12945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8484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4" name=""/>
          <p:cNvSpPr/>
          <p:nvPr/>
        </p:nvSpPr>
        <p:spPr>
          <a:xfrm>
            <a:off x="-360" y="13363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7474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" name=""/>
          <p:cNvSpPr/>
          <p:nvPr/>
        </p:nvSpPr>
        <p:spPr>
          <a:xfrm>
            <a:off x="-360" y="13780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6464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" name=""/>
          <p:cNvSpPr/>
          <p:nvPr/>
        </p:nvSpPr>
        <p:spPr>
          <a:xfrm>
            <a:off x="-360" y="14198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6464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" name=""/>
          <p:cNvSpPr/>
          <p:nvPr/>
        </p:nvSpPr>
        <p:spPr>
          <a:xfrm>
            <a:off x="-360" y="14616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5454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8" name=""/>
          <p:cNvSpPr/>
          <p:nvPr/>
        </p:nvSpPr>
        <p:spPr>
          <a:xfrm>
            <a:off x="-360" y="15033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5454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9" name=""/>
          <p:cNvSpPr/>
          <p:nvPr/>
        </p:nvSpPr>
        <p:spPr>
          <a:xfrm>
            <a:off x="-360" y="15451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444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" name=""/>
          <p:cNvSpPr/>
          <p:nvPr/>
        </p:nvSpPr>
        <p:spPr>
          <a:xfrm>
            <a:off x="-360" y="15868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444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1" name=""/>
          <p:cNvSpPr/>
          <p:nvPr/>
        </p:nvSpPr>
        <p:spPr>
          <a:xfrm>
            <a:off x="-360" y="16286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3434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" name=""/>
          <p:cNvSpPr/>
          <p:nvPr/>
        </p:nvSpPr>
        <p:spPr>
          <a:xfrm>
            <a:off x="-360" y="16704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3434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" name=""/>
          <p:cNvSpPr/>
          <p:nvPr/>
        </p:nvSpPr>
        <p:spPr>
          <a:xfrm>
            <a:off x="-360" y="17121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2424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" name=""/>
          <p:cNvSpPr/>
          <p:nvPr/>
        </p:nvSpPr>
        <p:spPr>
          <a:xfrm>
            <a:off x="-360" y="17539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1414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5" name=""/>
          <p:cNvSpPr/>
          <p:nvPr/>
        </p:nvSpPr>
        <p:spPr>
          <a:xfrm>
            <a:off x="-360" y="17956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1414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" name=""/>
          <p:cNvSpPr/>
          <p:nvPr/>
        </p:nvSpPr>
        <p:spPr>
          <a:xfrm>
            <a:off x="-360" y="18374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0404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" name=""/>
          <p:cNvSpPr/>
          <p:nvPr/>
        </p:nvSpPr>
        <p:spPr>
          <a:xfrm>
            <a:off x="-360" y="18792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0404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8" name=""/>
          <p:cNvSpPr/>
          <p:nvPr/>
        </p:nvSpPr>
        <p:spPr>
          <a:xfrm>
            <a:off x="-360" y="19209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f3f3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9" name=""/>
          <p:cNvSpPr/>
          <p:nvPr/>
        </p:nvSpPr>
        <p:spPr>
          <a:xfrm>
            <a:off x="-360" y="19627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f3f3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" name=""/>
          <p:cNvSpPr/>
          <p:nvPr/>
        </p:nvSpPr>
        <p:spPr>
          <a:xfrm>
            <a:off x="-360" y="20044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e3e3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1" name=""/>
          <p:cNvSpPr/>
          <p:nvPr/>
        </p:nvSpPr>
        <p:spPr>
          <a:xfrm>
            <a:off x="-360" y="20462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e3e3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2" name=""/>
          <p:cNvSpPr/>
          <p:nvPr/>
        </p:nvSpPr>
        <p:spPr>
          <a:xfrm>
            <a:off x="-360" y="20880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d3d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3" name=""/>
          <p:cNvSpPr/>
          <p:nvPr/>
        </p:nvSpPr>
        <p:spPr>
          <a:xfrm>
            <a:off x="-360" y="21297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d3d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4" name=""/>
          <p:cNvSpPr/>
          <p:nvPr/>
        </p:nvSpPr>
        <p:spPr>
          <a:xfrm>
            <a:off x="-360" y="21715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c3c3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5" name=""/>
          <p:cNvSpPr/>
          <p:nvPr/>
        </p:nvSpPr>
        <p:spPr>
          <a:xfrm>
            <a:off x="-360" y="22132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b3b3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6" name=""/>
          <p:cNvSpPr/>
          <p:nvPr/>
        </p:nvSpPr>
        <p:spPr>
          <a:xfrm>
            <a:off x="-360" y="22550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b3b3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7" name=""/>
          <p:cNvSpPr/>
          <p:nvPr/>
        </p:nvSpPr>
        <p:spPr>
          <a:xfrm>
            <a:off x="-360" y="22968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a3a3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8" name=""/>
          <p:cNvSpPr/>
          <p:nvPr/>
        </p:nvSpPr>
        <p:spPr>
          <a:xfrm>
            <a:off x="-360" y="23385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a3a3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9" name=""/>
          <p:cNvSpPr/>
          <p:nvPr/>
        </p:nvSpPr>
        <p:spPr>
          <a:xfrm>
            <a:off x="-360" y="23803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9393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0" name=""/>
          <p:cNvSpPr/>
          <p:nvPr/>
        </p:nvSpPr>
        <p:spPr>
          <a:xfrm>
            <a:off x="-360" y="24220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9393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1" name=""/>
          <p:cNvSpPr/>
          <p:nvPr/>
        </p:nvSpPr>
        <p:spPr>
          <a:xfrm>
            <a:off x="-360" y="24638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8383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2" name=""/>
          <p:cNvSpPr/>
          <p:nvPr/>
        </p:nvSpPr>
        <p:spPr>
          <a:xfrm>
            <a:off x="-360" y="25056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8383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3" name=""/>
          <p:cNvSpPr/>
          <p:nvPr/>
        </p:nvSpPr>
        <p:spPr>
          <a:xfrm>
            <a:off x="-360" y="25473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737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4" name=""/>
          <p:cNvSpPr/>
          <p:nvPr/>
        </p:nvSpPr>
        <p:spPr>
          <a:xfrm>
            <a:off x="-360" y="25891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737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5" name=""/>
          <p:cNvSpPr/>
          <p:nvPr/>
        </p:nvSpPr>
        <p:spPr>
          <a:xfrm>
            <a:off x="-360" y="26308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6363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6" name=""/>
          <p:cNvSpPr/>
          <p:nvPr/>
        </p:nvSpPr>
        <p:spPr>
          <a:xfrm>
            <a:off x="-360" y="26726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5353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7" name=""/>
          <p:cNvSpPr/>
          <p:nvPr/>
        </p:nvSpPr>
        <p:spPr>
          <a:xfrm>
            <a:off x="-360" y="2714400"/>
            <a:ext cx="0" cy="42120"/>
          </a:xfrm>
          <a:custGeom>
            <a:avLst/>
            <a:gdLst/>
            <a:ahLst/>
            <a:rect l="0" t="0" r="r" b="b"/>
            <a:pathLst>
              <a:path w="0" h="117">
                <a:moveTo>
                  <a:pt x="0" y="0"/>
                </a:moveTo>
                <a:lnTo>
                  <a:pt x="0" y="117"/>
                </a:lnTo>
                <a:lnTo>
                  <a:pt x="0" y="0"/>
                </a:lnTo>
                <a:close/>
              </a:path>
            </a:pathLst>
          </a:custGeom>
          <a:solidFill>
            <a:srgbClr val="35353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8" name=""/>
          <p:cNvSpPr/>
          <p:nvPr/>
        </p:nvSpPr>
        <p:spPr>
          <a:xfrm>
            <a:off x="-360" y="27565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434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9" name=""/>
          <p:cNvSpPr/>
          <p:nvPr/>
        </p:nvSpPr>
        <p:spPr>
          <a:xfrm>
            <a:off x="-360" y="27982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434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0" name=""/>
          <p:cNvSpPr/>
          <p:nvPr/>
        </p:nvSpPr>
        <p:spPr>
          <a:xfrm>
            <a:off x="-360" y="28400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1" name=""/>
          <p:cNvSpPr/>
          <p:nvPr/>
        </p:nvSpPr>
        <p:spPr>
          <a:xfrm>
            <a:off x="-360" y="28818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2" name=""/>
          <p:cNvSpPr/>
          <p:nvPr/>
        </p:nvSpPr>
        <p:spPr>
          <a:xfrm>
            <a:off x="-360" y="29235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2323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3" name=""/>
          <p:cNvSpPr/>
          <p:nvPr/>
        </p:nvSpPr>
        <p:spPr>
          <a:xfrm>
            <a:off x="-360" y="29653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2323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4" name=""/>
          <p:cNvSpPr/>
          <p:nvPr/>
        </p:nvSpPr>
        <p:spPr>
          <a:xfrm>
            <a:off x="-360" y="30070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1313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5" name=""/>
          <p:cNvSpPr/>
          <p:nvPr/>
        </p:nvSpPr>
        <p:spPr>
          <a:xfrm>
            <a:off x="-360" y="30488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1313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6" name=""/>
          <p:cNvSpPr/>
          <p:nvPr/>
        </p:nvSpPr>
        <p:spPr>
          <a:xfrm>
            <a:off x="-360" y="30906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0303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7" name=""/>
          <p:cNvSpPr/>
          <p:nvPr/>
        </p:nvSpPr>
        <p:spPr>
          <a:xfrm>
            <a:off x="-360" y="31323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f2f2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8" name=""/>
          <p:cNvSpPr/>
          <p:nvPr/>
        </p:nvSpPr>
        <p:spPr>
          <a:xfrm>
            <a:off x="-360" y="31741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f2f2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9" name=""/>
          <p:cNvSpPr/>
          <p:nvPr/>
        </p:nvSpPr>
        <p:spPr>
          <a:xfrm>
            <a:off x="-360" y="32158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e2e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0" name=""/>
          <p:cNvSpPr/>
          <p:nvPr/>
        </p:nvSpPr>
        <p:spPr>
          <a:xfrm>
            <a:off x="-360" y="32576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e2e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1" name=""/>
          <p:cNvSpPr/>
          <p:nvPr/>
        </p:nvSpPr>
        <p:spPr>
          <a:xfrm>
            <a:off x="-360" y="32994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d2d2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2" name=""/>
          <p:cNvSpPr/>
          <p:nvPr/>
        </p:nvSpPr>
        <p:spPr>
          <a:xfrm>
            <a:off x="-360" y="33411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d2d2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3" name=""/>
          <p:cNvSpPr/>
          <p:nvPr/>
        </p:nvSpPr>
        <p:spPr>
          <a:xfrm>
            <a:off x="-360" y="33829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c2c2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4" name=""/>
          <p:cNvSpPr/>
          <p:nvPr/>
        </p:nvSpPr>
        <p:spPr>
          <a:xfrm>
            <a:off x="-360" y="34246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c2c2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5" name=""/>
          <p:cNvSpPr/>
          <p:nvPr/>
        </p:nvSpPr>
        <p:spPr>
          <a:xfrm>
            <a:off x="-360" y="34664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6" name=""/>
          <p:cNvSpPr/>
          <p:nvPr/>
        </p:nvSpPr>
        <p:spPr>
          <a:xfrm>
            <a:off x="-360" y="35082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7" name=""/>
          <p:cNvSpPr/>
          <p:nvPr/>
        </p:nvSpPr>
        <p:spPr>
          <a:xfrm>
            <a:off x="-360" y="35499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a2a2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8" name=""/>
          <p:cNvSpPr/>
          <p:nvPr/>
        </p:nvSpPr>
        <p:spPr>
          <a:xfrm>
            <a:off x="-360" y="35917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9292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9" name=""/>
          <p:cNvSpPr/>
          <p:nvPr/>
        </p:nvSpPr>
        <p:spPr>
          <a:xfrm>
            <a:off x="-360" y="36334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9292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0" name=""/>
          <p:cNvSpPr/>
          <p:nvPr/>
        </p:nvSpPr>
        <p:spPr>
          <a:xfrm>
            <a:off x="-360" y="36752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828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1" name=""/>
          <p:cNvSpPr/>
          <p:nvPr/>
        </p:nvSpPr>
        <p:spPr>
          <a:xfrm>
            <a:off x="-360" y="37170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828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2" name=""/>
          <p:cNvSpPr/>
          <p:nvPr/>
        </p:nvSpPr>
        <p:spPr>
          <a:xfrm>
            <a:off x="-360" y="37587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7272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3" name=""/>
          <p:cNvSpPr/>
          <p:nvPr/>
        </p:nvSpPr>
        <p:spPr>
          <a:xfrm>
            <a:off x="-360" y="38005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7272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4" name=""/>
          <p:cNvSpPr/>
          <p:nvPr/>
        </p:nvSpPr>
        <p:spPr>
          <a:xfrm>
            <a:off x="-360" y="38422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6262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5" name=""/>
          <p:cNvSpPr/>
          <p:nvPr/>
        </p:nvSpPr>
        <p:spPr>
          <a:xfrm>
            <a:off x="-360" y="38840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6262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6" name=""/>
          <p:cNvSpPr/>
          <p:nvPr/>
        </p:nvSpPr>
        <p:spPr>
          <a:xfrm>
            <a:off x="-360" y="39258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5252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7" name=""/>
          <p:cNvSpPr/>
          <p:nvPr/>
        </p:nvSpPr>
        <p:spPr>
          <a:xfrm>
            <a:off x="-360" y="39675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5252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8" name=""/>
          <p:cNvSpPr/>
          <p:nvPr/>
        </p:nvSpPr>
        <p:spPr>
          <a:xfrm>
            <a:off x="-360" y="40093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4242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9" name=""/>
          <p:cNvSpPr/>
          <p:nvPr/>
        </p:nvSpPr>
        <p:spPr>
          <a:xfrm>
            <a:off x="-360" y="40510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3232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0" name=""/>
          <p:cNvSpPr/>
          <p:nvPr/>
        </p:nvSpPr>
        <p:spPr>
          <a:xfrm>
            <a:off x="-360" y="40928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3232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1" name=""/>
          <p:cNvSpPr/>
          <p:nvPr/>
        </p:nvSpPr>
        <p:spPr>
          <a:xfrm>
            <a:off x="-360" y="41346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2222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2" name=""/>
          <p:cNvSpPr/>
          <p:nvPr/>
        </p:nvSpPr>
        <p:spPr>
          <a:xfrm>
            <a:off x="-360" y="41763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2222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3" name=""/>
          <p:cNvSpPr/>
          <p:nvPr/>
        </p:nvSpPr>
        <p:spPr>
          <a:xfrm>
            <a:off x="-360" y="42181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1212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4" name=""/>
          <p:cNvSpPr/>
          <p:nvPr/>
        </p:nvSpPr>
        <p:spPr>
          <a:xfrm>
            <a:off x="-360" y="42598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1212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5" name=""/>
          <p:cNvSpPr/>
          <p:nvPr/>
        </p:nvSpPr>
        <p:spPr>
          <a:xfrm>
            <a:off x="-360" y="43016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020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6" name=""/>
          <p:cNvSpPr/>
          <p:nvPr/>
        </p:nvSpPr>
        <p:spPr>
          <a:xfrm>
            <a:off x="-360" y="43434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020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7" name=""/>
          <p:cNvSpPr/>
          <p:nvPr/>
        </p:nvSpPr>
        <p:spPr>
          <a:xfrm>
            <a:off x="-360" y="43851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8" name=""/>
          <p:cNvSpPr/>
          <p:nvPr/>
        </p:nvSpPr>
        <p:spPr>
          <a:xfrm>
            <a:off x="-360" y="44269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9" name=""/>
          <p:cNvSpPr/>
          <p:nvPr/>
        </p:nvSpPr>
        <p:spPr>
          <a:xfrm>
            <a:off x="-360" y="44686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1e1e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0" name=""/>
          <p:cNvSpPr/>
          <p:nvPr/>
        </p:nvSpPr>
        <p:spPr>
          <a:xfrm>
            <a:off x="-360" y="45104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1d1d1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1" name=""/>
          <p:cNvSpPr/>
          <p:nvPr/>
        </p:nvSpPr>
        <p:spPr>
          <a:xfrm>
            <a:off x="-360" y="45522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1d1d1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2" name=""/>
          <p:cNvSpPr/>
          <p:nvPr/>
        </p:nvSpPr>
        <p:spPr>
          <a:xfrm>
            <a:off x="-360" y="45939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1c1c1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3" name=""/>
          <p:cNvSpPr/>
          <p:nvPr/>
        </p:nvSpPr>
        <p:spPr>
          <a:xfrm>
            <a:off x="-360" y="46357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1c1c1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4" name=""/>
          <p:cNvSpPr/>
          <p:nvPr/>
        </p:nvSpPr>
        <p:spPr>
          <a:xfrm>
            <a:off x="-360" y="46774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5" name=""/>
          <p:cNvSpPr/>
          <p:nvPr/>
        </p:nvSpPr>
        <p:spPr>
          <a:xfrm>
            <a:off x="-360" y="47192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6" name=""/>
          <p:cNvSpPr/>
          <p:nvPr/>
        </p:nvSpPr>
        <p:spPr>
          <a:xfrm>
            <a:off x="-360" y="4761000"/>
            <a:ext cx="0" cy="83520"/>
          </a:xfrm>
          <a:custGeom>
            <a:avLst/>
            <a:gdLst/>
            <a:ahLst/>
            <a:rect l="0" t="0" r="r" b="b"/>
            <a:pathLst>
              <a:path w="0" h="232">
                <a:moveTo>
                  <a:pt x="0" y="0"/>
                </a:moveTo>
                <a:lnTo>
                  <a:pt x="0" y="232"/>
                </a:lnTo>
                <a:lnTo>
                  <a:pt x="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7" name=""/>
          <p:cNvSpPr/>
          <p:nvPr/>
        </p:nvSpPr>
        <p:spPr>
          <a:xfrm>
            <a:off x="-360" y="48445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1c1c1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8" name=""/>
          <p:cNvSpPr/>
          <p:nvPr/>
        </p:nvSpPr>
        <p:spPr>
          <a:xfrm>
            <a:off x="-360" y="48862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1e1e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9" name=""/>
          <p:cNvSpPr/>
          <p:nvPr/>
        </p:nvSpPr>
        <p:spPr>
          <a:xfrm>
            <a:off x="-360" y="49280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0" name=""/>
          <p:cNvSpPr/>
          <p:nvPr/>
        </p:nvSpPr>
        <p:spPr>
          <a:xfrm>
            <a:off x="-360" y="49698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020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1" name=""/>
          <p:cNvSpPr/>
          <p:nvPr/>
        </p:nvSpPr>
        <p:spPr>
          <a:xfrm>
            <a:off x="-360" y="50115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2222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2" name=""/>
          <p:cNvSpPr/>
          <p:nvPr/>
        </p:nvSpPr>
        <p:spPr>
          <a:xfrm>
            <a:off x="-360" y="50533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3232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3" name=""/>
          <p:cNvSpPr/>
          <p:nvPr/>
        </p:nvSpPr>
        <p:spPr>
          <a:xfrm>
            <a:off x="-360" y="50950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5252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4" name=""/>
          <p:cNvSpPr/>
          <p:nvPr/>
        </p:nvSpPr>
        <p:spPr>
          <a:xfrm>
            <a:off x="-360" y="51368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6262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5" name=""/>
          <p:cNvSpPr/>
          <p:nvPr/>
        </p:nvSpPr>
        <p:spPr>
          <a:xfrm>
            <a:off x="-360" y="51786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7272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6" name=""/>
          <p:cNvSpPr/>
          <p:nvPr/>
        </p:nvSpPr>
        <p:spPr>
          <a:xfrm>
            <a:off x="-360" y="52203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9292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7" name=""/>
          <p:cNvSpPr/>
          <p:nvPr/>
        </p:nvSpPr>
        <p:spPr>
          <a:xfrm>
            <a:off x="-360" y="52621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a2a2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8" name=""/>
          <p:cNvSpPr/>
          <p:nvPr/>
        </p:nvSpPr>
        <p:spPr>
          <a:xfrm>
            <a:off x="-360" y="53038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b2b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9" name=""/>
          <p:cNvSpPr/>
          <p:nvPr/>
        </p:nvSpPr>
        <p:spPr>
          <a:xfrm>
            <a:off x="-360" y="53456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d2d2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0" name=""/>
          <p:cNvSpPr/>
          <p:nvPr/>
        </p:nvSpPr>
        <p:spPr>
          <a:xfrm>
            <a:off x="-360" y="53874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e2e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1" name=""/>
          <p:cNvSpPr/>
          <p:nvPr/>
        </p:nvSpPr>
        <p:spPr>
          <a:xfrm>
            <a:off x="-360" y="54291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2f2f2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2" name=""/>
          <p:cNvSpPr/>
          <p:nvPr/>
        </p:nvSpPr>
        <p:spPr>
          <a:xfrm>
            <a:off x="-360" y="5470920"/>
            <a:ext cx="0" cy="42120"/>
          </a:xfrm>
          <a:custGeom>
            <a:avLst/>
            <a:gdLst/>
            <a:ahLst/>
            <a:rect l="0" t="0" r="r" b="b"/>
            <a:pathLst>
              <a:path w="0" h="117">
                <a:moveTo>
                  <a:pt x="0" y="0"/>
                </a:moveTo>
                <a:lnTo>
                  <a:pt x="0" y="117"/>
                </a:lnTo>
                <a:lnTo>
                  <a:pt x="0" y="0"/>
                </a:lnTo>
                <a:close/>
              </a:path>
            </a:pathLst>
          </a:custGeom>
          <a:solidFill>
            <a:srgbClr val="31313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3" name=""/>
          <p:cNvSpPr/>
          <p:nvPr/>
        </p:nvSpPr>
        <p:spPr>
          <a:xfrm>
            <a:off x="-360" y="55130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2323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4" name=""/>
          <p:cNvSpPr/>
          <p:nvPr/>
        </p:nvSpPr>
        <p:spPr>
          <a:xfrm>
            <a:off x="-360" y="55548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5" name=""/>
          <p:cNvSpPr/>
          <p:nvPr/>
        </p:nvSpPr>
        <p:spPr>
          <a:xfrm>
            <a:off x="-360" y="55965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5353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6" name=""/>
          <p:cNvSpPr/>
          <p:nvPr/>
        </p:nvSpPr>
        <p:spPr>
          <a:xfrm>
            <a:off x="-360" y="56383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6363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7" name=""/>
          <p:cNvSpPr/>
          <p:nvPr/>
        </p:nvSpPr>
        <p:spPr>
          <a:xfrm>
            <a:off x="-360" y="56800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737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8" name=""/>
          <p:cNvSpPr/>
          <p:nvPr/>
        </p:nvSpPr>
        <p:spPr>
          <a:xfrm>
            <a:off x="-360" y="57218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9393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9" name=""/>
          <p:cNvSpPr/>
          <p:nvPr/>
        </p:nvSpPr>
        <p:spPr>
          <a:xfrm>
            <a:off x="-360" y="57636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a3a3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0" name=""/>
          <p:cNvSpPr/>
          <p:nvPr/>
        </p:nvSpPr>
        <p:spPr>
          <a:xfrm>
            <a:off x="-360" y="58053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c3c3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1" name=""/>
          <p:cNvSpPr/>
          <p:nvPr/>
        </p:nvSpPr>
        <p:spPr>
          <a:xfrm>
            <a:off x="-360" y="58471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d3d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2" name=""/>
          <p:cNvSpPr/>
          <p:nvPr/>
        </p:nvSpPr>
        <p:spPr>
          <a:xfrm>
            <a:off x="-360" y="58888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3e3e3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3" name=""/>
          <p:cNvSpPr/>
          <p:nvPr/>
        </p:nvSpPr>
        <p:spPr>
          <a:xfrm>
            <a:off x="-360" y="59306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0404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4" name=""/>
          <p:cNvSpPr/>
          <p:nvPr/>
        </p:nvSpPr>
        <p:spPr>
          <a:xfrm>
            <a:off x="-360" y="59724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1414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5" name=""/>
          <p:cNvSpPr/>
          <p:nvPr/>
        </p:nvSpPr>
        <p:spPr>
          <a:xfrm>
            <a:off x="-360" y="60141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2424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6" name=""/>
          <p:cNvSpPr/>
          <p:nvPr/>
        </p:nvSpPr>
        <p:spPr>
          <a:xfrm>
            <a:off x="-360" y="60559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444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7" name=""/>
          <p:cNvSpPr/>
          <p:nvPr/>
        </p:nvSpPr>
        <p:spPr>
          <a:xfrm>
            <a:off x="-360" y="60976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5454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8" name=""/>
          <p:cNvSpPr/>
          <p:nvPr/>
        </p:nvSpPr>
        <p:spPr>
          <a:xfrm>
            <a:off x="-360" y="61394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6464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9" name=""/>
          <p:cNvSpPr/>
          <p:nvPr/>
        </p:nvSpPr>
        <p:spPr>
          <a:xfrm>
            <a:off x="-360" y="61812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8484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0" name=""/>
          <p:cNvSpPr/>
          <p:nvPr/>
        </p:nvSpPr>
        <p:spPr>
          <a:xfrm>
            <a:off x="-360" y="62229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9494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1" name=""/>
          <p:cNvSpPr/>
          <p:nvPr/>
        </p:nvSpPr>
        <p:spPr>
          <a:xfrm>
            <a:off x="-360" y="62647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a4a4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2" name=""/>
          <p:cNvSpPr/>
          <p:nvPr/>
        </p:nvSpPr>
        <p:spPr>
          <a:xfrm>
            <a:off x="-360" y="63064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c4c4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3" name=""/>
          <p:cNvSpPr/>
          <p:nvPr/>
        </p:nvSpPr>
        <p:spPr>
          <a:xfrm>
            <a:off x="-360" y="63482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4" name=""/>
          <p:cNvSpPr/>
          <p:nvPr/>
        </p:nvSpPr>
        <p:spPr>
          <a:xfrm>
            <a:off x="-360" y="63900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4f4f4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5" name=""/>
          <p:cNvSpPr/>
          <p:nvPr/>
        </p:nvSpPr>
        <p:spPr>
          <a:xfrm>
            <a:off x="-360" y="64317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0505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6" name=""/>
          <p:cNvSpPr/>
          <p:nvPr/>
        </p:nvSpPr>
        <p:spPr>
          <a:xfrm>
            <a:off x="-360" y="64735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1515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7" name=""/>
          <p:cNvSpPr/>
          <p:nvPr/>
        </p:nvSpPr>
        <p:spPr>
          <a:xfrm>
            <a:off x="-360" y="65152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3535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8" name=""/>
          <p:cNvSpPr/>
          <p:nvPr/>
        </p:nvSpPr>
        <p:spPr>
          <a:xfrm>
            <a:off x="-360" y="65570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4545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9" name=""/>
          <p:cNvSpPr/>
          <p:nvPr/>
        </p:nvSpPr>
        <p:spPr>
          <a:xfrm>
            <a:off x="-360" y="65988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5555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0" name=""/>
          <p:cNvSpPr/>
          <p:nvPr/>
        </p:nvSpPr>
        <p:spPr>
          <a:xfrm>
            <a:off x="-360" y="66405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7575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1" name=""/>
          <p:cNvSpPr/>
          <p:nvPr/>
        </p:nvSpPr>
        <p:spPr>
          <a:xfrm>
            <a:off x="-360" y="66823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8585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2" name=""/>
          <p:cNvSpPr/>
          <p:nvPr/>
        </p:nvSpPr>
        <p:spPr>
          <a:xfrm>
            <a:off x="-360" y="67240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9595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3" name=""/>
          <p:cNvSpPr/>
          <p:nvPr/>
        </p:nvSpPr>
        <p:spPr>
          <a:xfrm>
            <a:off x="-360" y="67658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b5b5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4" name=""/>
          <p:cNvSpPr/>
          <p:nvPr/>
        </p:nvSpPr>
        <p:spPr>
          <a:xfrm>
            <a:off x="-360" y="68076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c5c5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5" name=""/>
          <p:cNvSpPr/>
          <p:nvPr/>
        </p:nvSpPr>
        <p:spPr>
          <a:xfrm>
            <a:off x="-360" y="68493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d5d5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6" name=""/>
          <p:cNvSpPr/>
          <p:nvPr/>
        </p:nvSpPr>
        <p:spPr>
          <a:xfrm>
            <a:off x="-360" y="68911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5f5f5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7" name=""/>
          <p:cNvSpPr/>
          <p:nvPr/>
        </p:nvSpPr>
        <p:spPr>
          <a:xfrm>
            <a:off x="-360" y="69328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606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8" name=""/>
          <p:cNvSpPr/>
          <p:nvPr/>
        </p:nvSpPr>
        <p:spPr>
          <a:xfrm>
            <a:off x="-360" y="69746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62626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9" name=""/>
          <p:cNvSpPr/>
          <p:nvPr/>
        </p:nvSpPr>
        <p:spPr>
          <a:xfrm>
            <a:off x="-360" y="70164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6363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0" name=""/>
          <p:cNvSpPr/>
          <p:nvPr/>
        </p:nvSpPr>
        <p:spPr>
          <a:xfrm>
            <a:off x="-360" y="70581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6464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1" name=""/>
          <p:cNvSpPr/>
          <p:nvPr/>
        </p:nvSpPr>
        <p:spPr>
          <a:xfrm>
            <a:off x="-360" y="70999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6666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2" name=""/>
          <p:cNvSpPr/>
          <p:nvPr/>
        </p:nvSpPr>
        <p:spPr>
          <a:xfrm>
            <a:off x="-360" y="71416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67676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3" name=""/>
          <p:cNvSpPr/>
          <p:nvPr/>
        </p:nvSpPr>
        <p:spPr>
          <a:xfrm>
            <a:off x="-360" y="71834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68686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4" name=""/>
          <p:cNvSpPr/>
          <p:nvPr/>
        </p:nvSpPr>
        <p:spPr>
          <a:xfrm>
            <a:off x="-360" y="72252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6a6a6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5" name=""/>
          <p:cNvSpPr/>
          <p:nvPr/>
        </p:nvSpPr>
        <p:spPr>
          <a:xfrm>
            <a:off x="-360" y="72669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6b6b6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6" name=""/>
          <p:cNvSpPr/>
          <p:nvPr/>
        </p:nvSpPr>
        <p:spPr>
          <a:xfrm>
            <a:off x="-360" y="73087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6c6c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7" name=""/>
          <p:cNvSpPr/>
          <p:nvPr/>
        </p:nvSpPr>
        <p:spPr>
          <a:xfrm>
            <a:off x="-360" y="73504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6e6e6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8" name=""/>
          <p:cNvSpPr/>
          <p:nvPr/>
        </p:nvSpPr>
        <p:spPr>
          <a:xfrm>
            <a:off x="-360" y="73922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6f6f6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9" name=""/>
          <p:cNvSpPr/>
          <p:nvPr/>
        </p:nvSpPr>
        <p:spPr>
          <a:xfrm>
            <a:off x="-360" y="74340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7070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0" name=""/>
          <p:cNvSpPr/>
          <p:nvPr/>
        </p:nvSpPr>
        <p:spPr>
          <a:xfrm>
            <a:off x="-360" y="74757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72727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1" name=""/>
          <p:cNvSpPr/>
          <p:nvPr/>
        </p:nvSpPr>
        <p:spPr>
          <a:xfrm>
            <a:off x="-360" y="75175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73737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2" name=""/>
          <p:cNvSpPr/>
          <p:nvPr/>
        </p:nvSpPr>
        <p:spPr>
          <a:xfrm>
            <a:off x="-360" y="75592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75757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3" name=""/>
          <p:cNvSpPr/>
          <p:nvPr/>
        </p:nvSpPr>
        <p:spPr>
          <a:xfrm>
            <a:off x="-360" y="76010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76767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4" name=""/>
          <p:cNvSpPr/>
          <p:nvPr/>
        </p:nvSpPr>
        <p:spPr>
          <a:xfrm>
            <a:off x="-360" y="76428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77777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5" name=""/>
          <p:cNvSpPr/>
          <p:nvPr/>
        </p:nvSpPr>
        <p:spPr>
          <a:xfrm>
            <a:off x="-360" y="76845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7979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6" name=""/>
          <p:cNvSpPr/>
          <p:nvPr/>
        </p:nvSpPr>
        <p:spPr>
          <a:xfrm>
            <a:off x="-360" y="77263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7a7a7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7" name=""/>
          <p:cNvSpPr/>
          <p:nvPr/>
        </p:nvSpPr>
        <p:spPr>
          <a:xfrm>
            <a:off x="-360" y="77680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7b7b7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8" name=""/>
          <p:cNvSpPr/>
          <p:nvPr/>
        </p:nvSpPr>
        <p:spPr>
          <a:xfrm>
            <a:off x="-360" y="78098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7d7d7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9" name=""/>
          <p:cNvSpPr/>
          <p:nvPr/>
        </p:nvSpPr>
        <p:spPr>
          <a:xfrm>
            <a:off x="-360" y="78516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7e7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0" name=""/>
          <p:cNvSpPr/>
          <p:nvPr/>
        </p:nvSpPr>
        <p:spPr>
          <a:xfrm>
            <a:off x="-360" y="78933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7f7f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1" name=""/>
          <p:cNvSpPr/>
          <p:nvPr/>
        </p:nvSpPr>
        <p:spPr>
          <a:xfrm>
            <a:off x="-360" y="79351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8181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2" name=""/>
          <p:cNvSpPr/>
          <p:nvPr/>
        </p:nvSpPr>
        <p:spPr>
          <a:xfrm>
            <a:off x="-360" y="79768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82828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3" name=""/>
          <p:cNvSpPr/>
          <p:nvPr/>
        </p:nvSpPr>
        <p:spPr>
          <a:xfrm>
            <a:off x="-360" y="80186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83838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4" name=""/>
          <p:cNvSpPr/>
          <p:nvPr/>
        </p:nvSpPr>
        <p:spPr>
          <a:xfrm>
            <a:off x="-360" y="80604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85858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5" name=""/>
          <p:cNvSpPr/>
          <p:nvPr/>
        </p:nvSpPr>
        <p:spPr>
          <a:xfrm>
            <a:off x="-360" y="81021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86868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6" name=""/>
          <p:cNvSpPr/>
          <p:nvPr/>
        </p:nvSpPr>
        <p:spPr>
          <a:xfrm>
            <a:off x="-360" y="81439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8787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7" name=""/>
          <p:cNvSpPr/>
          <p:nvPr/>
        </p:nvSpPr>
        <p:spPr>
          <a:xfrm>
            <a:off x="-360" y="81856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89898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8" name=""/>
          <p:cNvSpPr/>
          <p:nvPr/>
        </p:nvSpPr>
        <p:spPr>
          <a:xfrm>
            <a:off x="-360" y="8227440"/>
            <a:ext cx="0" cy="42120"/>
          </a:xfrm>
          <a:custGeom>
            <a:avLst/>
            <a:gdLst/>
            <a:ahLst/>
            <a:rect l="0" t="0" r="r" b="b"/>
            <a:pathLst>
              <a:path w="0" h="117">
                <a:moveTo>
                  <a:pt x="0" y="0"/>
                </a:moveTo>
                <a:lnTo>
                  <a:pt x="0" y="117"/>
                </a:lnTo>
                <a:lnTo>
                  <a:pt x="0" y="0"/>
                </a:lnTo>
                <a:close/>
              </a:path>
            </a:pathLst>
          </a:custGeom>
          <a:solidFill>
            <a:srgbClr val="8a8a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9" name=""/>
          <p:cNvSpPr/>
          <p:nvPr/>
        </p:nvSpPr>
        <p:spPr>
          <a:xfrm>
            <a:off x="-360" y="82695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8c8c8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0" name=""/>
          <p:cNvSpPr/>
          <p:nvPr/>
        </p:nvSpPr>
        <p:spPr>
          <a:xfrm>
            <a:off x="-360" y="83113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8d8d8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1" name=""/>
          <p:cNvSpPr/>
          <p:nvPr/>
        </p:nvSpPr>
        <p:spPr>
          <a:xfrm>
            <a:off x="-360" y="83530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8e8e8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2" name=""/>
          <p:cNvSpPr/>
          <p:nvPr/>
        </p:nvSpPr>
        <p:spPr>
          <a:xfrm>
            <a:off x="-360" y="83948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90909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3" name=""/>
          <p:cNvSpPr/>
          <p:nvPr/>
        </p:nvSpPr>
        <p:spPr>
          <a:xfrm>
            <a:off x="-360" y="84366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91919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4" name=""/>
          <p:cNvSpPr/>
          <p:nvPr/>
        </p:nvSpPr>
        <p:spPr>
          <a:xfrm>
            <a:off x="-360" y="84783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92929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5" name=""/>
          <p:cNvSpPr/>
          <p:nvPr/>
        </p:nvSpPr>
        <p:spPr>
          <a:xfrm>
            <a:off x="-360" y="85201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94949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6" name=""/>
          <p:cNvSpPr/>
          <p:nvPr/>
        </p:nvSpPr>
        <p:spPr>
          <a:xfrm>
            <a:off x="-360" y="85618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95959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7" name=""/>
          <p:cNvSpPr/>
          <p:nvPr/>
        </p:nvSpPr>
        <p:spPr>
          <a:xfrm>
            <a:off x="-360" y="86036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96969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8" name=""/>
          <p:cNvSpPr/>
          <p:nvPr/>
        </p:nvSpPr>
        <p:spPr>
          <a:xfrm>
            <a:off x="-360" y="86454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98989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9" name=""/>
          <p:cNvSpPr/>
          <p:nvPr/>
        </p:nvSpPr>
        <p:spPr>
          <a:xfrm>
            <a:off x="-360" y="86871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99999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0" name=""/>
          <p:cNvSpPr/>
          <p:nvPr/>
        </p:nvSpPr>
        <p:spPr>
          <a:xfrm>
            <a:off x="-360" y="87289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1" name=""/>
          <p:cNvSpPr/>
          <p:nvPr/>
        </p:nvSpPr>
        <p:spPr>
          <a:xfrm>
            <a:off x="-360" y="87706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9c9c9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2" name=""/>
          <p:cNvSpPr/>
          <p:nvPr/>
        </p:nvSpPr>
        <p:spPr>
          <a:xfrm>
            <a:off x="-360" y="88124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9d9d9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3" name=""/>
          <p:cNvSpPr/>
          <p:nvPr/>
        </p:nvSpPr>
        <p:spPr>
          <a:xfrm>
            <a:off x="-360" y="88542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9f9f9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4" name=""/>
          <p:cNvSpPr/>
          <p:nvPr/>
        </p:nvSpPr>
        <p:spPr>
          <a:xfrm>
            <a:off x="-360" y="88959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a0a0a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5" name=""/>
          <p:cNvSpPr/>
          <p:nvPr/>
        </p:nvSpPr>
        <p:spPr>
          <a:xfrm>
            <a:off x="-360" y="89377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a1a1a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6" name=""/>
          <p:cNvSpPr/>
          <p:nvPr/>
        </p:nvSpPr>
        <p:spPr>
          <a:xfrm>
            <a:off x="-360" y="89794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a3a3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7" name=""/>
          <p:cNvSpPr/>
          <p:nvPr/>
        </p:nvSpPr>
        <p:spPr>
          <a:xfrm>
            <a:off x="-360" y="90212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a4a4a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8" name=""/>
          <p:cNvSpPr/>
          <p:nvPr/>
        </p:nvSpPr>
        <p:spPr>
          <a:xfrm>
            <a:off x="-360" y="90630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a5a5a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9" name=""/>
          <p:cNvSpPr/>
          <p:nvPr/>
        </p:nvSpPr>
        <p:spPr>
          <a:xfrm>
            <a:off x="-360" y="91047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a7a7a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0" name=""/>
          <p:cNvSpPr/>
          <p:nvPr/>
        </p:nvSpPr>
        <p:spPr>
          <a:xfrm>
            <a:off x="-360" y="91465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a8a8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1" name=""/>
          <p:cNvSpPr/>
          <p:nvPr/>
        </p:nvSpPr>
        <p:spPr>
          <a:xfrm>
            <a:off x="-360" y="91882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a9a9a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2" name=""/>
          <p:cNvSpPr/>
          <p:nvPr/>
        </p:nvSpPr>
        <p:spPr>
          <a:xfrm>
            <a:off x="-360" y="92300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ababa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3" name=""/>
          <p:cNvSpPr/>
          <p:nvPr/>
        </p:nvSpPr>
        <p:spPr>
          <a:xfrm>
            <a:off x="-360" y="92718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acaca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4" name=""/>
          <p:cNvSpPr/>
          <p:nvPr/>
        </p:nvSpPr>
        <p:spPr>
          <a:xfrm>
            <a:off x="-360" y="93135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adada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5" name=""/>
          <p:cNvSpPr/>
          <p:nvPr/>
        </p:nvSpPr>
        <p:spPr>
          <a:xfrm>
            <a:off x="-360" y="93553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afafa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6" name=""/>
          <p:cNvSpPr/>
          <p:nvPr/>
        </p:nvSpPr>
        <p:spPr>
          <a:xfrm>
            <a:off x="-360" y="93970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b0b0b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7" name=""/>
          <p:cNvSpPr/>
          <p:nvPr/>
        </p:nvSpPr>
        <p:spPr>
          <a:xfrm>
            <a:off x="-360" y="94388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b2b2b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8" name=""/>
          <p:cNvSpPr/>
          <p:nvPr/>
        </p:nvSpPr>
        <p:spPr>
          <a:xfrm>
            <a:off x="-360" y="94806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b3b3b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9" name=""/>
          <p:cNvSpPr/>
          <p:nvPr/>
        </p:nvSpPr>
        <p:spPr>
          <a:xfrm>
            <a:off x="-360" y="95223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b4b4b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0" name=""/>
          <p:cNvSpPr/>
          <p:nvPr/>
        </p:nvSpPr>
        <p:spPr>
          <a:xfrm>
            <a:off x="-360" y="95641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b6b6b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1" name=""/>
          <p:cNvSpPr/>
          <p:nvPr/>
        </p:nvSpPr>
        <p:spPr>
          <a:xfrm>
            <a:off x="-360" y="96058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b7b7b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2" name=""/>
          <p:cNvSpPr/>
          <p:nvPr/>
        </p:nvSpPr>
        <p:spPr>
          <a:xfrm>
            <a:off x="-360" y="96476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b8b8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3" name=""/>
          <p:cNvSpPr/>
          <p:nvPr/>
        </p:nvSpPr>
        <p:spPr>
          <a:xfrm>
            <a:off x="-360" y="96894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baba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4" name=""/>
          <p:cNvSpPr/>
          <p:nvPr/>
        </p:nvSpPr>
        <p:spPr>
          <a:xfrm>
            <a:off x="-360" y="97311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bbbb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5" name=""/>
          <p:cNvSpPr/>
          <p:nvPr/>
        </p:nvSpPr>
        <p:spPr>
          <a:xfrm>
            <a:off x="-360" y="97729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bcbc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6" name=""/>
          <p:cNvSpPr/>
          <p:nvPr/>
        </p:nvSpPr>
        <p:spPr>
          <a:xfrm>
            <a:off x="-360" y="98146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bebe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7" name=""/>
          <p:cNvSpPr/>
          <p:nvPr/>
        </p:nvSpPr>
        <p:spPr>
          <a:xfrm>
            <a:off x="-360" y="98564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bfbf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8" name=""/>
          <p:cNvSpPr/>
          <p:nvPr/>
        </p:nvSpPr>
        <p:spPr>
          <a:xfrm>
            <a:off x="-360" y="98982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c0c0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9" name=""/>
          <p:cNvSpPr/>
          <p:nvPr/>
        </p:nvSpPr>
        <p:spPr>
          <a:xfrm>
            <a:off x="-360" y="99399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c2c2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0" name=""/>
          <p:cNvSpPr/>
          <p:nvPr/>
        </p:nvSpPr>
        <p:spPr>
          <a:xfrm>
            <a:off x="-360" y="99817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c3c3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1" name=""/>
          <p:cNvSpPr/>
          <p:nvPr/>
        </p:nvSpPr>
        <p:spPr>
          <a:xfrm>
            <a:off x="-360" y="100234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c5c5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2" name=""/>
          <p:cNvSpPr/>
          <p:nvPr/>
        </p:nvSpPr>
        <p:spPr>
          <a:xfrm>
            <a:off x="-360" y="100652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c6c6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3" name=""/>
          <p:cNvSpPr/>
          <p:nvPr/>
        </p:nvSpPr>
        <p:spPr>
          <a:xfrm>
            <a:off x="-360" y="101070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c7c7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4" name=""/>
          <p:cNvSpPr/>
          <p:nvPr/>
        </p:nvSpPr>
        <p:spPr>
          <a:xfrm>
            <a:off x="-360" y="101487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5" name=""/>
          <p:cNvSpPr/>
          <p:nvPr/>
        </p:nvSpPr>
        <p:spPr>
          <a:xfrm>
            <a:off x="-360" y="101905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caca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6" name=""/>
          <p:cNvSpPr/>
          <p:nvPr/>
        </p:nvSpPr>
        <p:spPr>
          <a:xfrm>
            <a:off x="-360" y="102322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cbcb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7" name=""/>
          <p:cNvSpPr/>
          <p:nvPr/>
        </p:nvSpPr>
        <p:spPr>
          <a:xfrm>
            <a:off x="-360" y="102740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cdcd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8" name=""/>
          <p:cNvSpPr/>
          <p:nvPr/>
        </p:nvSpPr>
        <p:spPr>
          <a:xfrm>
            <a:off x="-360" y="103158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cece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9" name=""/>
          <p:cNvSpPr/>
          <p:nvPr/>
        </p:nvSpPr>
        <p:spPr>
          <a:xfrm>
            <a:off x="-360" y="103575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cfcf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0" name=""/>
          <p:cNvSpPr/>
          <p:nvPr/>
        </p:nvSpPr>
        <p:spPr>
          <a:xfrm>
            <a:off x="-360" y="103993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d1d1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1" name=""/>
          <p:cNvSpPr/>
          <p:nvPr/>
        </p:nvSpPr>
        <p:spPr>
          <a:xfrm>
            <a:off x="-360" y="104410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d2d2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2" name=""/>
          <p:cNvSpPr/>
          <p:nvPr/>
        </p:nvSpPr>
        <p:spPr>
          <a:xfrm>
            <a:off x="-360" y="1048284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3" name=""/>
          <p:cNvSpPr/>
          <p:nvPr/>
        </p:nvSpPr>
        <p:spPr>
          <a:xfrm>
            <a:off x="-360" y="1052460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d5d5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4" name=""/>
          <p:cNvSpPr/>
          <p:nvPr/>
        </p:nvSpPr>
        <p:spPr>
          <a:xfrm>
            <a:off x="-360" y="1056636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d6d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5" name=""/>
          <p:cNvSpPr/>
          <p:nvPr/>
        </p:nvSpPr>
        <p:spPr>
          <a:xfrm>
            <a:off x="-360" y="1060812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d7d7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6" name=""/>
          <p:cNvSpPr/>
          <p:nvPr/>
        </p:nvSpPr>
        <p:spPr>
          <a:xfrm>
            <a:off x="-360" y="10649880"/>
            <a:ext cx="0" cy="41760"/>
          </a:xfrm>
          <a:custGeom>
            <a:avLst/>
            <a:gdLst/>
            <a:ahLst/>
            <a:rect l="0" t="0" r="r" b="b"/>
            <a:pathLst>
              <a:path w="0" h="116">
                <a:moveTo>
                  <a:pt x="0" y="0"/>
                </a:moveTo>
                <a:lnTo>
                  <a:pt x="0" y="116"/>
                </a:lnTo>
                <a:lnTo>
                  <a:pt x="0" y="0"/>
                </a:lnTo>
                <a:close/>
              </a:path>
            </a:pathLst>
          </a:custGeom>
          <a:solidFill>
            <a:srgbClr val="d9d9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7" name=""/>
          <p:cNvSpPr/>
          <p:nvPr/>
        </p:nvSpPr>
        <p:spPr>
          <a:xfrm>
            <a:off x="-3778560" y="-1080"/>
            <a:ext cx="3778560" cy="5347080"/>
          </a:xfrm>
          <a:custGeom>
            <a:avLst/>
            <a:gdLst/>
            <a:ahLst/>
            <a:rect l="0" t="0" r="r" b="b"/>
            <a:pathLst>
              <a:path w="10496" h="14853">
                <a:moveTo>
                  <a:pt x="10496" y="0"/>
                </a:moveTo>
                <a:lnTo>
                  <a:pt x="10496" y="14853"/>
                </a:lnTo>
                <a:lnTo>
                  <a:pt x="0" y="14853"/>
                </a:lnTo>
                <a:lnTo>
                  <a:pt x="0" y="0"/>
                </a:lnTo>
                <a:lnTo>
                  <a:pt x="10496" y="0"/>
                </a:lnTo>
                <a:close/>
              </a:path>
            </a:pathLst>
          </a:custGeom>
          <a:solidFill>
            <a:srgbClr val="0504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68" name=""/>
          <p:cNvSpPr/>
          <p:nvPr/>
        </p:nvSpPr>
        <p:spPr>
          <a:xfrm>
            <a:off x="-7556760" y="-1080"/>
            <a:ext cx="3778560" cy="5347080"/>
          </a:xfrm>
          <a:custGeom>
            <a:avLst/>
            <a:gdLst/>
            <a:ahLst/>
            <a:rect l="0" t="0" r="r" b="b"/>
            <a:pathLst>
              <a:path w="10496" h="14853">
                <a:moveTo>
                  <a:pt x="10496" y="0"/>
                </a:moveTo>
                <a:lnTo>
                  <a:pt x="10496" y="14853"/>
                </a:lnTo>
                <a:lnTo>
                  <a:pt x="0" y="14853"/>
                </a:lnTo>
                <a:lnTo>
                  <a:pt x="0" y="0"/>
                </a:lnTo>
                <a:lnTo>
                  <a:pt x="10496" y="0"/>
                </a:lnTo>
                <a:close/>
              </a:path>
            </a:pathLst>
          </a:custGeom>
          <a:solidFill>
            <a:srgbClr val="0504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69" name=""/>
          <p:cNvSpPr/>
          <p:nvPr/>
        </p:nvSpPr>
        <p:spPr>
          <a:xfrm>
            <a:off x="-3778560" y="5345640"/>
            <a:ext cx="3778560" cy="5347080"/>
          </a:xfrm>
          <a:custGeom>
            <a:avLst/>
            <a:gdLst/>
            <a:ahLst/>
            <a:rect l="0" t="0" r="r" b="b"/>
            <a:pathLst>
              <a:path w="10496" h="14853">
                <a:moveTo>
                  <a:pt x="10496" y="0"/>
                </a:moveTo>
                <a:lnTo>
                  <a:pt x="10496" y="14853"/>
                </a:lnTo>
                <a:lnTo>
                  <a:pt x="0" y="14853"/>
                </a:lnTo>
                <a:lnTo>
                  <a:pt x="0" y="0"/>
                </a:lnTo>
                <a:lnTo>
                  <a:pt x="10496" y="0"/>
                </a:lnTo>
                <a:close/>
              </a:path>
            </a:pathLst>
          </a:custGeom>
          <a:solidFill>
            <a:srgbClr val="0504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0" name=""/>
          <p:cNvSpPr/>
          <p:nvPr/>
        </p:nvSpPr>
        <p:spPr>
          <a:xfrm>
            <a:off x="-7556760" y="5345640"/>
            <a:ext cx="3778560" cy="5347080"/>
          </a:xfrm>
          <a:custGeom>
            <a:avLst/>
            <a:gdLst/>
            <a:ahLst/>
            <a:rect l="0" t="0" r="r" b="b"/>
            <a:pathLst>
              <a:path w="10496" h="14853">
                <a:moveTo>
                  <a:pt x="10496" y="0"/>
                </a:moveTo>
                <a:lnTo>
                  <a:pt x="10496" y="14853"/>
                </a:lnTo>
                <a:lnTo>
                  <a:pt x="0" y="14853"/>
                </a:lnTo>
                <a:lnTo>
                  <a:pt x="0" y="0"/>
                </a:lnTo>
                <a:lnTo>
                  <a:pt x="10496" y="0"/>
                </a:lnTo>
                <a:close/>
              </a:path>
            </a:pathLst>
          </a:custGeom>
          <a:solidFill>
            <a:srgbClr val="0504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1" name=""/>
          <p:cNvSpPr/>
          <p:nvPr/>
        </p:nvSpPr>
        <p:spPr>
          <a:xfrm>
            <a:off x="0" y="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8585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2" name=""/>
          <p:cNvSpPr/>
          <p:nvPr/>
        </p:nvSpPr>
        <p:spPr>
          <a:xfrm>
            <a:off x="0" y="417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8585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3" name=""/>
          <p:cNvSpPr/>
          <p:nvPr/>
        </p:nvSpPr>
        <p:spPr>
          <a:xfrm>
            <a:off x="0" y="835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7575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4" name=""/>
          <p:cNvSpPr/>
          <p:nvPr/>
        </p:nvSpPr>
        <p:spPr>
          <a:xfrm>
            <a:off x="0" y="1252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7575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5" name=""/>
          <p:cNvSpPr/>
          <p:nvPr/>
        </p:nvSpPr>
        <p:spPr>
          <a:xfrm>
            <a:off x="0" y="1670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6565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6" name=""/>
          <p:cNvSpPr/>
          <p:nvPr/>
        </p:nvSpPr>
        <p:spPr>
          <a:xfrm>
            <a:off x="0" y="2088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6565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7" name=""/>
          <p:cNvSpPr/>
          <p:nvPr/>
        </p:nvSpPr>
        <p:spPr>
          <a:xfrm>
            <a:off x="0" y="2505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5555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8" name=""/>
          <p:cNvSpPr/>
          <p:nvPr/>
        </p:nvSpPr>
        <p:spPr>
          <a:xfrm>
            <a:off x="0" y="2923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5555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9" name=""/>
          <p:cNvSpPr/>
          <p:nvPr/>
        </p:nvSpPr>
        <p:spPr>
          <a:xfrm>
            <a:off x="0" y="3340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4545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0" name=""/>
          <p:cNvSpPr/>
          <p:nvPr/>
        </p:nvSpPr>
        <p:spPr>
          <a:xfrm>
            <a:off x="0" y="3758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4545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1" name=""/>
          <p:cNvSpPr/>
          <p:nvPr/>
        </p:nvSpPr>
        <p:spPr>
          <a:xfrm>
            <a:off x="0" y="4176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3535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2" name=""/>
          <p:cNvSpPr/>
          <p:nvPr/>
        </p:nvSpPr>
        <p:spPr>
          <a:xfrm>
            <a:off x="0" y="4593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2525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3" name=""/>
          <p:cNvSpPr/>
          <p:nvPr/>
        </p:nvSpPr>
        <p:spPr>
          <a:xfrm>
            <a:off x="0" y="5011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2525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4" name=""/>
          <p:cNvSpPr/>
          <p:nvPr/>
        </p:nvSpPr>
        <p:spPr>
          <a:xfrm>
            <a:off x="0" y="5428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1515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5" name=""/>
          <p:cNvSpPr/>
          <p:nvPr/>
        </p:nvSpPr>
        <p:spPr>
          <a:xfrm>
            <a:off x="0" y="5846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1515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6" name=""/>
          <p:cNvSpPr/>
          <p:nvPr/>
        </p:nvSpPr>
        <p:spPr>
          <a:xfrm>
            <a:off x="0" y="6264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0505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7" name=""/>
          <p:cNvSpPr/>
          <p:nvPr/>
        </p:nvSpPr>
        <p:spPr>
          <a:xfrm>
            <a:off x="0" y="6681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0505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8" name=""/>
          <p:cNvSpPr/>
          <p:nvPr/>
        </p:nvSpPr>
        <p:spPr>
          <a:xfrm>
            <a:off x="0" y="7099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f4f4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9" name=""/>
          <p:cNvSpPr/>
          <p:nvPr/>
        </p:nvSpPr>
        <p:spPr>
          <a:xfrm>
            <a:off x="0" y="7516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f4f4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0" name=""/>
          <p:cNvSpPr/>
          <p:nvPr/>
        </p:nvSpPr>
        <p:spPr>
          <a:xfrm>
            <a:off x="0" y="7934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e4e4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1" name=""/>
          <p:cNvSpPr/>
          <p:nvPr/>
        </p:nvSpPr>
        <p:spPr>
          <a:xfrm>
            <a:off x="0" y="8352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e4e4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2" name=""/>
          <p:cNvSpPr/>
          <p:nvPr/>
        </p:nvSpPr>
        <p:spPr>
          <a:xfrm>
            <a:off x="0" y="8769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d4d4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3" name=""/>
          <p:cNvSpPr/>
          <p:nvPr/>
        </p:nvSpPr>
        <p:spPr>
          <a:xfrm>
            <a:off x="0" y="9187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c4c4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4" name=""/>
          <p:cNvSpPr/>
          <p:nvPr/>
        </p:nvSpPr>
        <p:spPr>
          <a:xfrm>
            <a:off x="0" y="9604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c4c4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5" name=""/>
          <p:cNvSpPr/>
          <p:nvPr/>
        </p:nvSpPr>
        <p:spPr>
          <a:xfrm>
            <a:off x="0" y="10022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b4b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6" name=""/>
          <p:cNvSpPr/>
          <p:nvPr/>
        </p:nvSpPr>
        <p:spPr>
          <a:xfrm>
            <a:off x="0" y="10440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b4b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7" name=""/>
          <p:cNvSpPr/>
          <p:nvPr/>
        </p:nvSpPr>
        <p:spPr>
          <a:xfrm>
            <a:off x="0" y="10857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a4a4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8" name=""/>
          <p:cNvSpPr/>
          <p:nvPr/>
        </p:nvSpPr>
        <p:spPr>
          <a:xfrm>
            <a:off x="0" y="11275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a4a4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9" name=""/>
          <p:cNvSpPr/>
          <p:nvPr/>
        </p:nvSpPr>
        <p:spPr>
          <a:xfrm>
            <a:off x="0" y="11692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9494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0" name=""/>
          <p:cNvSpPr/>
          <p:nvPr/>
        </p:nvSpPr>
        <p:spPr>
          <a:xfrm>
            <a:off x="0" y="12110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9494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1" name=""/>
          <p:cNvSpPr/>
          <p:nvPr/>
        </p:nvSpPr>
        <p:spPr>
          <a:xfrm>
            <a:off x="0" y="12528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8484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2" name=""/>
          <p:cNvSpPr/>
          <p:nvPr/>
        </p:nvSpPr>
        <p:spPr>
          <a:xfrm>
            <a:off x="0" y="12945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8484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3" name=""/>
          <p:cNvSpPr/>
          <p:nvPr/>
        </p:nvSpPr>
        <p:spPr>
          <a:xfrm>
            <a:off x="0" y="13363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7474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4" name=""/>
          <p:cNvSpPr/>
          <p:nvPr/>
        </p:nvSpPr>
        <p:spPr>
          <a:xfrm>
            <a:off x="0" y="13780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6464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5" name=""/>
          <p:cNvSpPr/>
          <p:nvPr/>
        </p:nvSpPr>
        <p:spPr>
          <a:xfrm>
            <a:off x="0" y="14198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6464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6" name=""/>
          <p:cNvSpPr/>
          <p:nvPr/>
        </p:nvSpPr>
        <p:spPr>
          <a:xfrm>
            <a:off x="0" y="14616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5454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7" name=""/>
          <p:cNvSpPr/>
          <p:nvPr/>
        </p:nvSpPr>
        <p:spPr>
          <a:xfrm>
            <a:off x="0" y="15033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5454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8" name=""/>
          <p:cNvSpPr/>
          <p:nvPr/>
        </p:nvSpPr>
        <p:spPr>
          <a:xfrm>
            <a:off x="0" y="15451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444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9" name=""/>
          <p:cNvSpPr/>
          <p:nvPr/>
        </p:nvSpPr>
        <p:spPr>
          <a:xfrm>
            <a:off x="0" y="15868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444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0" name=""/>
          <p:cNvSpPr/>
          <p:nvPr/>
        </p:nvSpPr>
        <p:spPr>
          <a:xfrm>
            <a:off x="0" y="16286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3434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1" name=""/>
          <p:cNvSpPr/>
          <p:nvPr/>
        </p:nvSpPr>
        <p:spPr>
          <a:xfrm>
            <a:off x="0" y="16704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3434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2" name=""/>
          <p:cNvSpPr/>
          <p:nvPr/>
        </p:nvSpPr>
        <p:spPr>
          <a:xfrm>
            <a:off x="0" y="17121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2424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3" name=""/>
          <p:cNvSpPr/>
          <p:nvPr/>
        </p:nvSpPr>
        <p:spPr>
          <a:xfrm>
            <a:off x="0" y="17539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1414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4" name=""/>
          <p:cNvSpPr/>
          <p:nvPr/>
        </p:nvSpPr>
        <p:spPr>
          <a:xfrm>
            <a:off x="0" y="17956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1414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5" name=""/>
          <p:cNvSpPr/>
          <p:nvPr/>
        </p:nvSpPr>
        <p:spPr>
          <a:xfrm>
            <a:off x="0" y="18374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0404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6" name=""/>
          <p:cNvSpPr/>
          <p:nvPr/>
        </p:nvSpPr>
        <p:spPr>
          <a:xfrm>
            <a:off x="0" y="18792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0404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7" name=""/>
          <p:cNvSpPr/>
          <p:nvPr/>
        </p:nvSpPr>
        <p:spPr>
          <a:xfrm>
            <a:off x="0" y="19209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f3f3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8" name=""/>
          <p:cNvSpPr/>
          <p:nvPr/>
        </p:nvSpPr>
        <p:spPr>
          <a:xfrm>
            <a:off x="0" y="19627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f3f3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9" name=""/>
          <p:cNvSpPr/>
          <p:nvPr/>
        </p:nvSpPr>
        <p:spPr>
          <a:xfrm>
            <a:off x="0" y="20044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e3e3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0" name=""/>
          <p:cNvSpPr/>
          <p:nvPr/>
        </p:nvSpPr>
        <p:spPr>
          <a:xfrm>
            <a:off x="0" y="20462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e3e3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1" name=""/>
          <p:cNvSpPr/>
          <p:nvPr/>
        </p:nvSpPr>
        <p:spPr>
          <a:xfrm>
            <a:off x="0" y="20880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d3d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2" name=""/>
          <p:cNvSpPr/>
          <p:nvPr/>
        </p:nvSpPr>
        <p:spPr>
          <a:xfrm>
            <a:off x="0" y="21297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d3d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3" name=""/>
          <p:cNvSpPr/>
          <p:nvPr/>
        </p:nvSpPr>
        <p:spPr>
          <a:xfrm>
            <a:off x="0" y="21715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c3c3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4" name=""/>
          <p:cNvSpPr/>
          <p:nvPr/>
        </p:nvSpPr>
        <p:spPr>
          <a:xfrm>
            <a:off x="0" y="22132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b3b3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5" name=""/>
          <p:cNvSpPr/>
          <p:nvPr/>
        </p:nvSpPr>
        <p:spPr>
          <a:xfrm>
            <a:off x="0" y="22550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b3b3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6" name=""/>
          <p:cNvSpPr/>
          <p:nvPr/>
        </p:nvSpPr>
        <p:spPr>
          <a:xfrm>
            <a:off x="0" y="22968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a3a3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7" name=""/>
          <p:cNvSpPr/>
          <p:nvPr/>
        </p:nvSpPr>
        <p:spPr>
          <a:xfrm>
            <a:off x="0" y="23385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a3a3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8" name=""/>
          <p:cNvSpPr/>
          <p:nvPr/>
        </p:nvSpPr>
        <p:spPr>
          <a:xfrm>
            <a:off x="0" y="23803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9393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9" name=""/>
          <p:cNvSpPr/>
          <p:nvPr/>
        </p:nvSpPr>
        <p:spPr>
          <a:xfrm>
            <a:off x="0" y="24220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9393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0" name=""/>
          <p:cNvSpPr/>
          <p:nvPr/>
        </p:nvSpPr>
        <p:spPr>
          <a:xfrm>
            <a:off x="0" y="24638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8383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1" name=""/>
          <p:cNvSpPr/>
          <p:nvPr/>
        </p:nvSpPr>
        <p:spPr>
          <a:xfrm>
            <a:off x="0" y="25056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8383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2" name=""/>
          <p:cNvSpPr/>
          <p:nvPr/>
        </p:nvSpPr>
        <p:spPr>
          <a:xfrm>
            <a:off x="0" y="25473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737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3" name=""/>
          <p:cNvSpPr/>
          <p:nvPr/>
        </p:nvSpPr>
        <p:spPr>
          <a:xfrm>
            <a:off x="0" y="25891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737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4" name=""/>
          <p:cNvSpPr/>
          <p:nvPr/>
        </p:nvSpPr>
        <p:spPr>
          <a:xfrm>
            <a:off x="0" y="26308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6363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5" name=""/>
          <p:cNvSpPr/>
          <p:nvPr/>
        </p:nvSpPr>
        <p:spPr>
          <a:xfrm>
            <a:off x="0" y="26726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5353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6" name=""/>
          <p:cNvSpPr/>
          <p:nvPr/>
        </p:nvSpPr>
        <p:spPr>
          <a:xfrm>
            <a:off x="0" y="2714400"/>
            <a:ext cx="2305080" cy="42480"/>
          </a:xfrm>
          <a:custGeom>
            <a:avLst/>
            <a:gdLst/>
            <a:ahLst/>
            <a:rect l="0" t="0" r="r" b="b"/>
            <a:pathLst>
              <a:path w="6403" h="118">
                <a:moveTo>
                  <a:pt x="6403" y="0"/>
                </a:moveTo>
                <a:lnTo>
                  <a:pt x="0" y="0"/>
                </a:lnTo>
                <a:lnTo>
                  <a:pt x="0" y="118"/>
                </a:lnTo>
                <a:lnTo>
                  <a:pt x="6403" y="118"/>
                </a:lnTo>
                <a:lnTo>
                  <a:pt x="6403" y="0"/>
                </a:lnTo>
                <a:close/>
              </a:path>
            </a:pathLst>
          </a:custGeom>
          <a:solidFill>
            <a:srgbClr val="35353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7" name=""/>
          <p:cNvSpPr/>
          <p:nvPr/>
        </p:nvSpPr>
        <p:spPr>
          <a:xfrm>
            <a:off x="0" y="27565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434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8" name=""/>
          <p:cNvSpPr/>
          <p:nvPr/>
        </p:nvSpPr>
        <p:spPr>
          <a:xfrm>
            <a:off x="0" y="27982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434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9" name=""/>
          <p:cNvSpPr/>
          <p:nvPr/>
        </p:nvSpPr>
        <p:spPr>
          <a:xfrm>
            <a:off x="0" y="28400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0" name=""/>
          <p:cNvSpPr/>
          <p:nvPr/>
        </p:nvSpPr>
        <p:spPr>
          <a:xfrm>
            <a:off x="0" y="28818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1" name=""/>
          <p:cNvSpPr/>
          <p:nvPr/>
        </p:nvSpPr>
        <p:spPr>
          <a:xfrm>
            <a:off x="0" y="29235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2323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2" name=""/>
          <p:cNvSpPr/>
          <p:nvPr/>
        </p:nvSpPr>
        <p:spPr>
          <a:xfrm>
            <a:off x="0" y="29653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2323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3" name=""/>
          <p:cNvSpPr/>
          <p:nvPr/>
        </p:nvSpPr>
        <p:spPr>
          <a:xfrm>
            <a:off x="0" y="30070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1313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4" name=""/>
          <p:cNvSpPr/>
          <p:nvPr/>
        </p:nvSpPr>
        <p:spPr>
          <a:xfrm>
            <a:off x="0" y="30488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1313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5" name=""/>
          <p:cNvSpPr/>
          <p:nvPr/>
        </p:nvSpPr>
        <p:spPr>
          <a:xfrm>
            <a:off x="0" y="30906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0303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6" name=""/>
          <p:cNvSpPr/>
          <p:nvPr/>
        </p:nvSpPr>
        <p:spPr>
          <a:xfrm>
            <a:off x="0" y="31323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f2f2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7" name=""/>
          <p:cNvSpPr/>
          <p:nvPr/>
        </p:nvSpPr>
        <p:spPr>
          <a:xfrm>
            <a:off x="0" y="31741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f2f2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8" name=""/>
          <p:cNvSpPr/>
          <p:nvPr/>
        </p:nvSpPr>
        <p:spPr>
          <a:xfrm>
            <a:off x="0" y="32158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e2e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9" name=""/>
          <p:cNvSpPr/>
          <p:nvPr/>
        </p:nvSpPr>
        <p:spPr>
          <a:xfrm>
            <a:off x="0" y="32576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e2e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0" name=""/>
          <p:cNvSpPr/>
          <p:nvPr/>
        </p:nvSpPr>
        <p:spPr>
          <a:xfrm>
            <a:off x="0" y="32994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d2d2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1" name=""/>
          <p:cNvSpPr/>
          <p:nvPr/>
        </p:nvSpPr>
        <p:spPr>
          <a:xfrm>
            <a:off x="0" y="33411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d2d2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2" name=""/>
          <p:cNvSpPr/>
          <p:nvPr/>
        </p:nvSpPr>
        <p:spPr>
          <a:xfrm>
            <a:off x="0" y="33829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c2c2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3" name=""/>
          <p:cNvSpPr/>
          <p:nvPr/>
        </p:nvSpPr>
        <p:spPr>
          <a:xfrm>
            <a:off x="0" y="34246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c2c2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4" name=""/>
          <p:cNvSpPr/>
          <p:nvPr/>
        </p:nvSpPr>
        <p:spPr>
          <a:xfrm>
            <a:off x="0" y="34664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b2b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5" name=""/>
          <p:cNvSpPr/>
          <p:nvPr/>
        </p:nvSpPr>
        <p:spPr>
          <a:xfrm>
            <a:off x="0" y="35082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b2b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6" name=""/>
          <p:cNvSpPr/>
          <p:nvPr/>
        </p:nvSpPr>
        <p:spPr>
          <a:xfrm>
            <a:off x="0" y="35499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a2a2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7" name=""/>
          <p:cNvSpPr/>
          <p:nvPr/>
        </p:nvSpPr>
        <p:spPr>
          <a:xfrm>
            <a:off x="0" y="35917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9292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8" name=""/>
          <p:cNvSpPr/>
          <p:nvPr/>
        </p:nvSpPr>
        <p:spPr>
          <a:xfrm>
            <a:off x="0" y="36334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9292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9" name=""/>
          <p:cNvSpPr/>
          <p:nvPr/>
        </p:nvSpPr>
        <p:spPr>
          <a:xfrm>
            <a:off x="0" y="36752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828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0" name=""/>
          <p:cNvSpPr/>
          <p:nvPr/>
        </p:nvSpPr>
        <p:spPr>
          <a:xfrm>
            <a:off x="0" y="37170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828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1" name=""/>
          <p:cNvSpPr/>
          <p:nvPr/>
        </p:nvSpPr>
        <p:spPr>
          <a:xfrm>
            <a:off x="0" y="37587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7272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2" name=""/>
          <p:cNvSpPr/>
          <p:nvPr/>
        </p:nvSpPr>
        <p:spPr>
          <a:xfrm>
            <a:off x="0" y="38005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7272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3" name=""/>
          <p:cNvSpPr/>
          <p:nvPr/>
        </p:nvSpPr>
        <p:spPr>
          <a:xfrm>
            <a:off x="0" y="38422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6262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4" name=""/>
          <p:cNvSpPr/>
          <p:nvPr/>
        </p:nvSpPr>
        <p:spPr>
          <a:xfrm>
            <a:off x="0" y="38840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6262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5" name=""/>
          <p:cNvSpPr/>
          <p:nvPr/>
        </p:nvSpPr>
        <p:spPr>
          <a:xfrm>
            <a:off x="0" y="39258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5252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6" name=""/>
          <p:cNvSpPr/>
          <p:nvPr/>
        </p:nvSpPr>
        <p:spPr>
          <a:xfrm>
            <a:off x="0" y="39675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5252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7" name=""/>
          <p:cNvSpPr/>
          <p:nvPr/>
        </p:nvSpPr>
        <p:spPr>
          <a:xfrm>
            <a:off x="0" y="40093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4242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8" name=""/>
          <p:cNvSpPr/>
          <p:nvPr/>
        </p:nvSpPr>
        <p:spPr>
          <a:xfrm>
            <a:off x="0" y="40510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3232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9" name=""/>
          <p:cNvSpPr/>
          <p:nvPr/>
        </p:nvSpPr>
        <p:spPr>
          <a:xfrm>
            <a:off x="0" y="40928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3232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0" name=""/>
          <p:cNvSpPr/>
          <p:nvPr/>
        </p:nvSpPr>
        <p:spPr>
          <a:xfrm>
            <a:off x="0" y="41346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2222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1" name=""/>
          <p:cNvSpPr/>
          <p:nvPr/>
        </p:nvSpPr>
        <p:spPr>
          <a:xfrm>
            <a:off x="0" y="41763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2222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2" name=""/>
          <p:cNvSpPr/>
          <p:nvPr/>
        </p:nvSpPr>
        <p:spPr>
          <a:xfrm>
            <a:off x="0" y="42181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1212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3" name=""/>
          <p:cNvSpPr/>
          <p:nvPr/>
        </p:nvSpPr>
        <p:spPr>
          <a:xfrm>
            <a:off x="0" y="42598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1212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4" name=""/>
          <p:cNvSpPr/>
          <p:nvPr/>
        </p:nvSpPr>
        <p:spPr>
          <a:xfrm>
            <a:off x="0" y="43016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020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5" name=""/>
          <p:cNvSpPr/>
          <p:nvPr/>
        </p:nvSpPr>
        <p:spPr>
          <a:xfrm>
            <a:off x="0" y="43434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020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6" name=""/>
          <p:cNvSpPr/>
          <p:nvPr/>
        </p:nvSpPr>
        <p:spPr>
          <a:xfrm>
            <a:off x="0" y="43851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7" name=""/>
          <p:cNvSpPr/>
          <p:nvPr/>
        </p:nvSpPr>
        <p:spPr>
          <a:xfrm>
            <a:off x="0" y="44269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8" name=""/>
          <p:cNvSpPr/>
          <p:nvPr/>
        </p:nvSpPr>
        <p:spPr>
          <a:xfrm>
            <a:off x="0" y="44686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1e1e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9" name=""/>
          <p:cNvSpPr/>
          <p:nvPr/>
        </p:nvSpPr>
        <p:spPr>
          <a:xfrm>
            <a:off x="0" y="45104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1d1d1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80" name=""/>
          <p:cNvSpPr/>
          <p:nvPr/>
        </p:nvSpPr>
        <p:spPr>
          <a:xfrm>
            <a:off x="0" y="45522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1d1d1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81" name=""/>
          <p:cNvSpPr/>
          <p:nvPr/>
        </p:nvSpPr>
        <p:spPr>
          <a:xfrm>
            <a:off x="0" y="45939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1c1c1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82" name=""/>
          <p:cNvSpPr/>
          <p:nvPr/>
        </p:nvSpPr>
        <p:spPr>
          <a:xfrm>
            <a:off x="0" y="46357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1c1c1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83" name=""/>
          <p:cNvSpPr/>
          <p:nvPr/>
        </p:nvSpPr>
        <p:spPr>
          <a:xfrm>
            <a:off x="0" y="46774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84" name=""/>
          <p:cNvSpPr/>
          <p:nvPr/>
        </p:nvSpPr>
        <p:spPr>
          <a:xfrm>
            <a:off x="0" y="47192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85" name=""/>
          <p:cNvSpPr/>
          <p:nvPr/>
        </p:nvSpPr>
        <p:spPr>
          <a:xfrm>
            <a:off x="0" y="4761000"/>
            <a:ext cx="2305080" cy="83880"/>
          </a:xfrm>
          <a:custGeom>
            <a:avLst/>
            <a:gdLst/>
            <a:ahLst/>
            <a:rect l="0" t="0" r="r" b="b"/>
            <a:pathLst>
              <a:path w="6403" h="233">
                <a:moveTo>
                  <a:pt x="6403" y="0"/>
                </a:moveTo>
                <a:lnTo>
                  <a:pt x="0" y="0"/>
                </a:lnTo>
                <a:lnTo>
                  <a:pt x="0" y="233"/>
                </a:lnTo>
                <a:lnTo>
                  <a:pt x="6403" y="233"/>
                </a:lnTo>
                <a:lnTo>
                  <a:pt x="6403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86" name=""/>
          <p:cNvSpPr/>
          <p:nvPr/>
        </p:nvSpPr>
        <p:spPr>
          <a:xfrm>
            <a:off x="0" y="48445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1c1c1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87" name=""/>
          <p:cNvSpPr/>
          <p:nvPr/>
        </p:nvSpPr>
        <p:spPr>
          <a:xfrm>
            <a:off x="0" y="48862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1e1e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88" name=""/>
          <p:cNvSpPr/>
          <p:nvPr/>
        </p:nvSpPr>
        <p:spPr>
          <a:xfrm>
            <a:off x="0" y="49280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89" name=""/>
          <p:cNvSpPr/>
          <p:nvPr/>
        </p:nvSpPr>
        <p:spPr>
          <a:xfrm>
            <a:off x="0" y="49698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020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0" name=""/>
          <p:cNvSpPr/>
          <p:nvPr/>
        </p:nvSpPr>
        <p:spPr>
          <a:xfrm>
            <a:off x="0" y="50115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2222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1" name=""/>
          <p:cNvSpPr/>
          <p:nvPr/>
        </p:nvSpPr>
        <p:spPr>
          <a:xfrm>
            <a:off x="0" y="50533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3232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2" name=""/>
          <p:cNvSpPr/>
          <p:nvPr/>
        </p:nvSpPr>
        <p:spPr>
          <a:xfrm>
            <a:off x="0" y="50950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5252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3" name=""/>
          <p:cNvSpPr/>
          <p:nvPr/>
        </p:nvSpPr>
        <p:spPr>
          <a:xfrm>
            <a:off x="0" y="51368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6262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4" name=""/>
          <p:cNvSpPr/>
          <p:nvPr/>
        </p:nvSpPr>
        <p:spPr>
          <a:xfrm>
            <a:off x="0" y="51786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7272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5" name=""/>
          <p:cNvSpPr/>
          <p:nvPr/>
        </p:nvSpPr>
        <p:spPr>
          <a:xfrm>
            <a:off x="0" y="52203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9292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6" name=""/>
          <p:cNvSpPr/>
          <p:nvPr/>
        </p:nvSpPr>
        <p:spPr>
          <a:xfrm>
            <a:off x="0" y="52621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a2a2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7" name=""/>
          <p:cNvSpPr/>
          <p:nvPr/>
        </p:nvSpPr>
        <p:spPr>
          <a:xfrm>
            <a:off x="0" y="53038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b2b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8" name=""/>
          <p:cNvSpPr/>
          <p:nvPr/>
        </p:nvSpPr>
        <p:spPr>
          <a:xfrm>
            <a:off x="0" y="53456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d2d2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9" name=""/>
          <p:cNvSpPr/>
          <p:nvPr/>
        </p:nvSpPr>
        <p:spPr>
          <a:xfrm>
            <a:off x="0" y="53874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e2e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0" name=""/>
          <p:cNvSpPr/>
          <p:nvPr/>
        </p:nvSpPr>
        <p:spPr>
          <a:xfrm>
            <a:off x="0" y="54291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2f2f2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1" name=""/>
          <p:cNvSpPr/>
          <p:nvPr/>
        </p:nvSpPr>
        <p:spPr>
          <a:xfrm>
            <a:off x="0" y="5470920"/>
            <a:ext cx="2305080" cy="42480"/>
          </a:xfrm>
          <a:custGeom>
            <a:avLst/>
            <a:gdLst/>
            <a:ahLst/>
            <a:rect l="0" t="0" r="r" b="b"/>
            <a:pathLst>
              <a:path w="6403" h="118">
                <a:moveTo>
                  <a:pt x="6403" y="0"/>
                </a:moveTo>
                <a:lnTo>
                  <a:pt x="0" y="0"/>
                </a:lnTo>
                <a:lnTo>
                  <a:pt x="0" y="118"/>
                </a:lnTo>
                <a:lnTo>
                  <a:pt x="6403" y="118"/>
                </a:lnTo>
                <a:lnTo>
                  <a:pt x="6403" y="0"/>
                </a:lnTo>
                <a:close/>
              </a:path>
            </a:pathLst>
          </a:custGeom>
          <a:solidFill>
            <a:srgbClr val="31313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2" name=""/>
          <p:cNvSpPr/>
          <p:nvPr/>
        </p:nvSpPr>
        <p:spPr>
          <a:xfrm>
            <a:off x="0" y="55130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2323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3" name=""/>
          <p:cNvSpPr/>
          <p:nvPr/>
        </p:nvSpPr>
        <p:spPr>
          <a:xfrm>
            <a:off x="0" y="55548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4" name=""/>
          <p:cNvSpPr/>
          <p:nvPr/>
        </p:nvSpPr>
        <p:spPr>
          <a:xfrm>
            <a:off x="0" y="55965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5353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5" name=""/>
          <p:cNvSpPr/>
          <p:nvPr/>
        </p:nvSpPr>
        <p:spPr>
          <a:xfrm>
            <a:off x="0" y="56383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6363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6" name=""/>
          <p:cNvSpPr/>
          <p:nvPr/>
        </p:nvSpPr>
        <p:spPr>
          <a:xfrm>
            <a:off x="0" y="56800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737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7" name=""/>
          <p:cNvSpPr/>
          <p:nvPr/>
        </p:nvSpPr>
        <p:spPr>
          <a:xfrm>
            <a:off x="0" y="57218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9393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8" name=""/>
          <p:cNvSpPr/>
          <p:nvPr/>
        </p:nvSpPr>
        <p:spPr>
          <a:xfrm>
            <a:off x="0" y="57636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a3a3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9" name=""/>
          <p:cNvSpPr/>
          <p:nvPr/>
        </p:nvSpPr>
        <p:spPr>
          <a:xfrm>
            <a:off x="0" y="58053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c3c3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0" name=""/>
          <p:cNvSpPr/>
          <p:nvPr/>
        </p:nvSpPr>
        <p:spPr>
          <a:xfrm>
            <a:off x="0" y="58471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d3d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1" name=""/>
          <p:cNvSpPr/>
          <p:nvPr/>
        </p:nvSpPr>
        <p:spPr>
          <a:xfrm>
            <a:off x="0" y="58888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3e3e3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2" name=""/>
          <p:cNvSpPr/>
          <p:nvPr/>
        </p:nvSpPr>
        <p:spPr>
          <a:xfrm>
            <a:off x="0" y="59306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0404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3" name=""/>
          <p:cNvSpPr/>
          <p:nvPr/>
        </p:nvSpPr>
        <p:spPr>
          <a:xfrm>
            <a:off x="0" y="59724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1414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4" name=""/>
          <p:cNvSpPr/>
          <p:nvPr/>
        </p:nvSpPr>
        <p:spPr>
          <a:xfrm>
            <a:off x="0" y="60141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2424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5" name=""/>
          <p:cNvSpPr/>
          <p:nvPr/>
        </p:nvSpPr>
        <p:spPr>
          <a:xfrm>
            <a:off x="0" y="60559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444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6" name=""/>
          <p:cNvSpPr/>
          <p:nvPr/>
        </p:nvSpPr>
        <p:spPr>
          <a:xfrm>
            <a:off x="0" y="60976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5454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7" name=""/>
          <p:cNvSpPr/>
          <p:nvPr/>
        </p:nvSpPr>
        <p:spPr>
          <a:xfrm>
            <a:off x="0" y="61394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6464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8" name=""/>
          <p:cNvSpPr/>
          <p:nvPr/>
        </p:nvSpPr>
        <p:spPr>
          <a:xfrm>
            <a:off x="0" y="61812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8484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9" name=""/>
          <p:cNvSpPr/>
          <p:nvPr/>
        </p:nvSpPr>
        <p:spPr>
          <a:xfrm>
            <a:off x="0" y="62229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9494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0" name=""/>
          <p:cNvSpPr/>
          <p:nvPr/>
        </p:nvSpPr>
        <p:spPr>
          <a:xfrm>
            <a:off x="0" y="62647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a4a4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1" name=""/>
          <p:cNvSpPr/>
          <p:nvPr/>
        </p:nvSpPr>
        <p:spPr>
          <a:xfrm>
            <a:off x="0" y="63064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c4c4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2" name=""/>
          <p:cNvSpPr/>
          <p:nvPr/>
        </p:nvSpPr>
        <p:spPr>
          <a:xfrm>
            <a:off x="0" y="63482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d4d4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3" name=""/>
          <p:cNvSpPr/>
          <p:nvPr/>
        </p:nvSpPr>
        <p:spPr>
          <a:xfrm>
            <a:off x="0" y="63900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4f4f4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4" name=""/>
          <p:cNvSpPr/>
          <p:nvPr/>
        </p:nvSpPr>
        <p:spPr>
          <a:xfrm>
            <a:off x="0" y="64317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0505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5" name=""/>
          <p:cNvSpPr/>
          <p:nvPr/>
        </p:nvSpPr>
        <p:spPr>
          <a:xfrm>
            <a:off x="0" y="64735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1515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6" name=""/>
          <p:cNvSpPr/>
          <p:nvPr/>
        </p:nvSpPr>
        <p:spPr>
          <a:xfrm>
            <a:off x="0" y="65152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3535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7" name=""/>
          <p:cNvSpPr/>
          <p:nvPr/>
        </p:nvSpPr>
        <p:spPr>
          <a:xfrm>
            <a:off x="0" y="65570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4545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8" name=""/>
          <p:cNvSpPr/>
          <p:nvPr/>
        </p:nvSpPr>
        <p:spPr>
          <a:xfrm>
            <a:off x="0" y="65988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5555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9" name=""/>
          <p:cNvSpPr/>
          <p:nvPr/>
        </p:nvSpPr>
        <p:spPr>
          <a:xfrm>
            <a:off x="0" y="66405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7575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0" name=""/>
          <p:cNvSpPr/>
          <p:nvPr/>
        </p:nvSpPr>
        <p:spPr>
          <a:xfrm>
            <a:off x="0" y="66823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8585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1" name=""/>
          <p:cNvSpPr/>
          <p:nvPr/>
        </p:nvSpPr>
        <p:spPr>
          <a:xfrm>
            <a:off x="0" y="67240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9595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2" name=""/>
          <p:cNvSpPr/>
          <p:nvPr/>
        </p:nvSpPr>
        <p:spPr>
          <a:xfrm>
            <a:off x="0" y="67658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b5b5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3" name=""/>
          <p:cNvSpPr/>
          <p:nvPr/>
        </p:nvSpPr>
        <p:spPr>
          <a:xfrm>
            <a:off x="0" y="68076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c5c5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4" name=""/>
          <p:cNvSpPr/>
          <p:nvPr/>
        </p:nvSpPr>
        <p:spPr>
          <a:xfrm>
            <a:off x="0" y="68493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d5d5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5" name=""/>
          <p:cNvSpPr/>
          <p:nvPr/>
        </p:nvSpPr>
        <p:spPr>
          <a:xfrm>
            <a:off x="0" y="68911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5f5f5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6" name=""/>
          <p:cNvSpPr/>
          <p:nvPr/>
        </p:nvSpPr>
        <p:spPr>
          <a:xfrm>
            <a:off x="0" y="69328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606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7" name=""/>
          <p:cNvSpPr/>
          <p:nvPr/>
        </p:nvSpPr>
        <p:spPr>
          <a:xfrm>
            <a:off x="0" y="69746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62626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8" name=""/>
          <p:cNvSpPr/>
          <p:nvPr/>
        </p:nvSpPr>
        <p:spPr>
          <a:xfrm>
            <a:off x="0" y="70164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6363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9" name=""/>
          <p:cNvSpPr/>
          <p:nvPr/>
        </p:nvSpPr>
        <p:spPr>
          <a:xfrm>
            <a:off x="0" y="70581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6464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40" name=""/>
          <p:cNvSpPr/>
          <p:nvPr/>
        </p:nvSpPr>
        <p:spPr>
          <a:xfrm>
            <a:off x="0" y="70999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6666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41" name=""/>
          <p:cNvSpPr/>
          <p:nvPr/>
        </p:nvSpPr>
        <p:spPr>
          <a:xfrm>
            <a:off x="0" y="71416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67676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42" name=""/>
          <p:cNvSpPr/>
          <p:nvPr/>
        </p:nvSpPr>
        <p:spPr>
          <a:xfrm>
            <a:off x="0" y="71834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68686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43" name=""/>
          <p:cNvSpPr/>
          <p:nvPr/>
        </p:nvSpPr>
        <p:spPr>
          <a:xfrm>
            <a:off x="0" y="72252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6a6a6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44" name=""/>
          <p:cNvSpPr/>
          <p:nvPr/>
        </p:nvSpPr>
        <p:spPr>
          <a:xfrm>
            <a:off x="0" y="72669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6b6b6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45" name=""/>
          <p:cNvSpPr/>
          <p:nvPr/>
        </p:nvSpPr>
        <p:spPr>
          <a:xfrm>
            <a:off x="0" y="73087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6c6c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46" name=""/>
          <p:cNvSpPr/>
          <p:nvPr/>
        </p:nvSpPr>
        <p:spPr>
          <a:xfrm>
            <a:off x="0" y="73504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6e6e6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47" name=""/>
          <p:cNvSpPr/>
          <p:nvPr/>
        </p:nvSpPr>
        <p:spPr>
          <a:xfrm>
            <a:off x="0" y="73922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6f6f6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48" name=""/>
          <p:cNvSpPr/>
          <p:nvPr/>
        </p:nvSpPr>
        <p:spPr>
          <a:xfrm>
            <a:off x="0" y="74340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7070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49" name=""/>
          <p:cNvSpPr/>
          <p:nvPr/>
        </p:nvSpPr>
        <p:spPr>
          <a:xfrm>
            <a:off x="0" y="74757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72727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0" name=""/>
          <p:cNvSpPr/>
          <p:nvPr/>
        </p:nvSpPr>
        <p:spPr>
          <a:xfrm>
            <a:off x="0" y="75175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73737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1" name=""/>
          <p:cNvSpPr/>
          <p:nvPr/>
        </p:nvSpPr>
        <p:spPr>
          <a:xfrm>
            <a:off x="0" y="75592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75757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2" name=""/>
          <p:cNvSpPr/>
          <p:nvPr/>
        </p:nvSpPr>
        <p:spPr>
          <a:xfrm>
            <a:off x="0" y="76010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76767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3" name=""/>
          <p:cNvSpPr/>
          <p:nvPr/>
        </p:nvSpPr>
        <p:spPr>
          <a:xfrm>
            <a:off x="0" y="76428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77777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4" name=""/>
          <p:cNvSpPr/>
          <p:nvPr/>
        </p:nvSpPr>
        <p:spPr>
          <a:xfrm>
            <a:off x="0" y="76845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7979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5" name=""/>
          <p:cNvSpPr/>
          <p:nvPr/>
        </p:nvSpPr>
        <p:spPr>
          <a:xfrm>
            <a:off x="0" y="77263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7a7a7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6" name=""/>
          <p:cNvSpPr/>
          <p:nvPr/>
        </p:nvSpPr>
        <p:spPr>
          <a:xfrm>
            <a:off x="0" y="77680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7b7b7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7" name=""/>
          <p:cNvSpPr/>
          <p:nvPr/>
        </p:nvSpPr>
        <p:spPr>
          <a:xfrm>
            <a:off x="0" y="78098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7d7d7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8" name=""/>
          <p:cNvSpPr/>
          <p:nvPr/>
        </p:nvSpPr>
        <p:spPr>
          <a:xfrm>
            <a:off x="0" y="78516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7e7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9" name=""/>
          <p:cNvSpPr/>
          <p:nvPr/>
        </p:nvSpPr>
        <p:spPr>
          <a:xfrm>
            <a:off x="0" y="78933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7f7f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0" name=""/>
          <p:cNvSpPr/>
          <p:nvPr/>
        </p:nvSpPr>
        <p:spPr>
          <a:xfrm>
            <a:off x="0" y="79351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8181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1" name=""/>
          <p:cNvSpPr/>
          <p:nvPr/>
        </p:nvSpPr>
        <p:spPr>
          <a:xfrm>
            <a:off x="0" y="79768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82828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2" name=""/>
          <p:cNvSpPr/>
          <p:nvPr/>
        </p:nvSpPr>
        <p:spPr>
          <a:xfrm>
            <a:off x="0" y="80186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83838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3" name=""/>
          <p:cNvSpPr/>
          <p:nvPr/>
        </p:nvSpPr>
        <p:spPr>
          <a:xfrm>
            <a:off x="0" y="80604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85858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4" name=""/>
          <p:cNvSpPr/>
          <p:nvPr/>
        </p:nvSpPr>
        <p:spPr>
          <a:xfrm>
            <a:off x="0" y="81021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86868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5" name=""/>
          <p:cNvSpPr/>
          <p:nvPr/>
        </p:nvSpPr>
        <p:spPr>
          <a:xfrm>
            <a:off x="0" y="81439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8787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6" name=""/>
          <p:cNvSpPr/>
          <p:nvPr/>
        </p:nvSpPr>
        <p:spPr>
          <a:xfrm>
            <a:off x="0" y="81856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89898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7" name=""/>
          <p:cNvSpPr/>
          <p:nvPr/>
        </p:nvSpPr>
        <p:spPr>
          <a:xfrm>
            <a:off x="0" y="8227440"/>
            <a:ext cx="2305080" cy="42480"/>
          </a:xfrm>
          <a:custGeom>
            <a:avLst/>
            <a:gdLst/>
            <a:ahLst/>
            <a:rect l="0" t="0" r="r" b="b"/>
            <a:pathLst>
              <a:path w="6403" h="118">
                <a:moveTo>
                  <a:pt x="6403" y="0"/>
                </a:moveTo>
                <a:lnTo>
                  <a:pt x="0" y="0"/>
                </a:lnTo>
                <a:lnTo>
                  <a:pt x="0" y="118"/>
                </a:lnTo>
                <a:lnTo>
                  <a:pt x="6403" y="118"/>
                </a:lnTo>
                <a:lnTo>
                  <a:pt x="6403" y="0"/>
                </a:lnTo>
                <a:close/>
              </a:path>
            </a:pathLst>
          </a:custGeom>
          <a:solidFill>
            <a:srgbClr val="8a8a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8" name=""/>
          <p:cNvSpPr/>
          <p:nvPr/>
        </p:nvSpPr>
        <p:spPr>
          <a:xfrm>
            <a:off x="0" y="82695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8c8c8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9" name=""/>
          <p:cNvSpPr/>
          <p:nvPr/>
        </p:nvSpPr>
        <p:spPr>
          <a:xfrm>
            <a:off x="0" y="83113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8d8d8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0" name=""/>
          <p:cNvSpPr/>
          <p:nvPr/>
        </p:nvSpPr>
        <p:spPr>
          <a:xfrm>
            <a:off x="0" y="83530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8e8e8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1" name=""/>
          <p:cNvSpPr/>
          <p:nvPr/>
        </p:nvSpPr>
        <p:spPr>
          <a:xfrm>
            <a:off x="0" y="83948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90909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2" name=""/>
          <p:cNvSpPr/>
          <p:nvPr/>
        </p:nvSpPr>
        <p:spPr>
          <a:xfrm>
            <a:off x="0" y="84366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91919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3" name=""/>
          <p:cNvSpPr/>
          <p:nvPr/>
        </p:nvSpPr>
        <p:spPr>
          <a:xfrm>
            <a:off x="0" y="84783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92929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4" name=""/>
          <p:cNvSpPr/>
          <p:nvPr/>
        </p:nvSpPr>
        <p:spPr>
          <a:xfrm>
            <a:off x="0" y="85201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94949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5" name=""/>
          <p:cNvSpPr/>
          <p:nvPr/>
        </p:nvSpPr>
        <p:spPr>
          <a:xfrm>
            <a:off x="0" y="85618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95959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6" name=""/>
          <p:cNvSpPr/>
          <p:nvPr/>
        </p:nvSpPr>
        <p:spPr>
          <a:xfrm>
            <a:off x="0" y="86036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96969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7" name=""/>
          <p:cNvSpPr/>
          <p:nvPr/>
        </p:nvSpPr>
        <p:spPr>
          <a:xfrm>
            <a:off x="0" y="86454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98989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8" name=""/>
          <p:cNvSpPr/>
          <p:nvPr/>
        </p:nvSpPr>
        <p:spPr>
          <a:xfrm>
            <a:off x="0" y="86871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99999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9" name=""/>
          <p:cNvSpPr/>
          <p:nvPr/>
        </p:nvSpPr>
        <p:spPr>
          <a:xfrm>
            <a:off x="0" y="87289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80" name=""/>
          <p:cNvSpPr/>
          <p:nvPr/>
        </p:nvSpPr>
        <p:spPr>
          <a:xfrm>
            <a:off x="0" y="87706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9c9c9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81" name=""/>
          <p:cNvSpPr/>
          <p:nvPr/>
        </p:nvSpPr>
        <p:spPr>
          <a:xfrm>
            <a:off x="0" y="88124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9d9d9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2" name=""/>
          <p:cNvSpPr/>
          <p:nvPr/>
        </p:nvSpPr>
        <p:spPr>
          <a:xfrm>
            <a:off x="0" y="88542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9f9f9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3" name=""/>
          <p:cNvSpPr/>
          <p:nvPr/>
        </p:nvSpPr>
        <p:spPr>
          <a:xfrm>
            <a:off x="0" y="88959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a0a0a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4" name=""/>
          <p:cNvSpPr/>
          <p:nvPr/>
        </p:nvSpPr>
        <p:spPr>
          <a:xfrm>
            <a:off x="0" y="89377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a1a1a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5" name=""/>
          <p:cNvSpPr/>
          <p:nvPr/>
        </p:nvSpPr>
        <p:spPr>
          <a:xfrm>
            <a:off x="0" y="89794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a3a3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6" name=""/>
          <p:cNvSpPr/>
          <p:nvPr/>
        </p:nvSpPr>
        <p:spPr>
          <a:xfrm>
            <a:off x="0" y="90212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a4a4a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7" name=""/>
          <p:cNvSpPr/>
          <p:nvPr/>
        </p:nvSpPr>
        <p:spPr>
          <a:xfrm>
            <a:off x="0" y="90630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a5a5a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8" name=""/>
          <p:cNvSpPr/>
          <p:nvPr/>
        </p:nvSpPr>
        <p:spPr>
          <a:xfrm>
            <a:off x="0" y="91047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a7a7a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9" name=""/>
          <p:cNvSpPr/>
          <p:nvPr/>
        </p:nvSpPr>
        <p:spPr>
          <a:xfrm>
            <a:off x="0" y="91465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a8a8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0" name=""/>
          <p:cNvSpPr/>
          <p:nvPr/>
        </p:nvSpPr>
        <p:spPr>
          <a:xfrm>
            <a:off x="0" y="91882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a9a9a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1" name=""/>
          <p:cNvSpPr/>
          <p:nvPr/>
        </p:nvSpPr>
        <p:spPr>
          <a:xfrm>
            <a:off x="0" y="92300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ababa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2" name=""/>
          <p:cNvSpPr/>
          <p:nvPr/>
        </p:nvSpPr>
        <p:spPr>
          <a:xfrm>
            <a:off x="0" y="92718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acaca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3" name=""/>
          <p:cNvSpPr/>
          <p:nvPr/>
        </p:nvSpPr>
        <p:spPr>
          <a:xfrm>
            <a:off x="0" y="93135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adada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4" name=""/>
          <p:cNvSpPr/>
          <p:nvPr/>
        </p:nvSpPr>
        <p:spPr>
          <a:xfrm>
            <a:off x="0" y="93553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afafa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5" name=""/>
          <p:cNvSpPr/>
          <p:nvPr/>
        </p:nvSpPr>
        <p:spPr>
          <a:xfrm>
            <a:off x="0" y="93970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b0b0b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6" name=""/>
          <p:cNvSpPr/>
          <p:nvPr/>
        </p:nvSpPr>
        <p:spPr>
          <a:xfrm>
            <a:off x="0" y="94388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b2b2b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7" name=""/>
          <p:cNvSpPr/>
          <p:nvPr/>
        </p:nvSpPr>
        <p:spPr>
          <a:xfrm>
            <a:off x="0" y="94806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b3b3b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8" name=""/>
          <p:cNvSpPr/>
          <p:nvPr/>
        </p:nvSpPr>
        <p:spPr>
          <a:xfrm>
            <a:off x="0" y="95223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b4b4b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9" name=""/>
          <p:cNvSpPr/>
          <p:nvPr/>
        </p:nvSpPr>
        <p:spPr>
          <a:xfrm>
            <a:off x="0" y="95641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b6b6b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0" name=""/>
          <p:cNvSpPr/>
          <p:nvPr/>
        </p:nvSpPr>
        <p:spPr>
          <a:xfrm>
            <a:off x="0" y="96058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b7b7b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1" name=""/>
          <p:cNvSpPr/>
          <p:nvPr/>
        </p:nvSpPr>
        <p:spPr>
          <a:xfrm>
            <a:off x="0" y="96476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b8b8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2" name=""/>
          <p:cNvSpPr/>
          <p:nvPr/>
        </p:nvSpPr>
        <p:spPr>
          <a:xfrm>
            <a:off x="0" y="96894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baba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3" name=""/>
          <p:cNvSpPr/>
          <p:nvPr/>
        </p:nvSpPr>
        <p:spPr>
          <a:xfrm>
            <a:off x="0" y="97311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bbbb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4" name=""/>
          <p:cNvSpPr/>
          <p:nvPr/>
        </p:nvSpPr>
        <p:spPr>
          <a:xfrm>
            <a:off x="0" y="97729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bcbc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5" name=""/>
          <p:cNvSpPr/>
          <p:nvPr/>
        </p:nvSpPr>
        <p:spPr>
          <a:xfrm>
            <a:off x="0" y="98146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bebe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6" name=""/>
          <p:cNvSpPr/>
          <p:nvPr/>
        </p:nvSpPr>
        <p:spPr>
          <a:xfrm>
            <a:off x="0" y="98564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bfbf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7" name=""/>
          <p:cNvSpPr/>
          <p:nvPr/>
        </p:nvSpPr>
        <p:spPr>
          <a:xfrm>
            <a:off x="0" y="98982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c0c0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8" name=""/>
          <p:cNvSpPr/>
          <p:nvPr/>
        </p:nvSpPr>
        <p:spPr>
          <a:xfrm>
            <a:off x="0" y="99399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c2c2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9" name=""/>
          <p:cNvSpPr/>
          <p:nvPr/>
        </p:nvSpPr>
        <p:spPr>
          <a:xfrm>
            <a:off x="0" y="99817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c3c3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0" name=""/>
          <p:cNvSpPr/>
          <p:nvPr/>
        </p:nvSpPr>
        <p:spPr>
          <a:xfrm>
            <a:off x="0" y="100234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c5c5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1" name=""/>
          <p:cNvSpPr/>
          <p:nvPr/>
        </p:nvSpPr>
        <p:spPr>
          <a:xfrm>
            <a:off x="0" y="100652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c6c6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2" name=""/>
          <p:cNvSpPr/>
          <p:nvPr/>
        </p:nvSpPr>
        <p:spPr>
          <a:xfrm>
            <a:off x="0" y="101070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c7c7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3" name=""/>
          <p:cNvSpPr/>
          <p:nvPr/>
        </p:nvSpPr>
        <p:spPr>
          <a:xfrm>
            <a:off x="0" y="101487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4" name=""/>
          <p:cNvSpPr/>
          <p:nvPr/>
        </p:nvSpPr>
        <p:spPr>
          <a:xfrm>
            <a:off x="0" y="101905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caca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5" name=""/>
          <p:cNvSpPr/>
          <p:nvPr/>
        </p:nvSpPr>
        <p:spPr>
          <a:xfrm>
            <a:off x="0" y="102322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cbcb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6" name=""/>
          <p:cNvSpPr/>
          <p:nvPr/>
        </p:nvSpPr>
        <p:spPr>
          <a:xfrm>
            <a:off x="0" y="102740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cdcd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7" name=""/>
          <p:cNvSpPr/>
          <p:nvPr/>
        </p:nvSpPr>
        <p:spPr>
          <a:xfrm>
            <a:off x="0" y="103158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cece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8" name=""/>
          <p:cNvSpPr/>
          <p:nvPr/>
        </p:nvSpPr>
        <p:spPr>
          <a:xfrm>
            <a:off x="0" y="103575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cfcf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9" name=""/>
          <p:cNvSpPr/>
          <p:nvPr/>
        </p:nvSpPr>
        <p:spPr>
          <a:xfrm>
            <a:off x="0" y="103993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d1d1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0" name=""/>
          <p:cNvSpPr/>
          <p:nvPr/>
        </p:nvSpPr>
        <p:spPr>
          <a:xfrm>
            <a:off x="0" y="104410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d2d2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1" name=""/>
          <p:cNvSpPr/>
          <p:nvPr/>
        </p:nvSpPr>
        <p:spPr>
          <a:xfrm>
            <a:off x="0" y="1048284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2" name=""/>
          <p:cNvSpPr/>
          <p:nvPr/>
        </p:nvSpPr>
        <p:spPr>
          <a:xfrm>
            <a:off x="0" y="1052460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d5d5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3" name=""/>
          <p:cNvSpPr/>
          <p:nvPr/>
        </p:nvSpPr>
        <p:spPr>
          <a:xfrm>
            <a:off x="0" y="1056636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d6d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4" name=""/>
          <p:cNvSpPr/>
          <p:nvPr/>
        </p:nvSpPr>
        <p:spPr>
          <a:xfrm>
            <a:off x="0" y="1060812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d7d7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5" name=""/>
          <p:cNvSpPr/>
          <p:nvPr/>
        </p:nvSpPr>
        <p:spPr>
          <a:xfrm>
            <a:off x="0" y="10649880"/>
            <a:ext cx="2305080" cy="42120"/>
          </a:xfrm>
          <a:custGeom>
            <a:avLst/>
            <a:gdLst/>
            <a:ahLst/>
            <a:rect l="0" t="0" r="r" b="b"/>
            <a:pathLst>
              <a:path w="6403" h="117">
                <a:moveTo>
                  <a:pt x="6403" y="0"/>
                </a:moveTo>
                <a:lnTo>
                  <a:pt x="0" y="0"/>
                </a:lnTo>
                <a:lnTo>
                  <a:pt x="0" y="117"/>
                </a:lnTo>
                <a:lnTo>
                  <a:pt x="6403" y="117"/>
                </a:lnTo>
                <a:lnTo>
                  <a:pt x="6403" y="0"/>
                </a:lnTo>
                <a:close/>
              </a:path>
            </a:pathLst>
          </a:custGeom>
          <a:solidFill>
            <a:srgbClr val="d9d9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6" name=""/>
          <p:cNvSpPr/>
          <p:nvPr/>
        </p:nvSpPr>
        <p:spPr>
          <a:xfrm>
            <a:off x="3778200" y="-1080"/>
            <a:ext cx="3778560" cy="5347080"/>
          </a:xfrm>
          <a:custGeom>
            <a:avLst/>
            <a:gdLst/>
            <a:ahLst/>
            <a:rect l="0" t="0" r="r" b="b"/>
            <a:pathLst>
              <a:path w="10496" h="14853">
                <a:moveTo>
                  <a:pt x="10496" y="0"/>
                </a:moveTo>
                <a:lnTo>
                  <a:pt x="10496" y="14853"/>
                </a:lnTo>
                <a:lnTo>
                  <a:pt x="0" y="14853"/>
                </a:lnTo>
                <a:lnTo>
                  <a:pt x="0" y="0"/>
                </a:lnTo>
                <a:lnTo>
                  <a:pt x="10496" y="0"/>
                </a:lnTo>
                <a:close/>
              </a:path>
            </a:pathLst>
          </a:custGeom>
          <a:solidFill>
            <a:srgbClr val="0504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7" name=""/>
          <p:cNvSpPr/>
          <p:nvPr/>
        </p:nvSpPr>
        <p:spPr>
          <a:xfrm>
            <a:off x="0" y="-1080"/>
            <a:ext cx="3778560" cy="5347080"/>
          </a:xfrm>
          <a:custGeom>
            <a:avLst/>
            <a:gdLst/>
            <a:ahLst/>
            <a:rect l="0" t="0" r="r" b="b"/>
            <a:pathLst>
              <a:path w="10496" h="14853">
                <a:moveTo>
                  <a:pt x="10496" y="0"/>
                </a:moveTo>
                <a:lnTo>
                  <a:pt x="10496" y="14853"/>
                </a:lnTo>
                <a:lnTo>
                  <a:pt x="0" y="14853"/>
                </a:lnTo>
                <a:lnTo>
                  <a:pt x="0" y="0"/>
                </a:lnTo>
                <a:lnTo>
                  <a:pt x="10496" y="0"/>
                </a:lnTo>
                <a:close/>
              </a:path>
            </a:pathLst>
          </a:custGeom>
          <a:solidFill>
            <a:srgbClr val="0504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8" name=""/>
          <p:cNvSpPr/>
          <p:nvPr/>
        </p:nvSpPr>
        <p:spPr>
          <a:xfrm>
            <a:off x="3778200" y="5345640"/>
            <a:ext cx="3778560" cy="5347080"/>
          </a:xfrm>
          <a:custGeom>
            <a:avLst/>
            <a:gdLst/>
            <a:ahLst/>
            <a:rect l="0" t="0" r="r" b="b"/>
            <a:pathLst>
              <a:path w="10496" h="14853">
                <a:moveTo>
                  <a:pt x="10496" y="0"/>
                </a:moveTo>
                <a:lnTo>
                  <a:pt x="10496" y="14853"/>
                </a:lnTo>
                <a:lnTo>
                  <a:pt x="0" y="14853"/>
                </a:lnTo>
                <a:lnTo>
                  <a:pt x="0" y="0"/>
                </a:lnTo>
                <a:lnTo>
                  <a:pt x="10496" y="0"/>
                </a:lnTo>
                <a:close/>
              </a:path>
            </a:pathLst>
          </a:custGeom>
          <a:solidFill>
            <a:srgbClr val="0504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9" name=""/>
          <p:cNvSpPr/>
          <p:nvPr/>
        </p:nvSpPr>
        <p:spPr>
          <a:xfrm>
            <a:off x="0" y="5345640"/>
            <a:ext cx="3778560" cy="5347080"/>
          </a:xfrm>
          <a:custGeom>
            <a:avLst/>
            <a:gdLst/>
            <a:ahLst/>
            <a:rect l="0" t="0" r="r" b="b"/>
            <a:pathLst>
              <a:path w="10496" h="14853">
                <a:moveTo>
                  <a:pt x="10496" y="0"/>
                </a:moveTo>
                <a:lnTo>
                  <a:pt x="10496" y="14853"/>
                </a:lnTo>
                <a:lnTo>
                  <a:pt x="0" y="14853"/>
                </a:lnTo>
                <a:lnTo>
                  <a:pt x="0" y="0"/>
                </a:lnTo>
                <a:lnTo>
                  <a:pt x="10496" y="0"/>
                </a:lnTo>
                <a:close/>
              </a:path>
            </a:pathLst>
          </a:custGeom>
          <a:solidFill>
            <a:srgbClr val="0504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pic>
        <p:nvPicPr>
          <p:cNvPr id="530" name="" descr=""/>
          <p:cNvPicPr/>
          <p:nvPr/>
        </p:nvPicPr>
        <p:blipFill>
          <a:blip r:embed="rId2"/>
          <a:stretch/>
        </p:blipFill>
        <p:spPr>
          <a:xfrm>
            <a:off x="2876400" y="933480"/>
            <a:ext cx="409320" cy="399600"/>
          </a:xfrm>
          <a:prstGeom prst="rect">
            <a:avLst/>
          </a:prstGeom>
          <a:ln w="0">
            <a:noFill/>
          </a:ln>
        </p:spPr>
      </p:pic>
      <p:sp>
        <p:nvSpPr>
          <p:cNvPr id="531" name=""/>
          <p:cNvSpPr txBox="1"/>
          <p:nvPr/>
        </p:nvSpPr>
        <p:spPr>
          <a:xfrm>
            <a:off x="3394800" y="926280"/>
            <a:ext cx="369360" cy="21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300" spc="-1" strike="noStrike">
                <a:solidFill>
                  <a:srgbClr val="0e0e14"/>
                </a:solidFill>
                <a:latin typeface="PlayfairDisplay"/>
                <a:ea typeface="PlayfairDisplay"/>
              </a:rPr>
              <a:t>OBD</a:t>
            </a:r>
            <a:endParaRPr b="0" lang="en-US" sz="13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2" name=""/>
          <p:cNvSpPr txBox="1"/>
          <p:nvPr/>
        </p:nvSpPr>
        <p:spPr>
          <a:xfrm>
            <a:off x="3394800" y="1184400"/>
            <a:ext cx="934920" cy="91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620" spc="-1" strike="noStrike">
                <a:solidFill>
                  <a:srgbClr val="6a26d8"/>
                </a:solidFill>
                <a:latin typeface="Inter-Semi"/>
                <a:ea typeface="Inter-Semi"/>
              </a:rPr>
              <a:t>A I   S O L U T I O N S</a:t>
            </a:r>
            <a:endParaRPr b="0" lang="en-US" sz="6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3" name=""/>
          <p:cNvSpPr txBox="1"/>
          <p:nvPr/>
        </p:nvSpPr>
        <p:spPr>
          <a:xfrm>
            <a:off x="2880000" y="2940480"/>
            <a:ext cx="1931760" cy="111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50" spc="-1" strike="noStrike">
                <a:solidFill>
                  <a:srgbClr val="6a26d8"/>
                </a:solidFill>
                <a:latin typeface="Inter-Semi"/>
                <a:ea typeface="Inter-Semi"/>
              </a:rPr>
              <a:t>W E L C O M E   P A C K   ·   G F X - T</a:t>
            </a:r>
            <a:endParaRPr b="0" lang="en-US" sz="7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4" name=""/>
          <p:cNvSpPr txBox="1"/>
          <p:nvPr/>
        </p:nvSpPr>
        <p:spPr>
          <a:xfrm>
            <a:off x="2880000" y="3256920"/>
            <a:ext cx="4232880" cy="503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3400" spc="-1" strike="noStrike">
                <a:solidFill>
                  <a:srgbClr val="0e0e14"/>
                </a:solidFill>
                <a:latin typeface="PlayfairDisplay-Semi"/>
                <a:ea typeface="PlayfairDisplay-Semi"/>
              </a:rPr>
              <a:t>Welcome aboard,</a:t>
            </a:r>
            <a:endParaRPr b="0" lang="en-US" sz="3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5" name=""/>
          <p:cNvSpPr/>
          <p:nvPr/>
        </p:nvSpPr>
        <p:spPr>
          <a:xfrm>
            <a:off x="2876400" y="4466880"/>
            <a:ext cx="5400" cy="5760"/>
          </a:xfrm>
          <a:custGeom>
            <a:avLst/>
            <a:gdLst/>
            <a:ahLst/>
            <a:rect l="0" t="0" r="r" b="b"/>
            <a:pathLst>
              <a:path w="15" h="16">
                <a:moveTo>
                  <a:pt x="0" y="0"/>
                </a:moveTo>
                <a:lnTo>
                  <a:pt x="0" y="16"/>
                </a:lnTo>
                <a:lnTo>
                  <a:pt x="15" y="0"/>
                </a:lnTo>
                <a:lnTo>
                  <a:pt x="0" y="0"/>
                </a:lnTo>
                <a:close/>
              </a:path>
            </a:pathLst>
          </a:custGeom>
          <a:solidFill>
            <a:srgbClr val="7b22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6" name=""/>
          <p:cNvSpPr/>
          <p:nvPr/>
        </p:nvSpPr>
        <p:spPr>
          <a:xfrm>
            <a:off x="2876400" y="4466880"/>
            <a:ext cx="10800" cy="10800"/>
          </a:xfrm>
          <a:custGeom>
            <a:avLst/>
            <a:gdLst/>
            <a:ahLst/>
            <a:rect l="0" t="0" r="r" b="b"/>
            <a:pathLst>
              <a:path w="30" h="30">
                <a:moveTo>
                  <a:pt x="15" y="0"/>
                </a:moveTo>
                <a:lnTo>
                  <a:pt x="0" y="16"/>
                </a:lnTo>
                <a:lnTo>
                  <a:pt x="0" y="30"/>
                </a:lnTo>
                <a:lnTo>
                  <a:pt x="30" y="0"/>
                </a:lnTo>
                <a:lnTo>
                  <a:pt x="15" y="0"/>
                </a:lnTo>
                <a:close/>
              </a:path>
            </a:pathLst>
          </a:custGeom>
          <a:solidFill>
            <a:srgbClr val="7c22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7" name=""/>
          <p:cNvSpPr/>
          <p:nvPr/>
        </p:nvSpPr>
        <p:spPr>
          <a:xfrm>
            <a:off x="2876400" y="4466880"/>
            <a:ext cx="15840" cy="16200"/>
          </a:xfrm>
          <a:custGeom>
            <a:avLst/>
            <a:gdLst/>
            <a:ahLst/>
            <a:rect l="0" t="0" r="r" b="b"/>
            <a:pathLst>
              <a:path w="44" h="45">
                <a:moveTo>
                  <a:pt x="29" y="0"/>
                </a:moveTo>
                <a:lnTo>
                  <a:pt x="0" y="29"/>
                </a:lnTo>
                <a:lnTo>
                  <a:pt x="0" y="45"/>
                </a:lnTo>
                <a:lnTo>
                  <a:pt x="44" y="0"/>
                </a:lnTo>
                <a:lnTo>
                  <a:pt x="29" y="0"/>
                </a:lnTo>
                <a:close/>
              </a:path>
            </a:pathLst>
          </a:custGeom>
          <a:solidFill>
            <a:srgbClr val="7c23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8" name=""/>
          <p:cNvSpPr/>
          <p:nvPr/>
        </p:nvSpPr>
        <p:spPr>
          <a:xfrm>
            <a:off x="2876400" y="4466880"/>
            <a:ext cx="19440" cy="19440"/>
          </a:xfrm>
          <a:custGeom>
            <a:avLst/>
            <a:gdLst/>
            <a:ahLst/>
            <a:rect l="0" t="0" r="r" b="b"/>
            <a:pathLst>
              <a:path w="54" h="54">
                <a:moveTo>
                  <a:pt x="43" y="0"/>
                </a:moveTo>
                <a:lnTo>
                  <a:pt x="0" y="44"/>
                </a:lnTo>
                <a:lnTo>
                  <a:pt x="0" y="54"/>
                </a:lnTo>
                <a:lnTo>
                  <a:pt x="54" y="0"/>
                </a:lnTo>
                <a:lnTo>
                  <a:pt x="43" y="0"/>
                </a:lnTo>
                <a:close/>
              </a:path>
            </a:pathLst>
          </a:custGeom>
          <a:solidFill>
            <a:srgbClr val="7d23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9" name=""/>
          <p:cNvSpPr/>
          <p:nvPr/>
        </p:nvSpPr>
        <p:spPr>
          <a:xfrm>
            <a:off x="2876400" y="446688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d23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0" name=""/>
          <p:cNvSpPr/>
          <p:nvPr/>
        </p:nvSpPr>
        <p:spPr>
          <a:xfrm>
            <a:off x="287820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5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7e23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1" name=""/>
          <p:cNvSpPr/>
          <p:nvPr/>
        </p:nvSpPr>
        <p:spPr>
          <a:xfrm>
            <a:off x="2883240" y="4466880"/>
            <a:ext cx="24840" cy="19440"/>
          </a:xfrm>
          <a:custGeom>
            <a:avLst/>
            <a:gdLst/>
            <a:ahLst/>
            <a:rect l="0" t="0" r="r" b="b"/>
            <a:pathLst>
              <a:path w="69" h="54">
                <a:moveTo>
                  <a:pt x="53" y="0"/>
                </a:moveTo>
                <a:lnTo>
                  <a:pt x="0" y="54"/>
                </a:lnTo>
                <a:lnTo>
                  <a:pt x="15" y="54"/>
                </a:lnTo>
                <a:lnTo>
                  <a:pt x="69" y="0"/>
                </a:lnTo>
                <a:lnTo>
                  <a:pt x="53" y="0"/>
                </a:lnTo>
                <a:close/>
              </a:path>
            </a:pathLst>
          </a:custGeom>
          <a:solidFill>
            <a:srgbClr val="7e24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2" name=""/>
          <p:cNvSpPr/>
          <p:nvPr/>
        </p:nvSpPr>
        <p:spPr>
          <a:xfrm>
            <a:off x="288864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4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7f24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3" name=""/>
          <p:cNvSpPr/>
          <p:nvPr/>
        </p:nvSpPr>
        <p:spPr>
          <a:xfrm>
            <a:off x="2893680" y="4466880"/>
            <a:ext cx="24840" cy="19440"/>
          </a:xfrm>
          <a:custGeom>
            <a:avLst/>
            <a:gdLst/>
            <a:ahLst/>
            <a:rect l="0" t="0" r="r" b="b"/>
            <a:pathLst>
              <a:path w="69" h="54">
                <a:moveTo>
                  <a:pt x="54" y="0"/>
                </a:moveTo>
                <a:lnTo>
                  <a:pt x="0" y="54"/>
                </a:lnTo>
                <a:lnTo>
                  <a:pt x="15" y="54"/>
                </a:lnTo>
                <a:lnTo>
                  <a:pt x="6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f24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4" name=""/>
          <p:cNvSpPr/>
          <p:nvPr/>
        </p:nvSpPr>
        <p:spPr>
          <a:xfrm>
            <a:off x="289908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4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8025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5" name=""/>
          <p:cNvSpPr/>
          <p:nvPr/>
        </p:nvSpPr>
        <p:spPr>
          <a:xfrm>
            <a:off x="2904120" y="4466880"/>
            <a:ext cx="24840" cy="19440"/>
          </a:xfrm>
          <a:custGeom>
            <a:avLst/>
            <a:gdLst/>
            <a:ahLst/>
            <a:rect l="0" t="0" r="r" b="b"/>
            <a:pathLst>
              <a:path w="69" h="54">
                <a:moveTo>
                  <a:pt x="54" y="0"/>
                </a:moveTo>
                <a:lnTo>
                  <a:pt x="0" y="54"/>
                </a:lnTo>
                <a:lnTo>
                  <a:pt x="16" y="54"/>
                </a:lnTo>
                <a:lnTo>
                  <a:pt x="6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025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6" name=""/>
          <p:cNvSpPr/>
          <p:nvPr/>
        </p:nvSpPr>
        <p:spPr>
          <a:xfrm>
            <a:off x="290952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3" y="0"/>
                </a:moveTo>
                <a:lnTo>
                  <a:pt x="0" y="54"/>
                </a:lnTo>
                <a:lnTo>
                  <a:pt x="14" y="54"/>
                </a:lnTo>
                <a:lnTo>
                  <a:pt x="68" y="0"/>
                </a:lnTo>
                <a:lnTo>
                  <a:pt x="53" y="0"/>
                </a:lnTo>
                <a:close/>
              </a:path>
            </a:pathLst>
          </a:custGeom>
          <a:solidFill>
            <a:srgbClr val="8125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7" name=""/>
          <p:cNvSpPr/>
          <p:nvPr/>
        </p:nvSpPr>
        <p:spPr>
          <a:xfrm>
            <a:off x="2914560" y="4466880"/>
            <a:ext cx="24840" cy="19440"/>
          </a:xfrm>
          <a:custGeom>
            <a:avLst/>
            <a:gdLst/>
            <a:ahLst/>
            <a:rect l="0" t="0" r="r" b="b"/>
            <a:pathLst>
              <a:path w="69" h="54">
                <a:moveTo>
                  <a:pt x="54" y="0"/>
                </a:moveTo>
                <a:lnTo>
                  <a:pt x="0" y="54"/>
                </a:lnTo>
                <a:lnTo>
                  <a:pt x="15" y="54"/>
                </a:lnTo>
                <a:lnTo>
                  <a:pt x="6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126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8" name=""/>
          <p:cNvSpPr/>
          <p:nvPr/>
        </p:nvSpPr>
        <p:spPr>
          <a:xfrm>
            <a:off x="291996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4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8226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9" name=""/>
          <p:cNvSpPr/>
          <p:nvPr/>
        </p:nvSpPr>
        <p:spPr>
          <a:xfrm>
            <a:off x="292500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5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8326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50" name=""/>
          <p:cNvSpPr/>
          <p:nvPr/>
        </p:nvSpPr>
        <p:spPr>
          <a:xfrm>
            <a:off x="293040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3" y="0"/>
                </a:moveTo>
                <a:lnTo>
                  <a:pt x="0" y="54"/>
                </a:lnTo>
                <a:lnTo>
                  <a:pt x="15" y="54"/>
                </a:lnTo>
                <a:lnTo>
                  <a:pt x="68" y="0"/>
                </a:lnTo>
                <a:lnTo>
                  <a:pt x="53" y="0"/>
                </a:lnTo>
                <a:close/>
              </a:path>
            </a:pathLst>
          </a:custGeom>
          <a:solidFill>
            <a:srgbClr val="8327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51" name=""/>
          <p:cNvSpPr/>
          <p:nvPr/>
        </p:nvSpPr>
        <p:spPr>
          <a:xfrm>
            <a:off x="293544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3" y="0"/>
                </a:moveTo>
                <a:lnTo>
                  <a:pt x="0" y="54"/>
                </a:lnTo>
                <a:lnTo>
                  <a:pt x="15" y="54"/>
                </a:lnTo>
                <a:lnTo>
                  <a:pt x="68" y="0"/>
                </a:lnTo>
                <a:lnTo>
                  <a:pt x="53" y="0"/>
                </a:lnTo>
                <a:close/>
              </a:path>
            </a:pathLst>
          </a:custGeom>
          <a:solidFill>
            <a:srgbClr val="8427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52" name=""/>
          <p:cNvSpPr/>
          <p:nvPr/>
        </p:nvSpPr>
        <p:spPr>
          <a:xfrm>
            <a:off x="294084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3" y="0"/>
                </a:moveTo>
                <a:lnTo>
                  <a:pt x="0" y="54"/>
                </a:lnTo>
                <a:lnTo>
                  <a:pt x="14" y="54"/>
                </a:lnTo>
                <a:lnTo>
                  <a:pt x="68" y="0"/>
                </a:lnTo>
                <a:lnTo>
                  <a:pt x="53" y="0"/>
                </a:lnTo>
                <a:close/>
              </a:path>
            </a:pathLst>
          </a:custGeom>
          <a:solidFill>
            <a:srgbClr val="8427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53" name=""/>
          <p:cNvSpPr/>
          <p:nvPr/>
        </p:nvSpPr>
        <p:spPr>
          <a:xfrm>
            <a:off x="294588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4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8528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54" name=""/>
          <p:cNvSpPr/>
          <p:nvPr/>
        </p:nvSpPr>
        <p:spPr>
          <a:xfrm>
            <a:off x="2950920" y="4466880"/>
            <a:ext cx="24840" cy="19440"/>
          </a:xfrm>
          <a:custGeom>
            <a:avLst/>
            <a:gdLst/>
            <a:ahLst/>
            <a:rect l="0" t="0" r="r" b="b"/>
            <a:pathLst>
              <a:path w="69" h="54">
                <a:moveTo>
                  <a:pt x="54" y="0"/>
                </a:moveTo>
                <a:lnTo>
                  <a:pt x="0" y="54"/>
                </a:lnTo>
                <a:lnTo>
                  <a:pt x="16" y="54"/>
                </a:lnTo>
                <a:lnTo>
                  <a:pt x="6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528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55" name=""/>
          <p:cNvSpPr/>
          <p:nvPr/>
        </p:nvSpPr>
        <p:spPr>
          <a:xfrm>
            <a:off x="295632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3" y="0"/>
                </a:moveTo>
                <a:lnTo>
                  <a:pt x="0" y="54"/>
                </a:lnTo>
                <a:lnTo>
                  <a:pt x="14" y="54"/>
                </a:lnTo>
                <a:lnTo>
                  <a:pt x="68" y="0"/>
                </a:lnTo>
                <a:lnTo>
                  <a:pt x="53" y="0"/>
                </a:lnTo>
                <a:close/>
              </a:path>
            </a:pathLst>
          </a:custGeom>
          <a:solidFill>
            <a:srgbClr val="8628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56" name=""/>
          <p:cNvSpPr/>
          <p:nvPr/>
        </p:nvSpPr>
        <p:spPr>
          <a:xfrm>
            <a:off x="2961360" y="4466880"/>
            <a:ext cx="24840" cy="19440"/>
          </a:xfrm>
          <a:custGeom>
            <a:avLst/>
            <a:gdLst/>
            <a:ahLst/>
            <a:rect l="0" t="0" r="r" b="b"/>
            <a:pathLst>
              <a:path w="69" h="54">
                <a:moveTo>
                  <a:pt x="54" y="0"/>
                </a:moveTo>
                <a:lnTo>
                  <a:pt x="0" y="54"/>
                </a:lnTo>
                <a:lnTo>
                  <a:pt x="15" y="54"/>
                </a:lnTo>
                <a:lnTo>
                  <a:pt x="6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629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57" name=""/>
          <p:cNvSpPr/>
          <p:nvPr/>
        </p:nvSpPr>
        <p:spPr>
          <a:xfrm>
            <a:off x="296676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4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8729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58" name=""/>
          <p:cNvSpPr/>
          <p:nvPr/>
        </p:nvSpPr>
        <p:spPr>
          <a:xfrm>
            <a:off x="2971800" y="4466880"/>
            <a:ext cx="24840" cy="19440"/>
          </a:xfrm>
          <a:custGeom>
            <a:avLst/>
            <a:gdLst/>
            <a:ahLst/>
            <a:rect l="0" t="0" r="r" b="b"/>
            <a:pathLst>
              <a:path w="69" h="54">
                <a:moveTo>
                  <a:pt x="54" y="0"/>
                </a:moveTo>
                <a:lnTo>
                  <a:pt x="0" y="54"/>
                </a:lnTo>
                <a:lnTo>
                  <a:pt x="15" y="54"/>
                </a:lnTo>
                <a:lnTo>
                  <a:pt x="6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729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59" name=""/>
          <p:cNvSpPr/>
          <p:nvPr/>
        </p:nvSpPr>
        <p:spPr>
          <a:xfrm>
            <a:off x="297720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5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882a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0" name=""/>
          <p:cNvSpPr/>
          <p:nvPr/>
        </p:nvSpPr>
        <p:spPr>
          <a:xfrm>
            <a:off x="2982240" y="4466880"/>
            <a:ext cx="24840" cy="19440"/>
          </a:xfrm>
          <a:custGeom>
            <a:avLst/>
            <a:gdLst/>
            <a:ahLst/>
            <a:rect l="0" t="0" r="r" b="b"/>
            <a:pathLst>
              <a:path w="69" h="54">
                <a:moveTo>
                  <a:pt x="53" y="0"/>
                </a:moveTo>
                <a:lnTo>
                  <a:pt x="0" y="54"/>
                </a:lnTo>
                <a:lnTo>
                  <a:pt x="15" y="54"/>
                </a:lnTo>
                <a:lnTo>
                  <a:pt x="69" y="0"/>
                </a:lnTo>
                <a:lnTo>
                  <a:pt x="53" y="0"/>
                </a:lnTo>
                <a:close/>
              </a:path>
            </a:pathLst>
          </a:custGeom>
          <a:solidFill>
            <a:srgbClr val="892a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1" name=""/>
          <p:cNvSpPr/>
          <p:nvPr/>
        </p:nvSpPr>
        <p:spPr>
          <a:xfrm>
            <a:off x="298764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4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892a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2" name=""/>
          <p:cNvSpPr/>
          <p:nvPr/>
        </p:nvSpPr>
        <p:spPr>
          <a:xfrm>
            <a:off x="2992680" y="4466880"/>
            <a:ext cx="24840" cy="19440"/>
          </a:xfrm>
          <a:custGeom>
            <a:avLst/>
            <a:gdLst/>
            <a:ahLst/>
            <a:rect l="0" t="0" r="r" b="b"/>
            <a:pathLst>
              <a:path w="69" h="54">
                <a:moveTo>
                  <a:pt x="54" y="0"/>
                </a:moveTo>
                <a:lnTo>
                  <a:pt x="0" y="54"/>
                </a:lnTo>
                <a:lnTo>
                  <a:pt x="15" y="54"/>
                </a:lnTo>
                <a:lnTo>
                  <a:pt x="6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a2b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3" name=""/>
          <p:cNvSpPr/>
          <p:nvPr/>
        </p:nvSpPr>
        <p:spPr>
          <a:xfrm>
            <a:off x="299808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5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8a2b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4" name=""/>
          <p:cNvSpPr/>
          <p:nvPr/>
        </p:nvSpPr>
        <p:spPr>
          <a:xfrm>
            <a:off x="3003120" y="4466880"/>
            <a:ext cx="24840" cy="19440"/>
          </a:xfrm>
          <a:custGeom>
            <a:avLst/>
            <a:gdLst/>
            <a:ahLst/>
            <a:rect l="0" t="0" r="r" b="b"/>
            <a:pathLst>
              <a:path w="69" h="54">
                <a:moveTo>
                  <a:pt x="53" y="0"/>
                </a:moveTo>
                <a:lnTo>
                  <a:pt x="0" y="54"/>
                </a:lnTo>
                <a:lnTo>
                  <a:pt x="15" y="54"/>
                </a:lnTo>
                <a:lnTo>
                  <a:pt x="69" y="0"/>
                </a:lnTo>
                <a:lnTo>
                  <a:pt x="53" y="0"/>
                </a:lnTo>
                <a:close/>
              </a:path>
            </a:pathLst>
          </a:custGeom>
          <a:solidFill>
            <a:srgbClr val="8b2b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5" name=""/>
          <p:cNvSpPr/>
          <p:nvPr/>
        </p:nvSpPr>
        <p:spPr>
          <a:xfrm>
            <a:off x="300852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4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8b2c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6" name=""/>
          <p:cNvSpPr/>
          <p:nvPr/>
        </p:nvSpPr>
        <p:spPr>
          <a:xfrm>
            <a:off x="301356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5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8c2c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7" name=""/>
          <p:cNvSpPr/>
          <p:nvPr/>
        </p:nvSpPr>
        <p:spPr>
          <a:xfrm>
            <a:off x="301896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3" y="0"/>
                </a:moveTo>
                <a:lnTo>
                  <a:pt x="0" y="54"/>
                </a:lnTo>
                <a:lnTo>
                  <a:pt x="14" y="54"/>
                </a:lnTo>
                <a:lnTo>
                  <a:pt x="68" y="0"/>
                </a:lnTo>
                <a:lnTo>
                  <a:pt x="53" y="0"/>
                </a:lnTo>
                <a:close/>
              </a:path>
            </a:pathLst>
          </a:custGeom>
          <a:solidFill>
            <a:srgbClr val="8c2c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8" name=""/>
          <p:cNvSpPr/>
          <p:nvPr/>
        </p:nvSpPr>
        <p:spPr>
          <a:xfrm>
            <a:off x="302400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5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8d2d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9" name=""/>
          <p:cNvSpPr/>
          <p:nvPr/>
        </p:nvSpPr>
        <p:spPr>
          <a:xfrm>
            <a:off x="3029040" y="4466880"/>
            <a:ext cx="24840" cy="19440"/>
          </a:xfrm>
          <a:custGeom>
            <a:avLst/>
            <a:gdLst/>
            <a:ahLst/>
            <a:rect l="0" t="0" r="r" b="b"/>
            <a:pathLst>
              <a:path w="69" h="54">
                <a:moveTo>
                  <a:pt x="53" y="0"/>
                </a:moveTo>
                <a:lnTo>
                  <a:pt x="0" y="54"/>
                </a:lnTo>
                <a:lnTo>
                  <a:pt x="15" y="54"/>
                </a:lnTo>
                <a:lnTo>
                  <a:pt x="69" y="0"/>
                </a:lnTo>
                <a:lnTo>
                  <a:pt x="53" y="0"/>
                </a:lnTo>
                <a:close/>
              </a:path>
            </a:pathLst>
          </a:custGeom>
          <a:solidFill>
            <a:srgbClr val="8e2d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0" name=""/>
          <p:cNvSpPr/>
          <p:nvPr/>
        </p:nvSpPr>
        <p:spPr>
          <a:xfrm>
            <a:off x="303444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4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8e2d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1" name=""/>
          <p:cNvSpPr/>
          <p:nvPr/>
        </p:nvSpPr>
        <p:spPr>
          <a:xfrm>
            <a:off x="3039480" y="4466880"/>
            <a:ext cx="24840" cy="19440"/>
          </a:xfrm>
          <a:custGeom>
            <a:avLst/>
            <a:gdLst/>
            <a:ahLst/>
            <a:rect l="0" t="0" r="r" b="b"/>
            <a:pathLst>
              <a:path w="69" h="54">
                <a:moveTo>
                  <a:pt x="54" y="0"/>
                </a:moveTo>
                <a:lnTo>
                  <a:pt x="0" y="54"/>
                </a:lnTo>
                <a:lnTo>
                  <a:pt x="15" y="54"/>
                </a:lnTo>
                <a:lnTo>
                  <a:pt x="6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f2e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2" name=""/>
          <p:cNvSpPr/>
          <p:nvPr/>
        </p:nvSpPr>
        <p:spPr>
          <a:xfrm>
            <a:off x="304488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4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8f2e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3" name=""/>
          <p:cNvSpPr/>
          <p:nvPr/>
        </p:nvSpPr>
        <p:spPr>
          <a:xfrm>
            <a:off x="3049920" y="4466880"/>
            <a:ext cx="24840" cy="19440"/>
          </a:xfrm>
          <a:custGeom>
            <a:avLst/>
            <a:gdLst/>
            <a:ahLst/>
            <a:rect l="0" t="0" r="r" b="b"/>
            <a:pathLst>
              <a:path w="69" h="54">
                <a:moveTo>
                  <a:pt x="54" y="0"/>
                </a:moveTo>
                <a:lnTo>
                  <a:pt x="0" y="54"/>
                </a:lnTo>
                <a:lnTo>
                  <a:pt x="16" y="54"/>
                </a:lnTo>
                <a:lnTo>
                  <a:pt x="69" y="0"/>
                </a:lnTo>
                <a:lnTo>
                  <a:pt x="54" y="0"/>
                </a:lnTo>
                <a:close/>
              </a:path>
            </a:pathLst>
          </a:custGeom>
          <a:solidFill>
            <a:srgbClr val="902e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4" name=""/>
          <p:cNvSpPr/>
          <p:nvPr/>
        </p:nvSpPr>
        <p:spPr>
          <a:xfrm>
            <a:off x="305532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3" y="0"/>
                </a:moveTo>
                <a:lnTo>
                  <a:pt x="0" y="54"/>
                </a:lnTo>
                <a:lnTo>
                  <a:pt x="14" y="54"/>
                </a:lnTo>
                <a:lnTo>
                  <a:pt x="68" y="0"/>
                </a:lnTo>
                <a:lnTo>
                  <a:pt x="53" y="0"/>
                </a:lnTo>
                <a:close/>
              </a:path>
            </a:pathLst>
          </a:custGeom>
          <a:solidFill>
            <a:srgbClr val="902f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5" name=""/>
          <p:cNvSpPr/>
          <p:nvPr/>
        </p:nvSpPr>
        <p:spPr>
          <a:xfrm>
            <a:off x="3060360" y="4466880"/>
            <a:ext cx="24840" cy="19440"/>
          </a:xfrm>
          <a:custGeom>
            <a:avLst/>
            <a:gdLst/>
            <a:ahLst/>
            <a:rect l="0" t="0" r="r" b="b"/>
            <a:pathLst>
              <a:path w="69" h="54">
                <a:moveTo>
                  <a:pt x="54" y="0"/>
                </a:moveTo>
                <a:lnTo>
                  <a:pt x="0" y="54"/>
                </a:lnTo>
                <a:lnTo>
                  <a:pt x="15" y="54"/>
                </a:lnTo>
                <a:lnTo>
                  <a:pt x="69" y="0"/>
                </a:lnTo>
                <a:lnTo>
                  <a:pt x="54" y="0"/>
                </a:lnTo>
                <a:close/>
              </a:path>
            </a:pathLst>
          </a:custGeom>
          <a:solidFill>
            <a:srgbClr val="912f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6" name=""/>
          <p:cNvSpPr/>
          <p:nvPr/>
        </p:nvSpPr>
        <p:spPr>
          <a:xfrm>
            <a:off x="306576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4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912f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7" name=""/>
          <p:cNvSpPr/>
          <p:nvPr/>
        </p:nvSpPr>
        <p:spPr>
          <a:xfrm>
            <a:off x="3070800" y="4466880"/>
            <a:ext cx="24840" cy="19440"/>
          </a:xfrm>
          <a:custGeom>
            <a:avLst/>
            <a:gdLst/>
            <a:ahLst/>
            <a:rect l="0" t="0" r="r" b="b"/>
            <a:pathLst>
              <a:path w="69" h="54">
                <a:moveTo>
                  <a:pt x="54" y="0"/>
                </a:moveTo>
                <a:lnTo>
                  <a:pt x="0" y="54"/>
                </a:lnTo>
                <a:lnTo>
                  <a:pt x="16" y="54"/>
                </a:lnTo>
                <a:lnTo>
                  <a:pt x="69" y="0"/>
                </a:lnTo>
                <a:lnTo>
                  <a:pt x="54" y="0"/>
                </a:lnTo>
                <a:close/>
              </a:path>
            </a:pathLst>
          </a:custGeom>
          <a:solidFill>
            <a:srgbClr val="9230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8" name=""/>
          <p:cNvSpPr/>
          <p:nvPr/>
        </p:nvSpPr>
        <p:spPr>
          <a:xfrm>
            <a:off x="307620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3" y="0"/>
                </a:moveTo>
                <a:lnTo>
                  <a:pt x="0" y="54"/>
                </a:lnTo>
                <a:lnTo>
                  <a:pt x="14" y="54"/>
                </a:lnTo>
                <a:lnTo>
                  <a:pt x="68" y="0"/>
                </a:lnTo>
                <a:lnTo>
                  <a:pt x="53" y="0"/>
                </a:lnTo>
                <a:close/>
              </a:path>
            </a:pathLst>
          </a:custGeom>
          <a:solidFill>
            <a:srgbClr val="9330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9" name=""/>
          <p:cNvSpPr/>
          <p:nvPr/>
        </p:nvSpPr>
        <p:spPr>
          <a:xfrm>
            <a:off x="3081240" y="4466880"/>
            <a:ext cx="24840" cy="19440"/>
          </a:xfrm>
          <a:custGeom>
            <a:avLst/>
            <a:gdLst/>
            <a:ahLst/>
            <a:rect l="0" t="0" r="r" b="b"/>
            <a:pathLst>
              <a:path w="69" h="54">
                <a:moveTo>
                  <a:pt x="54" y="0"/>
                </a:moveTo>
                <a:lnTo>
                  <a:pt x="0" y="54"/>
                </a:lnTo>
                <a:lnTo>
                  <a:pt x="15" y="54"/>
                </a:lnTo>
                <a:lnTo>
                  <a:pt x="69" y="0"/>
                </a:lnTo>
                <a:lnTo>
                  <a:pt x="54" y="0"/>
                </a:lnTo>
                <a:close/>
              </a:path>
            </a:pathLst>
          </a:custGeom>
          <a:solidFill>
            <a:srgbClr val="9330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80" name=""/>
          <p:cNvSpPr/>
          <p:nvPr/>
        </p:nvSpPr>
        <p:spPr>
          <a:xfrm>
            <a:off x="308664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4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943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81" name=""/>
          <p:cNvSpPr/>
          <p:nvPr/>
        </p:nvSpPr>
        <p:spPr>
          <a:xfrm>
            <a:off x="3091680" y="4466880"/>
            <a:ext cx="24840" cy="19440"/>
          </a:xfrm>
          <a:custGeom>
            <a:avLst/>
            <a:gdLst/>
            <a:ahLst/>
            <a:rect l="0" t="0" r="r" b="b"/>
            <a:pathLst>
              <a:path w="69" h="54">
                <a:moveTo>
                  <a:pt x="54" y="0"/>
                </a:moveTo>
                <a:lnTo>
                  <a:pt x="0" y="54"/>
                </a:lnTo>
                <a:lnTo>
                  <a:pt x="15" y="54"/>
                </a:lnTo>
                <a:lnTo>
                  <a:pt x="69" y="0"/>
                </a:lnTo>
                <a:lnTo>
                  <a:pt x="54" y="0"/>
                </a:lnTo>
                <a:close/>
              </a:path>
            </a:pathLst>
          </a:custGeom>
          <a:solidFill>
            <a:srgbClr val="943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82" name=""/>
          <p:cNvSpPr/>
          <p:nvPr/>
        </p:nvSpPr>
        <p:spPr>
          <a:xfrm>
            <a:off x="309708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5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953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83" name=""/>
          <p:cNvSpPr/>
          <p:nvPr/>
        </p:nvSpPr>
        <p:spPr>
          <a:xfrm>
            <a:off x="310212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3" y="0"/>
                </a:moveTo>
                <a:lnTo>
                  <a:pt x="0" y="54"/>
                </a:lnTo>
                <a:lnTo>
                  <a:pt x="15" y="54"/>
                </a:lnTo>
                <a:lnTo>
                  <a:pt x="68" y="0"/>
                </a:lnTo>
                <a:lnTo>
                  <a:pt x="53" y="0"/>
                </a:lnTo>
                <a:close/>
              </a:path>
            </a:pathLst>
          </a:custGeom>
          <a:solidFill>
            <a:srgbClr val="953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84" name=""/>
          <p:cNvSpPr/>
          <p:nvPr/>
        </p:nvSpPr>
        <p:spPr>
          <a:xfrm>
            <a:off x="310752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3" y="0"/>
                </a:moveTo>
                <a:lnTo>
                  <a:pt x="0" y="54"/>
                </a:lnTo>
                <a:lnTo>
                  <a:pt x="14" y="54"/>
                </a:lnTo>
                <a:lnTo>
                  <a:pt x="68" y="0"/>
                </a:lnTo>
                <a:lnTo>
                  <a:pt x="53" y="0"/>
                </a:lnTo>
                <a:close/>
              </a:path>
            </a:pathLst>
          </a:custGeom>
          <a:solidFill>
            <a:srgbClr val="963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85" name=""/>
          <p:cNvSpPr/>
          <p:nvPr/>
        </p:nvSpPr>
        <p:spPr>
          <a:xfrm>
            <a:off x="311256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4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963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86" name=""/>
          <p:cNvSpPr/>
          <p:nvPr/>
        </p:nvSpPr>
        <p:spPr>
          <a:xfrm>
            <a:off x="3117600" y="4466880"/>
            <a:ext cx="24840" cy="19440"/>
          </a:xfrm>
          <a:custGeom>
            <a:avLst/>
            <a:gdLst/>
            <a:ahLst/>
            <a:rect l="0" t="0" r="r" b="b"/>
            <a:pathLst>
              <a:path w="69" h="54">
                <a:moveTo>
                  <a:pt x="54" y="0"/>
                </a:moveTo>
                <a:lnTo>
                  <a:pt x="0" y="54"/>
                </a:lnTo>
                <a:lnTo>
                  <a:pt x="15" y="54"/>
                </a:lnTo>
                <a:lnTo>
                  <a:pt x="69" y="0"/>
                </a:lnTo>
                <a:lnTo>
                  <a:pt x="54" y="0"/>
                </a:lnTo>
                <a:close/>
              </a:path>
            </a:pathLst>
          </a:custGeom>
          <a:solidFill>
            <a:srgbClr val="9733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87" name=""/>
          <p:cNvSpPr/>
          <p:nvPr/>
        </p:nvSpPr>
        <p:spPr>
          <a:xfrm>
            <a:off x="312300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5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9833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88" name=""/>
          <p:cNvSpPr/>
          <p:nvPr/>
        </p:nvSpPr>
        <p:spPr>
          <a:xfrm>
            <a:off x="3128040" y="4466880"/>
            <a:ext cx="24840" cy="19440"/>
          </a:xfrm>
          <a:custGeom>
            <a:avLst/>
            <a:gdLst/>
            <a:ahLst/>
            <a:rect l="0" t="0" r="r" b="b"/>
            <a:pathLst>
              <a:path w="69" h="54">
                <a:moveTo>
                  <a:pt x="53" y="0"/>
                </a:moveTo>
                <a:lnTo>
                  <a:pt x="0" y="54"/>
                </a:lnTo>
                <a:lnTo>
                  <a:pt x="15" y="54"/>
                </a:lnTo>
                <a:lnTo>
                  <a:pt x="69" y="0"/>
                </a:lnTo>
                <a:lnTo>
                  <a:pt x="53" y="0"/>
                </a:lnTo>
                <a:close/>
              </a:path>
            </a:pathLst>
          </a:custGeom>
          <a:solidFill>
            <a:srgbClr val="9833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89" name=""/>
          <p:cNvSpPr/>
          <p:nvPr/>
        </p:nvSpPr>
        <p:spPr>
          <a:xfrm>
            <a:off x="313344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4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993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90" name=""/>
          <p:cNvSpPr/>
          <p:nvPr/>
        </p:nvSpPr>
        <p:spPr>
          <a:xfrm>
            <a:off x="3138480" y="4466880"/>
            <a:ext cx="24840" cy="19440"/>
          </a:xfrm>
          <a:custGeom>
            <a:avLst/>
            <a:gdLst/>
            <a:ahLst/>
            <a:rect l="0" t="0" r="r" b="b"/>
            <a:pathLst>
              <a:path w="69" h="54">
                <a:moveTo>
                  <a:pt x="54" y="0"/>
                </a:moveTo>
                <a:lnTo>
                  <a:pt x="0" y="54"/>
                </a:lnTo>
                <a:lnTo>
                  <a:pt x="15" y="54"/>
                </a:lnTo>
                <a:lnTo>
                  <a:pt x="69" y="0"/>
                </a:lnTo>
                <a:lnTo>
                  <a:pt x="54" y="0"/>
                </a:lnTo>
                <a:close/>
              </a:path>
            </a:pathLst>
          </a:custGeom>
          <a:solidFill>
            <a:srgbClr val="993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91" name=""/>
          <p:cNvSpPr/>
          <p:nvPr/>
        </p:nvSpPr>
        <p:spPr>
          <a:xfrm>
            <a:off x="3143880" y="4466880"/>
            <a:ext cx="24480" cy="19440"/>
          </a:xfrm>
          <a:custGeom>
            <a:avLst/>
            <a:gdLst/>
            <a:ahLst/>
            <a:rect l="0" t="0" r="r" b="b"/>
            <a:pathLst>
              <a:path w="68" h="54">
                <a:moveTo>
                  <a:pt x="54" y="0"/>
                </a:moveTo>
                <a:lnTo>
                  <a:pt x="0" y="54"/>
                </a:lnTo>
                <a:lnTo>
                  <a:pt x="15" y="54"/>
                </a:lnTo>
                <a:lnTo>
                  <a:pt x="68" y="0"/>
                </a:lnTo>
                <a:lnTo>
                  <a:pt x="54" y="0"/>
                </a:lnTo>
                <a:close/>
              </a:path>
            </a:pathLst>
          </a:custGeom>
          <a:solidFill>
            <a:srgbClr val="9a3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92" name=""/>
          <p:cNvSpPr/>
          <p:nvPr/>
        </p:nvSpPr>
        <p:spPr>
          <a:xfrm>
            <a:off x="3148920" y="4466880"/>
            <a:ext cx="29880" cy="19440"/>
          </a:xfrm>
          <a:custGeom>
            <a:avLst/>
            <a:gdLst/>
            <a:ahLst/>
            <a:rect l="0" t="0" r="r" b="b"/>
            <a:pathLst>
              <a:path w="83" h="54">
                <a:moveTo>
                  <a:pt x="54" y="0"/>
                </a:moveTo>
                <a:lnTo>
                  <a:pt x="0" y="54"/>
                </a:lnTo>
                <a:lnTo>
                  <a:pt x="29" y="54"/>
                </a:lnTo>
                <a:lnTo>
                  <a:pt x="83" y="0"/>
                </a:lnTo>
                <a:lnTo>
                  <a:pt x="54" y="0"/>
                </a:lnTo>
                <a:close/>
              </a:path>
            </a:pathLst>
          </a:custGeom>
          <a:solidFill>
            <a:srgbClr val="9a35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93" name=""/>
          <p:cNvSpPr/>
          <p:nvPr/>
        </p:nvSpPr>
        <p:spPr>
          <a:xfrm>
            <a:off x="31593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9a35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94" name=""/>
          <p:cNvSpPr/>
          <p:nvPr/>
        </p:nvSpPr>
        <p:spPr>
          <a:xfrm>
            <a:off x="3161880" y="4466880"/>
            <a:ext cx="22320" cy="19440"/>
          </a:xfrm>
          <a:custGeom>
            <a:avLst/>
            <a:gdLst/>
            <a:ahLst/>
            <a:rect l="0" t="0" r="r" b="b"/>
            <a:pathLst>
              <a:path w="62" h="54">
                <a:moveTo>
                  <a:pt x="54" y="0"/>
                </a:moveTo>
                <a:lnTo>
                  <a:pt x="0" y="54"/>
                </a:lnTo>
                <a:lnTo>
                  <a:pt x="9" y="54"/>
                </a:lnTo>
                <a:lnTo>
                  <a:pt x="62" y="0"/>
                </a:lnTo>
                <a:lnTo>
                  <a:pt x="54" y="0"/>
                </a:lnTo>
                <a:close/>
              </a:path>
            </a:pathLst>
          </a:custGeom>
          <a:solidFill>
            <a:srgbClr val="9935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95" name=""/>
          <p:cNvSpPr/>
          <p:nvPr/>
        </p:nvSpPr>
        <p:spPr>
          <a:xfrm>
            <a:off x="31647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9835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96" name=""/>
          <p:cNvSpPr/>
          <p:nvPr/>
        </p:nvSpPr>
        <p:spPr>
          <a:xfrm>
            <a:off x="31672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9735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97" name=""/>
          <p:cNvSpPr/>
          <p:nvPr/>
        </p:nvSpPr>
        <p:spPr>
          <a:xfrm>
            <a:off x="31698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96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98" name=""/>
          <p:cNvSpPr/>
          <p:nvPr/>
        </p:nvSpPr>
        <p:spPr>
          <a:xfrm>
            <a:off x="3172320" y="4466880"/>
            <a:ext cx="22320" cy="19440"/>
          </a:xfrm>
          <a:custGeom>
            <a:avLst/>
            <a:gdLst/>
            <a:ahLst/>
            <a:rect l="0" t="0" r="r" b="b"/>
            <a:pathLst>
              <a:path w="62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2" y="0"/>
                </a:lnTo>
                <a:lnTo>
                  <a:pt x="54" y="0"/>
                </a:lnTo>
                <a:close/>
              </a:path>
            </a:pathLst>
          </a:custGeom>
          <a:solidFill>
            <a:srgbClr val="96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99" name=""/>
          <p:cNvSpPr/>
          <p:nvPr/>
        </p:nvSpPr>
        <p:spPr>
          <a:xfrm>
            <a:off x="31752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95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0" name=""/>
          <p:cNvSpPr/>
          <p:nvPr/>
        </p:nvSpPr>
        <p:spPr>
          <a:xfrm>
            <a:off x="31777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94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1" name=""/>
          <p:cNvSpPr/>
          <p:nvPr/>
        </p:nvSpPr>
        <p:spPr>
          <a:xfrm>
            <a:off x="31802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933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2" name=""/>
          <p:cNvSpPr/>
          <p:nvPr/>
        </p:nvSpPr>
        <p:spPr>
          <a:xfrm>
            <a:off x="31827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923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3" name=""/>
          <p:cNvSpPr/>
          <p:nvPr/>
        </p:nvSpPr>
        <p:spPr>
          <a:xfrm>
            <a:off x="31856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923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4" name=""/>
          <p:cNvSpPr/>
          <p:nvPr/>
        </p:nvSpPr>
        <p:spPr>
          <a:xfrm>
            <a:off x="31881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9136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5" name=""/>
          <p:cNvSpPr/>
          <p:nvPr/>
        </p:nvSpPr>
        <p:spPr>
          <a:xfrm>
            <a:off x="31906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9036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6" name=""/>
          <p:cNvSpPr/>
          <p:nvPr/>
        </p:nvSpPr>
        <p:spPr>
          <a:xfrm>
            <a:off x="31932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8f36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7" name=""/>
          <p:cNvSpPr/>
          <p:nvPr/>
        </p:nvSpPr>
        <p:spPr>
          <a:xfrm>
            <a:off x="31960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8e36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8" name=""/>
          <p:cNvSpPr/>
          <p:nvPr/>
        </p:nvSpPr>
        <p:spPr>
          <a:xfrm>
            <a:off x="31986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8e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9" name=""/>
          <p:cNvSpPr/>
          <p:nvPr/>
        </p:nvSpPr>
        <p:spPr>
          <a:xfrm>
            <a:off x="32011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8d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10" name=""/>
          <p:cNvSpPr/>
          <p:nvPr/>
        </p:nvSpPr>
        <p:spPr>
          <a:xfrm>
            <a:off x="32036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8c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11" name=""/>
          <p:cNvSpPr/>
          <p:nvPr/>
        </p:nvSpPr>
        <p:spPr>
          <a:xfrm>
            <a:off x="3206160" y="4466880"/>
            <a:ext cx="22320" cy="19440"/>
          </a:xfrm>
          <a:custGeom>
            <a:avLst/>
            <a:gdLst/>
            <a:ahLst/>
            <a:rect l="0" t="0" r="r" b="b"/>
            <a:pathLst>
              <a:path w="62" h="54">
                <a:moveTo>
                  <a:pt x="54" y="0"/>
                </a:moveTo>
                <a:lnTo>
                  <a:pt x="0" y="54"/>
                </a:lnTo>
                <a:lnTo>
                  <a:pt x="9" y="54"/>
                </a:lnTo>
                <a:lnTo>
                  <a:pt x="62" y="0"/>
                </a:lnTo>
                <a:lnTo>
                  <a:pt x="54" y="0"/>
                </a:lnTo>
                <a:close/>
              </a:path>
            </a:pathLst>
          </a:custGeom>
          <a:solidFill>
            <a:srgbClr val="8b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12" name=""/>
          <p:cNvSpPr/>
          <p:nvPr/>
        </p:nvSpPr>
        <p:spPr>
          <a:xfrm>
            <a:off x="32090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8a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13" name=""/>
          <p:cNvSpPr/>
          <p:nvPr/>
        </p:nvSpPr>
        <p:spPr>
          <a:xfrm>
            <a:off x="32115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8a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14" name=""/>
          <p:cNvSpPr/>
          <p:nvPr/>
        </p:nvSpPr>
        <p:spPr>
          <a:xfrm>
            <a:off x="32140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89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15" name=""/>
          <p:cNvSpPr/>
          <p:nvPr/>
        </p:nvSpPr>
        <p:spPr>
          <a:xfrm>
            <a:off x="3216600" y="4466880"/>
            <a:ext cx="22320" cy="19440"/>
          </a:xfrm>
          <a:custGeom>
            <a:avLst/>
            <a:gdLst/>
            <a:ahLst/>
            <a:rect l="0" t="0" r="r" b="b"/>
            <a:pathLst>
              <a:path w="62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2" y="0"/>
                </a:lnTo>
                <a:lnTo>
                  <a:pt x="54" y="0"/>
                </a:lnTo>
                <a:close/>
              </a:path>
            </a:pathLst>
          </a:custGeom>
          <a:solidFill>
            <a:srgbClr val="88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16" name=""/>
          <p:cNvSpPr/>
          <p:nvPr/>
        </p:nvSpPr>
        <p:spPr>
          <a:xfrm>
            <a:off x="32194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8736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17" name=""/>
          <p:cNvSpPr/>
          <p:nvPr/>
        </p:nvSpPr>
        <p:spPr>
          <a:xfrm>
            <a:off x="32220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8636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18" name=""/>
          <p:cNvSpPr/>
          <p:nvPr/>
        </p:nvSpPr>
        <p:spPr>
          <a:xfrm>
            <a:off x="32245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8636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19" name=""/>
          <p:cNvSpPr/>
          <p:nvPr/>
        </p:nvSpPr>
        <p:spPr>
          <a:xfrm>
            <a:off x="32270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9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85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20" name=""/>
          <p:cNvSpPr/>
          <p:nvPr/>
        </p:nvSpPr>
        <p:spPr>
          <a:xfrm>
            <a:off x="32299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2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2" y="0"/>
                </a:lnTo>
                <a:close/>
              </a:path>
            </a:pathLst>
          </a:custGeom>
          <a:solidFill>
            <a:srgbClr val="84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21" name=""/>
          <p:cNvSpPr/>
          <p:nvPr/>
        </p:nvSpPr>
        <p:spPr>
          <a:xfrm>
            <a:off x="32324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83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22" name=""/>
          <p:cNvSpPr/>
          <p:nvPr/>
        </p:nvSpPr>
        <p:spPr>
          <a:xfrm>
            <a:off x="32349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82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23" name=""/>
          <p:cNvSpPr/>
          <p:nvPr/>
        </p:nvSpPr>
        <p:spPr>
          <a:xfrm>
            <a:off x="32374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82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24" name=""/>
          <p:cNvSpPr/>
          <p:nvPr/>
        </p:nvSpPr>
        <p:spPr>
          <a:xfrm>
            <a:off x="32403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81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25" name=""/>
          <p:cNvSpPr/>
          <p:nvPr/>
        </p:nvSpPr>
        <p:spPr>
          <a:xfrm>
            <a:off x="32428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80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26" name=""/>
          <p:cNvSpPr/>
          <p:nvPr/>
        </p:nvSpPr>
        <p:spPr>
          <a:xfrm>
            <a:off x="32454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7f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27" name=""/>
          <p:cNvSpPr/>
          <p:nvPr/>
        </p:nvSpPr>
        <p:spPr>
          <a:xfrm>
            <a:off x="32479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7f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28" name=""/>
          <p:cNvSpPr/>
          <p:nvPr/>
        </p:nvSpPr>
        <p:spPr>
          <a:xfrm>
            <a:off x="3250440" y="4466880"/>
            <a:ext cx="22680" cy="19440"/>
          </a:xfrm>
          <a:custGeom>
            <a:avLst/>
            <a:gdLst/>
            <a:ahLst/>
            <a:rect l="0" t="0" r="r" b="b"/>
            <a:pathLst>
              <a:path w="63" h="54">
                <a:moveTo>
                  <a:pt x="54" y="0"/>
                </a:moveTo>
                <a:lnTo>
                  <a:pt x="0" y="54"/>
                </a:lnTo>
                <a:lnTo>
                  <a:pt x="9" y="54"/>
                </a:lnTo>
                <a:lnTo>
                  <a:pt x="63" y="0"/>
                </a:lnTo>
                <a:lnTo>
                  <a:pt x="54" y="0"/>
                </a:lnTo>
                <a:close/>
              </a:path>
            </a:pathLst>
          </a:custGeom>
          <a:solidFill>
            <a:srgbClr val="7e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29" name=""/>
          <p:cNvSpPr/>
          <p:nvPr/>
        </p:nvSpPr>
        <p:spPr>
          <a:xfrm>
            <a:off x="32533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7d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30" name=""/>
          <p:cNvSpPr/>
          <p:nvPr/>
        </p:nvSpPr>
        <p:spPr>
          <a:xfrm>
            <a:off x="32558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7c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31" name=""/>
          <p:cNvSpPr/>
          <p:nvPr/>
        </p:nvSpPr>
        <p:spPr>
          <a:xfrm>
            <a:off x="32583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7b37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32" name=""/>
          <p:cNvSpPr/>
          <p:nvPr/>
        </p:nvSpPr>
        <p:spPr>
          <a:xfrm>
            <a:off x="3260880" y="4466880"/>
            <a:ext cx="22320" cy="19440"/>
          </a:xfrm>
          <a:custGeom>
            <a:avLst/>
            <a:gdLst/>
            <a:ahLst/>
            <a:rect l="0" t="0" r="r" b="b"/>
            <a:pathLst>
              <a:path w="62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2" y="0"/>
                </a:lnTo>
                <a:lnTo>
                  <a:pt x="54" y="0"/>
                </a:lnTo>
                <a:close/>
              </a:path>
            </a:pathLst>
          </a:custGeom>
          <a:solidFill>
            <a:srgbClr val="7b37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33" name=""/>
          <p:cNvSpPr/>
          <p:nvPr/>
        </p:nvSpPr>
        <p:spPr>
          <a:xfrm>
            <a:off x="32637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7a37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34" name=""/>
          <p:cNvSpPr/>
          <p:nvPr/>
        </p:nvSpPr>
        <p:spPr>
          <a:xfrm>
            <a:off x="32662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79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35" name=""/>
          <p:cNvSpPr/>
          <p:nvPr/>
        </p:nvSpPr>
        <p:spPr>
          <a:xfrm>
            <a:off x="32688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78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36" name=""/>
          <p:cNvSpPr/>
          <p:nvPr/>
        </p:nvSpPr>
        <p:spPr>
          <a:xfrm>
            <a:off x="32713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9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77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37" name=""/>
          <p:cNvSpPr/>
          <p:nvPr/>
        </p:nvSpPr>
        <p:spPr>
          <a:xfrm>
            <a:off x="32742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2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2" y="0"/>
                </a:lnTo>
                <a:close/>
              </a:path>
            </a:pathLst>
          </a:custGeom>
          <a:solidFill>
            <a:srgbClr val="77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38" name=""/>
          <p:cNvSpPr/>
          <p:nvPr/>
        </p:nvSpPr>
        <p:spPr>
          <a:xfrm>
            <a:off x="32767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76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39" name=""/>
          <p:cNvSpPr/>
          <p:nvPr/>
        </p:nvSpPr>
        <p:spPr>
          <a:xfrm>
            <a:off x="32792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75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40" name=""/>
          <p:cNvSpPr/>
          <p:nvPr/>
        </p:nvSpPr>
        <p:spPr>
          <a:xfrm>
            <a:off x="32817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74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41" name=""/>
          <p:cNvSpPr/>
          <p:nvPr/>
        </p:nvSpPr>
        <p:spPr>
          <a:xfrm>
            <a:off x="3284280" y="4466880"/>
            <a:ext cx="22320" cy="19440"/>
          </a:xfrm>
          <a:custGeom>
            <a:avLst/>
            <a:gdLst/>
            <a:ahLst/>
            <a:rect l="0" t="0" r="r" b="b"/>
            <a:pathLst>
              <a:path w="62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2" y="0"/>
                </a:lnTo>
                <a:lnTo>
                  <a:pt x="54" y="0"/>
                </a:lnTo>
                <a:close/>
              </a:path>
            </a:pathLst>
          </a:custGeom>
          <a:solidFill>
            <a:srgbClr val="73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42" name=""/>
          <p:cNvSpPr/>
          <p:nvPr/>
        </p:nvSpPr>
        <p:spPr>
          <a:xfrm>
            <a:off x="32871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7337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43" name=""/>
          <p:cNvSpPr/>
          <p:nvPr/>
        </p:nvSpPr>
        <p:spPr>
          <a:xfrm>
            <a:off x="32896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7237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44" name=""/>
          <p:cNvSpPr/>
          <p:nvPr/>
        </p:nvSpPr>
        <p:spPr>
          <a:xfrm>
            <a:off x="32922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7137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45" name=""/>
          <p:cNvSpPr/>
          <p:nvPr/>
        </p:nvSpPr>
        <p:spPr>
          <a:xfrm>
            <a:off x="3294720" y="4466880"/>
            <a:ext cx="22320" cy="19440"/>
          </a:xfrm>
          <a:custGeom>
            <a:avLst/>
            <a:gdLst/>
            <a:ahLst/>
            <a:rect l="0" t="0" r="r" b="b"/>
            <a:pathLst>
              <a:path w="62" h="54">
                <a:moveTo>
                  <a:pt x="53" y="0"/>
                </a:moveTo>
                <a:lnTo>
                  <a:pt x="0" y="54"/>
                </a:lnTo>
                <a:lnTo>
                  <a:pt x="8" y="54"/>
                </a:lnTo>
                <a:lnTo>
                  <a:pt x="62" y="0"/>
                </a:lnTo>
                <a:lnTo>
                  <a:pt x="53" y="0"/>
                </a:lnTo>
                <a:close/>
              </a:path>
            </a:pathLst>
          </a:custGeom>
          <a:solidFill>
            <a:srgbClr val="70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46" name=""/>
          <p:cNvSpPr/>
          <p:nvPr/>
        </p:nvSpPr>
        <p:spPr>
          <a:xfrm>
            <a:off x="32976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6f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47" name=""/>
          <p:cNvSpPr/>
          <p:nvPr/>
        </p:nvSpPr>
        <p:spPr>
          <a:xfrm>
            <a:off x="33001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6f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48" name=""/>
          <p:cNvSpPr/>
          <p:nvPr/>
        </p:nvSpPr>
        <p:spPr>
          <a:xfrm>
            <a:off x="33026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6e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49" name=""/>
          <p:cNvSpPr/>
          <p:nvPr/>
        </p:nvSpPr>
        <p:spPr>
          <a:xfrm>
            <a:off x="3305160" y="4466880"/>
            <a:ext cx="22320" cy="19440"/>
          </a:xfrm>
          <a:custGeom>
            <a:avLst/>
            <a:gdLst/>
            <a:ahLst/>
            <a:rect l="0" t="0" r="r" b="b"/>
            <a:pathLst>
              <a:path w="62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2" y="0"/>
                </a:lnTo>
                <a:lnTo>
                  <a:pt x="54" y="0"/>
                </a:lnTo>
                <a:close/>
              </a:path>
            </a:pathLst>
          </a:custGeom>
          <a:solidFill>
            <a:srgbClr val="6d37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50" name=""/>
          <p:cNvSpPr/>
          <p:nvPr/>
        </p:nvSpPr>
        <p:spPr>
          <a:xfrm>
            <a:off x="33080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6c38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51" name=""/>
          <p:cNvSpPr/>
          <p:nvPr/>
        </p:nvSpPr>
        <p:spPr>
          <a:xfrm>
            <a:off x="33105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6b38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52" name=""/>
          <p:cNvSpPr/>
          <p:nvPr/>
        </p:nvSpPr>
        <p:spPr>
          <a:xfrm>
            <a:off x="33130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6b38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53" name=""/>
          <p:cNvSpPr/>
          <p:nvPr/>
        </p:nvSpPr>
        <p:spPr>
          <a:xfrm>
            <a:off x="33156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6a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54" name=""/>
          <p:cNvSpPr/>
          <p:nvPr/>
        </p:nvSpPr>
        <p:spPr>
          <a:xfrm>
            <a:off x="33184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69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55" name=""/>
          <p:cNvSpPr/>
          <p:nvPr/>
        </p:nvSpPr>
        <p:spPr>
          <a:xfrm>
            <a:off x="33210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68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56" name=""/>
          <p:cNvSpPr/>
          <p:nvPr/>
        </p:nvSpPr>
        <p:spPr>
          <a:xfrm>
            <a:off x="33235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67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57" name=""/>
          <p:cNvSpPr/>
          <p:nvPr/>
        </p:nvSpPr>
        <p:spPr>
          <a:xfrm>
            <a:off x="33260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6738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58" name=""/>
          <p:cNvSpPr/>
          <p:nvPr/>
        </p:nvSpPr>
        <p:spPr>
          <a:xfrm>
            <a:off x="3328560" y="4466880"/>
            <a:ext cx="22320" cy="19440"/>
          </a:xfrm>
          <a:custGeom>
            <a:avLst/>
            <a:gdLst/>
            <a:ahLst/>
            <a:rect l="0" t="0" r="r" b="b"/>
            <a:pathLst>
              <a:path w="62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2" y="0"/>
                </a:lnTo>
                <a:lnTo>
                  <a:pt x="54" y="0"/>
                </a:lnTo>
                <a:close/>
              </a:path>
            </a:pathLst>
          </a:custGeom>
          <a:solidFill>
            <a:srgbClr val="6638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59" name=""/>
          <p:cNvSpPr/>
          <p:nvPr/>
        </p:nvSpPr>
        <p:spPr>
          <a:xfrm>
            <a:off x="33314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6538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60" name=""/>
          <p:cNvSpPr/>
          <p:nvPr/>
        </p:nvSpPr>
        <p:spPr>
          <a:xfrm>
            <a:off x="33339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64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61" name=""/>
          <p:cNvSpPr/>
          <p:nvPr/>
        </p:nvSpPr>
        <p:spPr>
          <a:xfrm>
            <a:off x="33364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63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62" name=""/>
          <p:cNvSpPr/>
          <p:nvPr/>
        </p:nvSpPr>
        <p:spPr>
          <a:xfrm>
            <a:off x="3339000" y="4466880"/>
            <a:ext cx="22320" cy="19440"/>
          </a:xfrm>
          <a:custGeom>
            <a:avLst/>
            <a:gdLst/>
            <a:ahLst/>
            <a:rect l="0" t="0" r="r" b="b"/>
            <a:pathLst>
              <a:path w="62" h="54">
                <a:moveTo>
                  <a:pt x="53" y="0"/>
                </a:moveTo>
                <a:lnTo>
                  <a:pt x="0" y="54"/>
                </a:lnTo>
                <a:lnTo>
                  <a:pt x="8" y="54"/>
                </a:lnTo>
                <a:lnTo>
                  <a:pt x="62" y="0"/>
                </a:lnTo>
                <a:lnTo>
                  <a:pt x="53" y="0"/>
                </a:lnTo>
                <a:close/>
              </a:path>
            </a:pathLst>
          </a:custGeom>
          <a:solidFill>
            <a:srgbClr val="63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63" name=""/>
          <p:cNvSpPr/>
          <p:nvPr/>
        </p:nvSpPr>
        <p:spPr>
          <a:xfrm>
            <a:off x="33418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62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64" name=""/>
          <p:cNvSpPr/>
          <p:nvPr/>
        </p:nvSpPr>
        <p:spPr>
          <a:xfrm>
            <a:off x="33444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61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65" name=""/>
          <p:cNvSpPr/>
          <p:nvPr/>
        </p:nvSpPr>
        <p:spPr>
          <a:xfrm>
            <a:off x="33469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60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66" name=""/>
          <p:cNvSpPr/>
          <p:nvPr/>
        </p:nvSpPr>
        <p:spPr>
          <a:xfrm>
            <a:off x="3349440" y="4466880"/>
            <a:ext cx="22320" cy="19440"/>
          </a:xfrm>
          <a:custGeom>
            <a:avLst/>
            <a:gdLst/>
            <a:ahLst/>
            <a:rect l="0" t="0" r="r" b="b"/>
            <a:pathLst>
              <a:path w="62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2" y="0"/>
                </a:lnTo>
                <a:lnTo>
                  <a:pt x="54" y="0"/>
                </a:lnTo>
                <a:close/>
              </a:path>
            </a:pathLst>
          </a:custGeom>
          <a:solidFill>
            <a:srgbClr val="5f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67" name=""/>
          <p:cNvSpPr/>
          <p:nvPr/>
        </p:nvSpPr>
        <p:spPr>
          <a:xfrm>
            <a:off x="33523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5f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68" name=""/>
          <p:cNvSpPr/>
          <p:nvPr/>
        </p:nvSpPr>
        <p:spPr>
          <a:xfrm>
            <a:off x="33548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5e38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69" name=""/>
          <p:cNvSpPr/>
          <p:nvPr/>
        </p:nvSpPr>
        <p:spPr>
          <a:xfrm>
            <a:off x="33573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5d38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70" name=""/>
          <p:cNvSpPr/>
          <p:nvPr/>
        </p:nvSpPr>
        <p:spPr>
          <a:xfrm>
            <a:off x="33598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5c38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71" name=""/>
          <p:cNvSpPr/>
          <p:nvPr/>
        </p:nvSpPr>
        <p:spPr>
          <a:xfrm>
            <a:off x="33627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5c38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72" name=""/>
          <p:cNvSpPr/>
          <p:nvPr/>
        </p:nvSpPr>
        <p:spPr>
          <a:xfrm>
            <a:off x="33652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5b38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73" name=""/>
          <p:cNvSpPr/>
          <p:nvPr/>
        </p:nvSpPr>
        <p:spPr>
          <a:xfrm>
            <a:off x="33678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5a38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74" name=""/>
          <p:cNvSpPr/>
          <p:nvPr/>
        </p:nvSpPr>
        <p:spPr>
          <a:xfrm>
            <a:off x="33703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5939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75" name=""/>
          <p:cNvSpPr/>
          <p:nvPr/>
        </p:nvSpPr>
        <p:spPr>
          <a:xfrm>
            <a:off x="3372840" y="4466880"/>
            <a:ext cx="22320" cy="19440"/>
          </a:xfrm>
          <a:custGeom>
            <a:avLst/>
            <a:gdLst/>
            <a:ahLst/>
            <a:rect l="0" t="0" r="r" b="b"/>
            <a:pathLst>
              <a:path w="62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2" y="0"/>
                </a:lnTo>
                <a:lnTo>
                  <a:pt x="54" y="0"/>
                </a:lnTo>
                <a:close/>
              </a:path>
            </a:pathLst>
          </a:custGeom>
          <a:solidFill>
            <a:srgbClr val="58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76" name=""/>
          <p:cNvSpPr/>
          <p:nvPr/>
        </p:nvSpPr>
        <p:spPr>
          <a:xfrm>
            <a:off x="33757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58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77" name=""/>
          <p:cNvSpPr/>
          <p:nvPr/>
        </p:nvSpPr>
        <p:spPr>
          <a:xfrm>
            <a:off x="33782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57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78" name=""/>
          <p:cNvSpPr/>
          <p:nvPr/>
        </p:nvSpPr>
        <p:spPr>
          <a:xfrm>
            <a:off x="33807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56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79" name=""/>
          <p:cNvSpPr/>
          <p:nvPr/>
        </p:nvSpPr>
        <p:spPr>
          <a:xfrm>
            <a:off x="3383280" y="4466880"/>
            <a:ext cx="22320" cy="19440"/>
          </a:xfrm>
          <a:custGeom>
            <a:avLst/>
            <a:gdLst/>
            <a:ahLst/>
            <a:rect l="0" t="0" r="r" b="b"/>
            <a:pathLst>
              <a:path w="62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2" y="0"/>
                </a:lnTo>
                <a:lnTo>
                  <a:pt x="54" y="0"/>
                </a:lnTo>
                <a:close/>
              </a:path>
            </a:pathLst>
          </a:custGeom>
          <a:solidFill>
            <a:srgbClr val="5539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80" name=""/>
          <p:cNvSpPr/>
          <p:nvPr/>
        </p:nvSpPr>
        <p:spPr>
          <a:xfrm>
            <a:off x="33861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5439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81" name=""/>
          <p:cNvSpPr/>
          <p:nvPr/>
        </p:nvSpPr>
        <p:spPr>
          <a:xfrm>
            <a:off x="33886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5439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82" name=""/>
          <p:cNvSpPr/>
          <p:nvPr/>
        </p:nvSpPr>
        <p:spPr>
          <a:xfrm>
            <a:off x="33912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53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83" name=""/>
          <p:cNvSpPr/>
          <p:nvPr/>
        </p:nvSpPr>
        <p:spPr>
          <a:xfrm>
            <a:off x="33937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52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84" name=""/>
          <p:cNvSpPr/>
          <p:nvPr/>
        </p:nvSpPr>
        <p:spPr>
          <a:xfrm>
            <a:off x="33966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51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85" name=""/>
          <p:cNvSpPr/>
          <p:nvPr/>
        </p:nvSpPr>
        <p:spPr>
          <a:xfrm>
            <a:off x="33991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50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86" name=""/>
          <p:cNvSpPr/>
          <p:nvPr/>
        </p:nvSpPr>
        <p:spPr>
          <a:xfrm>
            <a:off x="34016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50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87" name=""/>
          <p:cNvSpPr/>
          <p:nvPr/>
        </p:nvSpPr>
        <p:spPr>
          <a:xfrm>
            <a:off x="34041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4f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88" name=""/>
          <p:cNvSpPr/>
          <p:nvPr/>
        </p:nvSpPr>
        <p:spPr>
          <a:xfrm>
            <a:off x="34070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4e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89" name=""/>
          <p:cNvSpPr/>
          <p:nvPr/>
        </p:nvSpPr>
        <p:spPr>
          <a:xfrm>
            <a:off x="34095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4d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90" name=""/>
          <p:cNvSpPr/>
          <p:nvPr/>
        </p:nvSpPr>
        <p:spPr>
          <a:xfrm>
            <a:off x="34120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4c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91" name=""/>
          <p:cNvSpPr/>
          <p:nvPr/>
        </p:nvSpPr>
        <p:spPr>
          <a:xfrm>
            <a:off x="34146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4c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92" name=""/>
          <p:cNvSpPr/>
          <p:nvPr/>
        </p:nvSpPr>
        <p:spPr>
          <a:xfrm>
            <a:off x="3417120" y="4466880"/>
            <a:ext cx="22320" cy="19440"/>
          </a:xfrm>
          <a:custGeom>
            <a:avLst/>
            <a:gdLst/>
            <a:ahLst/>
            <a:rect l="0" t="0" r="r" b="b"/>
            <a:pathLst>
              <a:path w="62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2" y="0"/>
                </a:lnTo>
                <a:lnTo>
                  <a:pt x="54" y="0"/>
                </a:lnTo>
                <a:close/>
              </a:path>
            </a:pathLst>
          </a:custGeom>
          <a:solidFill>
            <a:srgbClr val="4b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93" name=""/>
          <p:cNvSpPr/>
          <p:nvPr/>
        </p:nvSpPr>
        <p:spPr>
          <a:xfrm>
            <a:off x="34200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4a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94" name=""/>
          <p:cNvSpPr/>
          <p:nvPr/>
        </p:nvSpPr>
        <p:spPr>
          <a:xfrm>
            <a:off x="34225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4939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95" name=""/>
          <p:cNvSpPr/>
          <p:nvPr/>
        </p:nvSpPr>
        <p:spPr>
          <a:xfrm>
            <a:off x="34250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4839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96" name=""/>
          <p:cNvSpPr/>
          <p:nvPr/>
        </p:nvSpPr>
        <p:spPr>
          <a:xfrm>
            <a:off x="3427560" y="4466880"/>
            <a:ext cx="22320" cy="19440"/>
          </a:xfrm>
          <a:custGeom>
            <a:avLst/>
            <a:gdLst/>
            <a:ahLst/>
            <a:rect l="0" t="0" r="r" b="b"/>
            <a:pathLst>
              <a:path w="62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2" y="0"/>
                </a:lnTo>
                <a:lnTo>
                  <a:pt x="54" y="0"/>
                </a:lnTo>
                <a:close/>
              </a:path>
            </a:pathLst>
          </a:custGeom>
          <a:solidFill>
            <a:srgbClr val="4839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97" name=""/>
          <p:cNvSpPr/>
          <p:nvPr/>
        </p:nvSpPr>
        <p:spPr>
          <a:xfrm>
            <a:off x="34304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47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98" name=""/>
          <p:cNvSpPr/>
          <p:nvPr/>
        </p:nvSpPr>
        <p:spPr>
          <a:xfrm>
            <a:off x="34329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46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99" name=""/>
          <p:cNvSpPr/>
          <p:nvPr/>
        </p:nvSpPr>
        <p:spPr>
          <a:xfrm>
            <a:off x="34354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45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00" name=""/>
          <p:cNvSpPr/>
          <p:nvPr/>
        </p:nvSpPr>
        <p:spPr>
          <a:xfrm>
            <a:off x="34380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44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01" name=""/>
          <p:cNvSpPr/>
          <p:nvPr/>
        </p:nvSpPr>
        <p:spPr>
          <a:xfrm>
            <a:off x="34408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44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02" name=""/>
          <p:cNvSpPr/>
          <p:nvPr/>
        </p:nvSpPr>
        <p:spPr>
          <a:xfrm>
            <a:off x="34434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43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03" name=""/>
          <p:cNvSpPr/>
          <p:nvPr/>
        </p:nvSpPr>
        <p:spPr>
          <a:xfrm>
            <a:off x="34459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42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04" name=""/>
          <p:cNvSpPr/>
          <p:nvPr/>
        </p:nvSpPr>
        <p:spPr>
          <a:xfrm>
            <a:off x="34484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41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05" name=""/>
          <p:cNvSpPr/>
          <p:nvPr/>
        </p:nvSpPr>
        <p:spPr>
          <a:xfrm>
            <a:off x="34513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403a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06" name=""/>
          <p:cNvSpPr/>
          <p:nvPr/>
        </p:nvSpPr>
        <p:spPr>
          <a:xfrm>
            <a:off x="34538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403a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07" name=""/>
          <p:cNvSpPr/>
          <p:nvPr/>
        </p:nvSpPr>
        <p:spPr>
          <a:xfrm>
            <a:off x="34563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3f3a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08" name=""/>
          <p:cNvSpPr/>
          <p:nvPr/>
        </p:nvSpPr>
        <p:spPr>
          <a:xfrm>
            <a:off x="34588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3e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09" name=""/>
          <p:cNvSpPr/>
          <p:nvPr/>
        </p:nvSpPr>
        <p:spPr>
          <a:xfrm>
            <a:off x="3461400" y="4466880"/>
            <a:ext cx="22320" cy="19440"/>
          </a:xfrm>
          <a:custGeom>
            <a:avLst/>
            <a:gdLst/>
            <a:ahLst/>
            <a:rect l="0" t="0" r="r" b="b"/>
            <a:pathLst>
              <a:path w="62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2" y="0"/>
                </a:lnTo>
                <a:lnTo>
                  <a:pt x="54" y="0"/>
                </a:lnTo>
                <a:close/>
              </a:path>
            </a:pathLst>
          </a:custGeom>
          <a:solidFill>
            <a:srgbClr val="3d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10" name=""/>
          <p:cNvSpPr/>
          <p:nvPr/>
        </p:nvSpPr>
        <p:spPr>
          <a:xfrm>
            <a:off x="34642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3c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11" name=""/>
          <p:cNvSpPr/>
          <p:nvPr/>
        </p:nvSpPr>
        <p:spPr>
          <a:xfrm>
            <a:off x="34668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3c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12" name=""/>
          <p:cNvSpPr/>
          <p:nvPr/>
        </p:nvSpPr>
        <p:spPr>
          <a:xfrm>
            <a:off x="34693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3b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13" name=""/>
          <p:cNvSpPr/>
          <p:nvPr/>
        </p:nvSpPr>
        <p:spPr>
          <a:xfrm>
            <a:off x="3471840" y="4466880"/>
            <a:ext cx="22320" cy="19440"/>
          </a:xfrm>
          <a:custGeom>
            <a:avLst/>
            <a:gdLst/>
            <a:ahLst/>
            <a:rect l="0" t="0" r="r" b="b"/>
            <a:pathLst>
              <a:path w="62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2" y="0"/>
                </a:lnTo>
                <a:lnTo>
                  <a:pt x="54" y="0"/>
                </a:lnTo>
                <a:close/>
              </a:path>
            </a:pathLst>
          </a:custGeom>
          <a:solidFill>
            <a:srgbClr val="3a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14" name=""/>
          <p:cNvSpPr/>
          <p:nvPr/>
        </p:nvSpPr>
        <p:spPr>
          <a:xfrm>
            <a:off x="34747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39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15" name=""/>
          <p:cNvSpPr/>
          <p:nvPr/>
        </p:nvSpPr>
        <p:spPr>
          <a:xfrm>
            <a:off x="34772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39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16" name=""/>
          <p:cNvSpPr/>
          <p:nvPr/>
        </p:nvSpPr>
        <p:spPr>
          <a:xfrm>
            <a:off x="34797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38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17" name=""/>
          <p:cNvSpPr/>
          <p:nvPr/>
        </p:nvSpPr>
        <p:spPr>
          <a:xfrm>
            <a:off x="34822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37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18" name=""/>
          <p:cNvSpPr/>
          <p:nvPr/>
        </p:nvSpPr>
        <p:spPr>
          <a:xfrm>
            <a:off x="348516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36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19" name=""/>
          <p:cNvSpPr/>
          <p:nvPr/>
        </p:nvSpPr>
        <p:spPr>
          <a:xfrm>
            <a:off x="348768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35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20" name=""/>
          <p:cNvSpPr/>
          <p:nvPr/>
        </p:nvSpPr>
        <p:spPr>
          <a:xfrm>
            <a:off x="34902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353a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21" name=""/>
          <p:cNvSpPr/>
          <p:nvPr/>
        </p:nvSpPr>
        <p:spPr>
          <a:xfrm>
            <a:off x="34927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8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343b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22" name=""/>
          <p:cNvSpPr/>
          <p:nvPr/>
        </p:nvSpPr>
        <p:spPr>
          <a:xfrm>
            <a:off x="349560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3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3" y="0"/>
                </a:lnTo>
                <a:close/>
              </a:path>
            </a:pathLst>
          </a:custGeom>
          <a:solidFill>
            <a:srgbClr val="333b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23" name=""/>
          <p:cNvSpPr/>
          <p:nvPr/>
        </p:nvSpPr>
        <p:spPr>
          <a:xfrm>
            <a:off x="349812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32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24" name=""/>
          <p:cNvSpPr/>
          <p:nvPr/>
        </p:nvSpPr>
        <p:spPr>
          <a:xfrm>
            <a:off x="3500640" y="446688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31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25" name=""/>
          <p:cNvSpPr/>
          <p:nvPr/>
        </p:nvSpPr>
        <p:spPr>
          <a:xfrm>
            <a:off x="3503160" y="446688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59" y="3"/>
                </a:lnTo>
                <a:lnTo>
                  <a:pt x="54" y="0"/>
                </a:lnTo>
                <a:close/>
              </a:path>
            </a:pathLst>
          </a:custGeom>
          <a:solidFill>
            <a:srgbClr val="31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26" name=""/>
          <p:cNvSpPr/>
          <p:nvPr/>
        </p:nvSpPr>
        <p:spPr>
          <a:xfrm>
            <a:off x="3505680" y="4467960"/>
            <a:ext cx="18720" cy="18360"/>
          </a:xfrm>
          <a:custGeom>
            <a:avLst/>
            <a:gdLst/>
            <a:ahLst/>
            <a:rect l="0" t="0" r="r" b="b"/>
            <a:pathLst>
              <a:path w="52" h="51">
                <a:moveTo>
                  <a:pt x="52" y="0"/>
                </a:moveTo>
                <a:lnTo>
                  <a:pt x="0" y="51"/>
                </a:lnTo>
                <a:lnTo>
                  <a:pt x="8" y="51"/>
                </a:lnTo>
                <a:lnTo>
                  <a:pt x="52" y="7"/>
                </a:lnTo>
                <a:lnTo>
                  <a:pt x="52" y="0"/>
                </a:lnTo>
                <a:close/>
              </a:path>
            </a:pathLst>
          </a:custGeom>
          <a:solidFill>
            <a:srgbClr val="30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27" name=""/>
          <p:cNvSpPr/>
          <p:nvPr/>
        </p:nvSpPr>
        <p:spPr>
          <a:xfrm>
            <a:off x="3508560" y="4470480"/>
            <a:ext cx="15840" cy="15840"/>
          </a:xfrm>
          <a:custGeom>
            <a:avLst/>
            <a:gdLst/>
            <a:ahLst/>
            <a:rect l="0" t="0" r="r" b="b"/>
            <a:pathLst>
              <a:path w="44" h="44">
                <a:moveTo>
                  <a:pt x="44" y="0"/>
                </a:moveTo>
                <a:lnTo>
                  <a:pt x="0" y="44"/>
                </a:lnTo>
                <a:lnTo>
                  <a:pt x="7" y="44"/>
                </a:lnTo>
                <a:lnTo>
                  <a:pt x="44" y="7"/>
                </a:lnTo>
                <a:lnTo>
                  <a:pt x="44" y="0"/>
                </a:lnTo>
                <a:close/>
              </a:path>
            </a:pathLst>
          </a:custGeom>
          <a:solidFill>
            <a:srgbClr val="2f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28" name=""/>
          <p:cNvSpPr/>
          <p:nvPr/>
        </p:nvSpPr>
        <p:spPr>
          <a:xfrm>
            <a:off x="3511080" y="4473000"/>
            <a:ext cx="13320" cy="13320"/>
          </a:xfrm>
          <a:custGeom>
            <a:avLst/>
            <a:gdLst/>
            <a:ahLst/>
            <a:rect l="0" t="0" r="r" b="b"/>
            <a:pathLst>
              <a:path w="37" h="37">
                <a:moveTo>
                  <a:pt x="37" y="0"/>
                </a:moveTo>
                <a:lnTo>
                  <a:pt x="0" y="37"/>
                </a:lnTo>
                <a:lnTo>
                  <a:pt x="7" y="37"/>
                </a:lnTo>
                <a:lnTo>
                  <a:pt x="37" y="7"/>
                </a:lnTo>
                <a:lnTo>
                  <a:pt x="37" y="0"/>
                </a:lnTo>
                <a:close/>
              </a:path>
            </a:pathLst>
          </a:custGeom>
          <a:solidFill>
            <a:srgbClr val="2e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29" name=""/>
          <p:cNvSpPr/>
          <p:nvPr/>
        </p:nvSpPr>
        <p:spPr>
          <a:xfrm>
            <a:off x="3513600" y="4475520"/>
            <a:ext cx="10800" cy="10800"/>
          </a:xfrm>
          <a:custGeom>
            <a:avLst/>
            <a:gdLst/>
            <a:ahLst/>
            <a:rect l="0" t="0" r="r" b="b"/>
            <a:pathLst>
              <a:path w="30" h="30">
                <a:moveTo>
                  <a:pt x="30" y="0"/>
                </a:moveTo>
                <a:lnTo>
                  <a:pt x="0" y="30"/>
                </a:lnTo>
                <a:lnTo>
                  <a:pt x="7" y="30"/>
                </a:lnTo>
                <a:lnTo>
                  <a:pt x="30" y="8"/>
                </a:lnTo>
                <a:lnTo>
                  <a:pt x="30" y="0"/>
                </a:lnTo>
                <a:close/>
              </a:path>
            </a:pathLst>
          </a:custGeom>
          <a:solidFill>
            <a:srgbClr val="2d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30" name=""/>
          <p:cNvSpPr/>
          <p:nvPr/>
        </p:nvSpPr>
        <p:spPr>
          <a:xfrm>
            <a:off x="3516120" y="4478400"/>
            <a:ext cx="8280" cy="7920"/>
          </a:xfrm>
          <a:custGeom>
            <a:avLst/>
            <a:gdLst/>
            <a:ahLst/>
            <a:rect l="0" t="0" r="r" b="b"/>
            <a:pathLst>
              <a:path w="23" h="22">
                <a:moveTo>
                  <a:pt x="23" y="0"/>
                </a:moveTo>
                <a:lnTo>
                  <a:pt x="0" y="22"/>
                </a:lnTo>
                <a:lnTo>
                  <a:pt x="8" y="22"/>
                </a:lnTo>
                <a:lnTo>
                  <a:pt x="23" y="8"/>
                </a:lnTo>
                <a:lnTo>
                  <a:pt x="23" y="0"/>
                </a:lnTo>
                <a:close/>
              </a:path>
            </a:pathLst>
          </a:custGeom>
          <a:solidFill>
            <a:srgbClr val="2d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31" name=""/>
          <p:cNvSpPr/>
          <p:nvPr/>
        </p:nvSpPr>
        <p:spPr>
          <a:xfrm>
            <a:off x="3519000" y="4480920"/>
            <a:ext cx="5400" cy="5400"/>
          </a:xfrm>
          <a:custGeom>
            <a:avLst/>
            <a:gdLst/>
            <a:ahLst/>
            <a:rect l="0" t="0" r="r" b="b"/>
            <a:pathLst>
              <a:path w="15" h="15">
                <a:moveTo>
                  <a:pt x="15" y="0"/>
                </a:moveTo>
                <a:lnTo>
                  <a:pt x="0" y="15"/>
                </a:lnTo>
                <a:lnTo>
                  <a:pt x="8" y="15"/>
                </a:lnTo>
                <a:lnTo>
                  <a:pt x="15" y="8"/>
                </a:lnTo>
                <a:lnTo>
                  <a:pt x="15" y="0"/>
                </a:lnTo>
                <a:close/>
              </a:path>
            </a:pathLst>
          </a:custGeom>
          <a:solidFill>
            <a:srgbClr val="2c3b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32" name=""/>
          <p:cNvSpPr/>
          <p:nvPr/>
        </p:nvSpPr>
        <p:spPr>
          <a:xfrm>
            <a:off x="3521520" y="4483440"/>
            <a:ext cx="2880" cy="2880"/>
          </a:xfrm>
          <a:custGeom>
            <a:avLst/>
            <a:gdLst/>
            <a:ahLst/>
            <a:rect l="0" t="0" r="r" b="b"/>
            <a:pathLst>
              <a:path w="8" h="8">
                <a:moveTo>
                  <a:pt x="8" y="0"/>
                </a:moveTo>
                <a:lnTo>
                  <a:pt x="0" y="8"/>
                </a:lnTo>
                <a:lnTo>
                  <a:pt x="8" y="8"/>
                </a:lnTo>
                <a:lnTo>
                  <a:pt x="8" y="0"/>
                </a:lnTo>
                <a:close/>
              </a:path>
            </a:pathLst>
          </a:custGeom>
          <a:solidFill>
            <a:srgbClr val="2b3b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33" name=""/>
          <p:cNvSpPr txBox="1"/>
          <p:nvPr/>
        </p:nvSpPr>
        <p:spPr>
          <a:xfrm>
            <a:off x="2880000" y="3657240"/>
            <a:ext cx="1478880" cy="574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3400" spc="-1" strike="noStrike">
                <a:solidFill>
                  <a:srgbClr val="6a26d8"/>
                </a:solidFill>
                <a:latin typeface="PlayfairDisplay-Medium"/>
                <a:ea typeface="PlayfairDisplay-Medium"/>
              </a:rPr>
              <a:t>GFX-T.</a:t>
            </a:r>
            <a:endParaRPr b="0" lang="en-US" sz="3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4" name=""/>
          <p:cNvSpPr txBox="1"/>
          <p:nvPr/>
        </p:nvSpPr>
        <p:spPr>
          <a:xfrm>
            <a:off x="2880000" y="4776120"/>
            <a:ext cx="334296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50" spc="-1" strike="noStrike">
                <a:solidFill>
                  <a:srgbClr val="6b6878"/>
                </a:solidFill>
                <a:latin typeface="Inter"/>
                <a:ea typeface="Inter"/>
              </a:rPr>
              <a:t>An overview of your website project: where it stands,</a:t>
            </a:r>
            <a:endParaRPr b="0" lang="en-US" sz="10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5" name=""/>
          <p:cNvSpPr txBox="1"/>
          <p:nvPr/>
        </p:nvSpPr>
        <p:spPr>
          <a:xfrm>
            <a:off x="2880000" y="4995360"/>
            <a:ext cx="321336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50" spc="-1" strike="noStrike">
                <a:solidFill>
                  <a:srgbClr val="6b6878"/>
                </a:solidFill>
                <a:latin typeface="Inter"/>
                <a:ea typeface="Inter"/>
              </a:rPr>
              <a:t>how we will take it live on your own domain, what it</a:t>
            </a:r>
            <a:endParaRPr b="0" lang="en-US" sz="10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6" name=""/>
          <p:cNvSpPr/>
          <p:nvPr/>
        </p:nvSpPr>
        <p:spPr>
          <a:xfrm>
            <a:off x="2876400" y="8629560"/>
            <a:ext cx="4038840" cy="9720"/>
          </a:xfrm>
          <a:custGeom>
            <a:avLst/>
            <a:gdLst/>
            <a:ahLst/>
            <a:rect l="0" t="0" r="r" b="b"/>
            <a:pathLst>
              <a:path w="11219" h="27">
                <a:moveTo>
                  <a:pt x="0" y="0"/>
                </a:moveTo>
                <a:lnTo>
                  <a:pt x="11219" y="0"/>
                </a:lnTo>
                <a:lnTo>
                  <a:pt x="1121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7" name=""/>
          <p:cNvSpPr txBox="1"/>
          <p:nvPr/>
        </p:nvSpPr>
        <p:spPr>
          <a:xfrm>
            <a:off x="2880000" y="5214240"/>
            <a:ext cx="285516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50" spc="-1" strike="noStrike">
                <a:solidFill>
                  <a:srgbClr val="6b6878"/>
                </a:solidFill>
                <a:latin typeface="Inter"/>
                <a:ea typeface="Inter"/>
              </a:rPr>
              <a:t>costs, and how we will support you at launch.</a:t>
            </a:r>
            <a:endParaRPr b="0" lang="en-US" sz="10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8" name=""/>
          <p:cNvSpPr txBox="1"/>
          <p:nvPr/>
        </p:nvSpPr>
        <p:spPr>
          <a:xfrm>
            <a:off x="2880000" y="8870040"/>
            <a:ext cx="892440" cy="105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680" spc="-1" strike="noStrike">
                <a:solidFill>
                  <a:srgbClr val="6b6878"/>
                </a:solidFill>
                <a:latin typeface="Inter"/>
                <a:ea typeface="Inter"/>
              </a:rPr>
              <a:t>P R E PA R E D   F O R</a:t>
            </a:r>
            <a:endParaRPr b="0" lang="en-US" sz="6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9" name=""/>
          <p:cNvSpPr txBox="1"/>
          <p:nvPr/>
        </p:nvSpPr>
        <p:spPr>
          <a:xfrm>
            <a:off x="2880000" y="9017640"/>
            <a:ext cx="1456200" cy="14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50" spc="-1" strike="noStrike">
                <a:solidFill>
                  <a:srgbClr val="0e0e14"/>
                </a:solidFill>
                <a:latin typeface="Inter"/>
                <a:ea typeface="Inter"/>
              </a:rPr>
              <a:t>GFXT · Creative &amp; Digital</a:t>
            </a:r>
            <a:endParaRPr b="0" lang="en-US" sz="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0" name=""/>
          <p:cNvSpPr txBox="1"/>
          <p:nvPr/>
        </p:nvSpPr>
        <p:spPr>
          <a:xfrm>
            <a:off x="2880000" y="9208080"/>
            <a:ext cx="1040040" cy="14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50" spc="-1" strike="noStrike">
                <a:solidFill>
                  <a:srgbClr val="0e0e14"/>
                </a:solidFill>
                <a:latin typeface="Inter"/>
                <a:ea typeface="Inter"/>
              </a:rPr>
              <a:t>Marketing Agency</a:t>
            </a:r>
            <a:endParaRPr b="0" lang="en-US" sz="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1" name=""/>
          <p:cNvSpPr txBox="1"/>
          <p:nvPr/>
        </p:nvSpPr>
        <p:spPr>
          <a:xfrm>
            <a:off x="5040000" y="8870040"/>
            <a:ext cx="546480" cy="105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680" spc="-1" strike="noStrike">
                <a:solidFill>
                  <a:srgbClr val="6b6878"/>
                </a:solidFill>
                <a:latin typeface="Inter"/>
                <a:ea typeface="Inter"/>
              </a:rPr>
              <a:t>P R O J E C T</a:t>
            </a:r>
            <a:endParaRPr b="0" lang="en-US" sz="6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2" name=""/>
          <p:cNvSpPr txBox="1"/>
          <p:nvPr/>
        </p:nvSpPr>
        <p:spPr>
          <a:xfrm>
            <a:off x="5040000" y="9017640"/>
            <a:ext cx="1788480" cy="14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50" spc="-1" strike="noStrike">
                <a:solidFill>
                  <a:srgbClr val="0e0e14"/>
                </a:solidFill>
                <a:latin typeface="Inter"/>
                <a:ea typeface="Inter"/>
              </a:rPr>
              <a:t>GFXT Website: Build &amp; Launch</a:t>
            </a:r>
            <a:endParaRPr b="0" lang="en-US" sz="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3" name=""/>
          <p:cNvSpPr txBox="1"/>
          <p:nvPr/>
        </p:nvSpPr>
        <p:spPr>
          <a:xfrm>
            <a:off x="2880000" y="9574560"/>
            <a:ext cx="695520" cy="105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680" spc="-1" strike="noStrike">
                <a:solidFill>
                  <a:srgbClr val="6b6878"/>
                </a:solidFill>
                <a:latin typeface="Inter"/>
                <a:ea typeface="Inter"/>
              </a:rPr>
              <a:t>R E F E R E N C E</a:t>
            </a:r>
            <a:endParaRPr b="0" lang="en-US" sz="6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4" name=""/>
          <p:cNvSpPr txBox="1"/>
          <p:nvPr/>
        </p:nvSpPr>
        <p:spPr>
          <a:xfrm>
            <a:off x="2880000" y="9722520"/>
            <a:ext cx="986760" cy="14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50" spc="-1" strike="noStrike">
                <a:solidFill>
                  <a:srgbClr val="0e0e14"/>
                </a:solidFill>
                <a:latin typeface="Inter"/>
                <a:ea typeface="Inter"/>
              </a:rPr>
              <a:t>OBDGFXT2026</a:t>
            </a:r>
            <a:endParaRPr b="0" lang="en-US" sz="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5" name=""/>
          <p:cNvSpPr txBox="1"/>
          <p:nvPr/>
        </p:nvSpPr>
        <p:spPr>
          <a:xfrm>
            <a:off x="5040000" y="9574560"/>
            <a:ext cx="279720" cy="105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680" spc="-1" strike="noStrike">
                <a:solidFill>
                  <a:srgbClr val="6b6878"/>
                </a:solidFill>
                <a:latin typeface="Inter"/>
                <a:ea typeface="Inter"/>
              </a:rPr>
              <a:t>D AT E</a:t>
            </a:r>
            <a:endParaRPr b="0" lang="en-US" sz="6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6" name=""/>
          <p:cNvSpPr txBox="1"/>
          <p:nvPr/>
        </p:nvSpPr>
        <p:spPr>
          <a:xfrm>
            <a:off x="5040000" y="9722520"/>
            <a:ext cx="1136160" cy="14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50" spc="-1" strike="noStrike">
                <a:solidFill>
                  <a:srgbClr val="0e0e14"/>
                </a:solidFill>
                <a:latin typeface="Inter"/>
                <a:ea typeface="Inter"/>
              </a:rPr>
              <a:t>25 September 2026</a:t>
            </a:r>
            <a:endParaRPr b="0" lang="en-US" sz="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7" name=""/>
          <p:cNvSpPr txBox="1"/>
          <p:nvPr/>
        </p:nvSpPr>
        <p:spPr>
          <a:xfrm rot="16200000">
            <a:off x="477720" y="9738720"/>
            <a:ext cx="214200" cy="116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50" spc="-1" strike="noStrike">
                <a:solidFill>
                  <a:srgbClr val="ffffff"/>
                </a:solidFill>
                <a:latin typeface="Inter"/>
                <a:ea typeface="Inter"/>
              </a:rPr>
              <a:t>B U I</a:t>
            </a:r>
            <a:endParaRPr b="0" lang="en-US" sz="7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8" name=""/>
          <p:cNvSpPr txBox="1"/>
          <p:nvPr/>
        </p:nvSpPr>
        <p:spPr>
          <a:xfrm rot="16200000">
            <a:off x="482400" y="9470520"/>
            <a:ext cx="204840" cy="116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50" spc="-1" strike="noStrike">
                <a:solidFill>
                  <a:srgbClr val="ffffff"/>
                </a:solidFill>
                <a:latin typeface="Inter"/>
                <a:ea typeface="Inter"/>
              </a:rPr>
              <a:t>L D  </a:t>
            </a:r>
            <a:endParaRPr b="0" lang="en-US" sz="7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9" name=""/>
          <p:cNvSpPr txBox="1"/>
          <p:nvPr/>
        </p:nvSpPr>
        <p:spPr>
          <a:xfrm rot="16200000">
            <a:off x="537120" y="9261360"/>
            <a:ext cx="95040" cy="116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50" spc="-1" strike="noStrike">
                <a:solidFill>
                  <a:srgbClr val="ffffff"/>
                </a:solidFill>
                <a:latin typeface="Inter"/>
                <a:ea typeface="Inter"/>
              </a:rPr>
              <a:t>·</a:t>
            </a:r>
            <a:endParaRPr b="0" lang="en-US" sz="7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0" name=""/>
          <p:cNvSpPr txBox="1"/>
          <p:nvPr/>
        </p:nvSpPr>
        <p:spPr>
          <a:xfrm rot="16200000">
            <a:off x="537120" y="9195840"/>
            <a:ext cx="95040" cy="116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50" spc="-1" strike="noStrike">
                <a:solidFill>
                  <a:srgbClr val="ffffff"/>
                </a:solidFill>
                <a:latin typeface="Inter"/>
                <a:ea typeface="Inter"/>
              </a:rPr>
              <a:t> </a:t>
            </a:r>
            <a:endParaRPr b="0" lang="en-US" sz="7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1" name=""/>
          <p:cNvSpPr txBox="1"/>
          <p:nvPr/>
        </p:nvSpPr>
        <p:spPr>
          <a:xfrm rot="16200000">
            <a:off x="287280" y="8881200"/>
            <a:ext cx="595080" cy="116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50" spc="-1" strike="noStrike">
                <a:solidFill>
                  <a:srgbClr val="ffffff"/>
                </a:solidFill>
                <a:latin typeface="Inter"/>
                <a:ea typeface="Inter"/>
              </a:rPr>
              <a:t>L A U N C H  </a:t>
            </a:r>
            <a:endParaRPr b="0" lang="en-US" sz="7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2" name=""/>
          <p:cNvSpPr txBox="1"/>
          <p:nvPr/>
        </p:nvSpPr>
        <p:spPr>
          <a:xfrm rot="16200000">
            <a:off x="537120" y="8436960"/>
            <a:ext cx="95040" cy="116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50" spc="-1" strike="noStrike">
                <a:solidFill>
                  <a:srgbClr val="ffffff"/>
                </a:solidFill>
                <a:latin typeface="Inter"/>
                <a:ea typeface="Inter"/>
              </a:rPr>
              <a:t>·</a:t>
            </a:r>
            <a:endParaRPr b="0" lang="en-US" sz="7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3" name=""/>
          <p:cNvSpPr txBox="1"/>
          <p:nvPr/>
        </p:nvSpPr>
        <p:spPr>
          <a:xfrm rot="16200000">
            <a:off x="537120" y="8371440"/>
            <a:ext cx="95040" cy="116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50" spc="-1" strike="noStrike">
                <a:solidFill>
                  <a:srgbClr val="ffffff"/>
                </a:solidFill>
                <a:latin typeface="Inter"/>
                <a:ea typeface="Inter"/>
              </a:rPr>
              <a:t> </a:t>
            </a:r>
            <a:endParaRPr b="0" lang="en-US" sz="75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754" name="" descr=""/>
          <p:cNvPicPr/>
          <p:nvPr/>
        </p:nvPicPr>
        <p:blipFill>
          <a:blip r:embed="rId3"/>
          <a:stretch/>
        </p:blipFill>
        <p:spPr>
          <a:xfrm>
            <a:off x="504720" y="866880"/>
            <a:ext cx="514080" cy="504360"/>
          </a:xfrm>
          <a:prstGeom prst="rect">
            <a:avLst/>
          </a:prstGeom>
          <a:ln w="0">
            <a:noFill/>
          </a:ln>
        </p:spPr>
      </p:pic>
      <p:sp>
        <p:nvSpPr>
          <p:cNvPr id="755" name=""/>
          <p:cNvSpPr txBox="1"/>
          <p:nvPr/>
        </p:nvSpPr>
        <p:spPr>
          <a:xfrm rot="16200000">
            <a:off x="277200" y="8046360"/>
            <a:ext cx="614880" cy="116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50" spc="-1" strike="noStrike">
                <a:solidFill>
                  <a:srgbClr val="ffffff"/>
                </a:solidFill>
                <a:latin typeface="Inter"/>
                <a:ea typeface="Inter"/>
              </a:rPr>
              <a:t>S U P P O R T</a:t>
            </a:r>
            <a:endParaRPr b="0" lang="en-US" sz="75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6" name=""/>
          <p:cNvSpPr/>
          <p:nvPr/>
        </p:nvSpPr>
        <p:spPr>
          <a:xfrm>
            <a:off x="647640" y="866520"/>
            <a:ext cx="6267600" cy="9106200"/>
          </a:xfrm>
          <a:custGeom>
            <a:avLst/>
            <a:gdLst/>
            <a:ahLst/>
            <a:rect l="0" t="0" r="r" b="b"/>
            <a:pathLst>
              <a:path w="17410" h="25295">
                <a:moveTo>
                  <a:pt x="0" y="0"/>
                </a:moveTo>
                <a:lnTo>
                  <a:pt x="17410" y="0"/>
                </a:lnTo>
                <a:lnTo>
                  <a:pt x="17410" y="25295"/>
                </a:lnTo>
                <a:lnTo>
                  <a:pt x="0" y="2529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7" name=""/>
          <p:cNvSpPr txBox="1"/>
          <p:nvPr/>
        </p:nvSpPr>
        <p:spPr>
          <a:xfrm>
            <a:off x="647640" y="647280"/>
            <a:ext cx="1073520" cy="10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00" spc="-1" strike="noStrike">
                <a:solidFill>
                  <a:srgbClr val="6a26d8"/>
                </a:solidFill>
                <a:latin typeface="Inter"/>
                <a:ea typeface="Inter"/>
              </a:rPr>
              <a:t>WELCOME PACK · GFX-T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8" name=""/>
          <p:cNvSpPr txBox="1"/>
          <p:nvPr/>
        </p:nvSpPr>
        <p:spPr>
          <a:xfrm>
            <a:off x="6038280" y="647280"/>
            <a:ext cx="948600" cy="10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00" spc="-1" strike="noStrike">
                <a:solidFill>
                  <a:srgbClr val="9a9496"/>
                </a:solidFill>
                <a:latin typeface="Inter"/>
                <a:ea typeface="Inter"/>
              </a:rPr>
              <a:t>O B D - G F XT-2 0 2 6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9" name=""/>
          <p:cNvSpPr txBox="1"/>
          <p:nvPr/>
        </p:nvSpPr>
        <p:spPr>
          <a:xfrm>
            <a:off x="6355800" y="10286640"/>
            <a:ext cx="477720" cy="10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00" spc="-1" strike="noStrike">
                <a:solidFill>
                  <a:srgbClr val="9a9496"/>
                </a:solidFill>
                <a:latin typeface="Inter"/>
                <a:ea typeface="Inter"/>
              </a:rPr>
              <a:t>Page 2 of 5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0" name=""/>
          <p:cNvSpPr/>
          <p:nvPr/>
        </p:nvSpPr>
        <p:spPr>
          <a:xfrm>
            <a:off x="647640" y="1114200"/>
            <a:ext cx="4320" cy="4320"/>
          </a:xfrm>
          <a:custGeom>
            <a:avLst/>
            <a:gdLst/>
            <a:ahLst/>
            <a:rect l="0" t="0" r="r" b="b"/>
            <a:pathLst>
              <a:path w="12" h="12">
                <a:moveTo>
                  <a:pt x="0" y="0"/>
                </a:moveTo>
                <a:lnTo>
                  <a:pt x="0" y="12"/>
                </a:lnTo>
                <a:lnTo>
                  <a:pt x="12" y="0"/>
                </a:lnTo>
                <a:lnTo>
                  <a:pt x="0" y="0"/>
                </a:lnTo>
                <a:close/>
              </a:path>
            </a:pathLst>
          </a:custGeom>
          <a:solidFill>
            <a:srgbClr val="7b22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61" name=""/>
          <p:cNvSpPr/>
          <p:nvPr/>
        </p:nvSpPr>
        <p:spPr>
          <a:xfrm>
            <a:off x="647640" y="1114200"/>
            <a:ext cx="8280" cy="8640"/>
          </a:xfrm>
          <a:custGeom>
            <a:avLst/>
            <a:gdLst/>
            <a:ahLst/>
            <a:rect l="0" t="0" r="r" b="b"/>
            <a:pathLst>
              <a:path w="23" h="24">
                <a:moveTo>
                  <a:pt x="11" y="0"/>
                </a:moveTo>
                <a:lnTo>
                  <a:pt x="0" y="11"/>
                </a:lnTo>
                <a:lnTo>
                  <a:pt x="0" y="24"/>
                </a:lnTo>
                <a:lnTo>
                  <a:pt x="23" y="0"/>
                </a:lnTo>
                <a:lnTo>
                  <a:pt x="11" y="0"/>
                </a:lnTo>
                <a:close/>
              </a:path>
            </a:pathLst>
          </a:custGeom>
          <a:solidFill>
            <a:srgbClr val="7c22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62" name=""/>
          <p:cNvSpPr/>
          <p:nvPr/>
        </p:nvSpPr>
        <p:spPr>
          <a:xfrm>
            <a:off x="647640" y="1114200"/>
            <a:ext cx="12600" cy="12600"/>
          </a:xfrm>
          <a:custGeom>
            <a:avLst/>
            <a:gdLst/>
            <a:ahLst/>
            <a:rect l="0" t="0" r="r" b="b"/>
            <a:pathLst>
              <a:path w="35" h="35">
                <a:moveTo>
                  <a:pt x="23" y="0"/>
                </a:moveTo>
                <a:lnTo>
                  <a:pt x="0" y="24"/>
                </a:lnTo>
                <a:lnTo>
                  <a:pt x="0" y="35"/>
                </a:lnTo>
                <a:lnTo>
                  <a:pt x="35" y="0"/>
                </a:lnTo>
                <a:lnTo>
                  <a:pt x="23" y="0"/>
                </a:lnTo>
                <a:close/>
              </a:path>
            </a:pathLst>
          </a:custGeom>
          <a:solidFill>
            <a:srgbClr val="7c23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63" name=""/>
          <p:cNvSpPr/>
          <p:nvPr/>
        </p:nvSpPr>
        <p:spPr>
          <a:xfrm>
            <a:off x="647640" y="1114200"/>
            <a:ext cx="16560" cy="16920"/>
          </a:xfrm>
          <a:custGeom>
            <a:avLst/>
            <a:gdLst/>
            <a:ahLst/>
            <a:rect l="0" t="0" r="r" b="b"/>
            <a:pathLst>
              <a:path w="46" h="47">
                <a:moveTo>
                  <a:pt x="35" y="0"/>
                </a:moveTo>
                <a:lnTo>
                  <a:pt x="0" y="35"/>
                </a:lnTo>
                <a:lnTo>
                  <a:pt x="0" y="47"/>
                </a:lnTo>
                <a:lnTo>
                  <a:pt x="46" y="0"/>
                </a:lnTo>
                <a:lnTo>
                  <a:pt x="35" y="0"/>
                </a:lnTo>
                <a:close/>
              </a:path>
            </a:pathLst>
          </a:custGeom>
          <a:solidFill>
            <a:srgbClr val="7d23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64" name=""/>
          <p:cNvSpPr/>
          <p:nvPr/>
        </p:nvSpPr>
        <p:spPr>
          <a:xfrm>
            <a:off x="647640" y="1114200"/>
            <a:ext cx="19440" cy="19440"/>
          </a:xfrm>
          <a:custGeom>
            <a:avLst/>
            <a:gdLst/>
            <a:ahLst/>
            <a:rect l="0" t="0" r="r" b="b"/>
            <a:pathLst>
              <a:path w="54" h="54">
                <a:moveTo>
                  <a:pt x="45" y="0"/>
                </a:moveTo>
                <a:lnTo>
                  <a:pt x="0" y="46"/>
                </a:lnTo>
                <a:lnTo>
                  <a:pt x="0" y="54"/>
                </a:lnTo>
                <a:lnTo>
                  <a:pt x="54" y="0"/>
                </a:lnTo>
                <a:lnTo>
                  <a:pt x="45" y="0"/>
                </a:lnTo>
                <a:close/>
              </a:path>
            </a:pathLst>
          </a:custGeom>
          <a:solidFill>
            <a:srgbClr val="7e23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65" name=""/>
          <p:cNvSpPr/>
          <p:nvPr/>
        </p:nvSpPr>
        <p:spPr>
          <a:xfrm>
            <a:off x="647640" y="1114200"/>
            <a:ext cx="20880" cy="19440"/>
          </a:xfrm>
          <a:custGeom>
            <a:avLst/>
            <a:gdLst/>
            <a:ahLst/>
            <a:rect l="0" t="0" r="r" b="b"/>
            <a:pathLst>
              <a:path w="58" h="54">
                <a:moveTo>
                  <a:pt x="54" y="0"/>
                </a:moveTo>
                <a:lnTo>
                  <a:pt x="0" y="54"/>
                </a:lnTo>
                <a:lnTo>
                  <a:pt x="4" y="54"/>
                </a:lnTo>
                <a:lnTo>
                  <a:pt x="58" y="0"/>
                </a:lnTo>
                <a:lnTo>
                  <a:pt x="54" y="0"/>
                </a:lnTo>
                <a:close/>
              </a:path>
            </a:pathLst>
          </a:custGeom>
          <a:solidFill>
            <a:srgbClr val="7e24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66" name=""/>
          <p:cNvSpPr/>
          <p:nvPr/>
        </p:nvSpPr>
        <p:spPr>
          <a:xfrm>
            <a:off x="64908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7e24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67" name=""/>
          <p:cNvSpPr/>
          <p:nvPr/>
        </p:nvSpPr>
        <p:spPr>
          <a:xfrm>
            <a:off x="65304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7f24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68" name=""/>
          <p:cNvSpPr/>
          <p:nvPr/>
        </p:nvSpPr>
        <p:spPr>
          <a:xfrm>
            <a:off x="657000" y="1114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3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3" y="0"/>
                </a:lnTo>
                <a:close/>
              </a:path>
            </a:pathLst>
          </a:custGeom>
          <a:solidFill>
            <a:srgbClr val="7f24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69" name=""/>
          <p:cNvSpPr/>
          <p:nvPr/>
        </p:nvSpPr>
        <p:spPr>
          <a:xfrm>
            <a:off x="66132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025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70" name=""/>
          <p:cNvSpPr/>
          <p:nvPr/>
        </p:nvSpPr>
        <p:spPr>
          <a:xfrm>
            <a:off x="66528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025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71" name=""/>
          <p:cNvSpPr/>
          <p:nvPr/>
        </p:nvSpPr>
        <p:spPr>
          <a:xfrm>
            <a:off x="669240" y="1114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125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72" name=""/>
          <p:cNvSpPr/>
          <p:nvPr/>
        </p:nvSpPr>
        <p:spPr>
          <a:xfrm>
            <a:off x="67356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126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73" name=""/>
          <p:cNvSpPr/>
          <p:nvPr/>
        </p:nvSpPr>
        <p:spPr>
          <a:xfrm>
            <a:off x="67752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226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74" name=""/>
          <p:cNvSpPr/>
          <p:nvPr/>
        </p:nvSpPr>
        <p:spPr>
          <a:xfrm>
            <a:off x="68184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2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2" y="0"/>
                </a:lnTo>
                <a:close/>
              </a:path>
            </a:pathLst>
          </a:custGeom>
          <a:solidFill>
            <a:srgbClr val="8326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75" name=""/>
          <p:cNvSpPr/>
          <p:nvPr/>
        </p:nvSpPr>
        <p:spPr>
          <a:xfrm>
            <a:off x="68580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327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76" name=""/>
          <p:cNvSpPr/>
          <p:nvPr/>
        </p:nvSpPr>
        <p:spPr>
          <a:xfrm>
            <a:off x="689760" y="1114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427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77" name=""/>
          <p:cNvSpPr/>
          <p:nvPr/>
        </p:nvSpPr>
        <p:spPr>
          <a:xfrm>
            <a:off x="69408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427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78" name=""/>
          <p:cNvSpPr/>
          <p:nvPr/>
        </p:nvSpPr>
        <p:spPr>
          <a:xfrm>
            <a:off x="69804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528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79" name=""/>
          <p:cNvSpPr/>
          <p:nvPr/>
        </p:nvSpPr>
        <p:spPr>
          <a:xfrm>
            <a:off x="702000" y="1114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528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80" name=""/>
          <p:cNvSpPr/>
          <p:nvPr/>
        </p:nvSpPr>
        <p:spPr>
          <a:xfrm>
            <a:off x="70632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8628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81" name=""/>
          <p:cNvSpPr/>
          <p:nvPr/>
        </p:nvSpPr>
        <p:spPr>
          <a:xfrm>
            <a:off x="71028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629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82" name=""/>
          <p:cNvSpPr/>
          <p:nvPr/>
        </p:nvSpPr>
        <p:spPr>
          <a:xfrm>
            <a:off x="714240" y="1114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729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83" name=""/>
          <p:cNvSpPr/>
          <p:nvPr/>
        </p:nvSpPr>
        <p:spPr>
          <a:xfrm>
            <a:off x="71856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729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84" name=""/>
          <p:cNvSpPr/>
          <p:nvPr/>
        </p:nvSpPr>
        <p:spPr>
          <a:xfrm>
            <a:off x="722520" y="1114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82a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85" name=""/>
          <p:cNvSpPr/>
          <p:nvPr/>
        </p:nvSpPr>
        <p:spPr>
          <a:xfrm>
            <a:off x="72684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892a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86" name=""/>
          <p:cNvSpPr/>
          <p:nvPr/>
        </p:nvSpPr>
        <p:spPr>
          <a:xfrm>
            <a:off x="73080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92a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87" name=""/>
          <p:cNvSpPr/>
          <p:nvPr/>
        </p:nvSpPr>
        <p:spPr>
          <a:xfrm>
            <a:off x="734760" y="1114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a2b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88" name=""/>
          <p:cNvSpPr/>
          <p:nvPr/>
        </p:nvSpPr>
        <p:spPr>
          <a:xfrm>
            <a:off x="73908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a2b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89" name=""/>
          <p:cNvSpPr/>
          <p:nvPr/>
        </p:nvSpPr>
        <p:spPr>
          <a:xfrm>
            <a:off x="74304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b2b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90" name=""/>
          <p:cNvSpPr/>
          <p:nvPr/>
        </p:nvSpPr>
        <p:spPr>
          <a:xfrm>
            <a:off x="747000" y="1114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b2c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91" name=""/>
          <p:cNvSpPr/>
          <p:nvPr/>
        </p:nvSpPr>
        <p:spPr>
          <a:xfrm>
            <a:off x="75132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8c2c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92" name=""/>
          <p:cNvSpPr/>
          <p:nvPr/>
        </p:nvSpPr>
        <p:spPr>
          <a:xfrm>
            <a:off x="75528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c2c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93" name=""/>
          <p:cNvSpPr/>
          <p:nvPr/>
        </p:nvSpPr>
        <p:spPr>
          <a:xfrm>
            <a:off x="75960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8d2d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94" name=""/>
          <p:cNvSpPr/>
          <p:nvPr/>
        </p:nvSpPr>
        <p:spPr>
          <a:xfrm>
            <a:off x="76356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e2d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95" name=""/>
          <p:cNvSpPr/>
          <p:nvPr/>
        </p:nvSpPr>
        <p:spPr>
          <a:xfrm>
            <a:off x="767520" y="1114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e2d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96" name=""/>
          <p:cNvSpPr/>
          <p:nvPr/>
        </p:nvSpPr>
        <p:spPr>
          <a:xfrm>
            <a:off x="77184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8f2e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97" name=""/>
          <p:cNvSpPr/>
          <p:nvPr/>
        </p:nvSpPr>
        <p:spPr>
          <a:xfrm>
            <a:off x="77580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f2e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98" name=""/>
          <p:cNvSpPr/>
          <p:nvPr/>
        </p:nvSpPr>
        <p:spPr>
          <a:xfrm>
            <a:off x="779760" y="1114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02e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99" name=""/>
          <p:cNvSpPr/>
          <p:nvPr/>
        </p:nvSpPr>
        <p:spPr>
          <a:xfrm>
            <a:off x="78408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02f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00" name=""/>
          <p:cNvSpPr/>
          <p:nvPr/>
        </p:nvSpPr>
        <p:spPr>
          <a:xfrm>
            <a:off x="78804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12f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01" name=""/>
          <p:cNvSpPr/>
          <p:nvPr/>
        </p:nvSpPr>
        <p:spPr>
          <a:xfrm>
            <a:off x="79236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912f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02" name=""/>
          <p:cNvSpPr/>
          <p:nvPr/>
        </p:nvSpPr>
        <p:spPr>
          <a:xfrm>
            <a:off x="79632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9230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03" name=""/>
          <p:cNvSpPr/>
          <p:nvPr/>
        </p:nvSpPr>
        <p:spPr>
          <a:xfrm>
            <a:off x="800280" y="1114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330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04" name=""/>
          <p:cNvSpPr/>
          <p:nvPr/>
        </p:nvSpPr>
        <p:spPr>
          <a:xfrm>
            <a:off x="80460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330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05" name=""/>
          <p:cNvSpPr/>
          <p:nvPr/>
        </p:nvSpPr>
        <p:spPr>
          <a:xfrm>
            <a:off x="80856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43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06" name=""/>
          <p:cNvSpPr/>
          <p:nvPr/>
        </p:nvSpPr>
        <p:spPr>
          <a:xfrm>
            <a:off x="812520" y="1114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43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07" name=""/>
          <p:cNvSpPr/>
          <p:nvPr/>
        </p:nvSpPr>
        <p:spPr>
          <a:xfrm>
            <a:off x="81684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53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08" name=""/>
          <p:cNvSpPr/>
          <p:nvPr/>
        </p:nvSpPr>
        <p:spPr>
          <a:xfrm>
            <a:off x="82080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953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09" name=""/>
          <p:cNvSpPr/>
          <p:nvPr/>
        </p:nvSpPr>
        <p:spPr>
          <a:xfrm>
            <a:off x="824760" y="1114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63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10" name=""/>
          <p:cNvSpPr/>
          <p:nvPr/>
        </p:nvSpPr>
        <p:spPr>
          <a:xfrm>
            <a:off x="82908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63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11" name=""/>
          <p:cNvSpPr/>
          <p:nvPr/>
        </p:nvSpPr>
        <p:spPr>
          <a:xfrm>
            <a:off x="83304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733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12" name=""/>
          <p:cNvSpPr/>
          <p:nvPr/>
        </p:nvSpPr>
        <p:spPr>
          <a:xfrm>
            <a:off x="83736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9833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13" name=""/>
          <p:cNvSpPr/>
          <p:nvPr/>
        </p:nvSpPr>
        <p:spPr>
          <a:xfrm>
            <a:off x="84132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9833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14" name=""/>
          <p:cNvSpPr/>
          <p:nvPr/>
        </p:nvSpPr>
        <p:spPr>
          <a:xfrm>
            <a:off x="845280" y="1114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93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15" name=""/>
          <p:cNvSpPr/>
          <p:nvPr/>
        </p:nvSpPr>
        <p:spPr>
          <a:xfrm>
            <a:off x="84960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93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16" name=""/>
          <p:cNvSpPr/>
          <p:nvPr/>
        </p:nvSpPr>
        <p:spPr>
          <a:xfrm>
            <a:off x="853560" y="1114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a3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17" name=""/>
          <p:cNvSpPr/>
          <p:nvPr/>
        </p:nvSpPr>
        <p:spPr>
          <a:xfrm>
            <a:off x="857520" y="1114200"/>
            <a:ext cx="27720" cy="19440"/>
          </a:xfrm>
          <a:custGeom>
            <a:avLst/>
            <a:gdLst/>
            <a:ahLst/>
            <a:rect l="0" t="0" r="r" b="b"/>
            <a:pathLst>
              <a:path w="77" h="54">
                <a:moveTo>
                  <a:pt x="53" y="0"/>
                </a:moveTo>
                <a:lnTo>
                  <a:pt x="0" y="54"/>
                </a:lnTo>
                <a:lnTo>
                  <a:pt x="23" y="54"/>
                </a:lnTo>
                <a:lnTo>
                  <a:pt x="77" y="0"/>
                </a:lnTo>
                <a:lnTo>
                  <a:pt x="53" y="0"/>
                </a:lnTo>
                <a:close/>
              </a:path>
            </a:pathLst>
          </a:custGeom>
          <a:solidFill>
            <a:srgbClr val="9a35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18" name=""/>
          <p:cNvSpPr/>
          <p:nvPr/>
        </p:nvSpPr>
        <p:spPr>
          <a:xfrm>
            <a:off x="86580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a35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19" name=""/>
          <p:cNvSpPr/>
          <p:nvPr/>
        </p:nvSpPr>
        <p:spPr>
          <a:xfrm>
            <a:off x="86796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9935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20" name=""/>
          <p:cNvSpPr/>
          <p:nvPr/>
        </p:nvSpPr>
        <p:spPr>
          <a:xfrm>
            <a:off x="87012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9835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21" name=""/>
          <p:cNvSpPr/>
          <p:nvPr/>
        </p:nvSpPr>
        <p:spPr>
          <a:xfrm>
            <a:off x="87192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735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22" name=""/>
          <p:cNvSpPr/>
          <p:nvPr/>
        </p:nvSpPr>
        <p:spPr>
          <a:xfrm>
            <a:off x="87408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96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23" name=""/>
          <p:cNvSpPr/>
          <p:nvPr/>
        </p:nvSpPr>
        <p:spPr>
          <a:xfrm>
            <a:off x="87624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96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24" name=""/>
          <p:cNvSpPr/>
          <p:nvPr/>
        </p:nvSpPr>
        <p:spPr>
          <a:xfrm>
            <a:off x="87804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5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25" name=""/>
          <p:cNvSpPr/>
          <p:nvPr/>
        </p:nvSpPr>
        <p:spPr>
          <a:xfrm>
            <a:off x="88020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4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26" name=""/>
          <p:cNvSpPr/>
          <p:nvPr/>
        </p:nvSpPr>
        <p:spPr>
          <a:xfrm>
            <a:off x="88236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933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27" name=""/>
          <p:cNvSpPr/>
          <p:nvPr/>
        </p:nvSpPr>
        <p:spPr>
          <a:xfrm>
            <a:off x="88416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23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28" name=""/>
          <p:cNvSpPr/>
          <p:nvPr/>
        </p:nvSpPr>
        <p:spPr>
          <a:xfrm>
            <a:off x="88632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23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29" name=""/>
          <p:cNvSpPr/>
          <p:nvPr/>
        </p:nvSpPr>
        <p:spPr>
          <a:xfrm>
            <a:off x="88848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9136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30" name=""/>
          <p:cNvSpPr/>
          <p:nvPr/>
        </p:nvSpPr>
        <p:spPr>
          <a:xfrm>
            <a:off x="89028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036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31" name=""/>
          <p:cNvSpPr/>
          <p:nvPr/>
        </p:nvSpPr>
        <p:spPr>
          <a:xfrm>
            <a:off x="89244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f36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32" name=""/>
          <p:cNvSpPr/>
          <p:nvPr/>
        </p:nvSpPr>
        <p:spPr>
          <a:xfrm>
            <a:off x="89460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e36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33" name=""/>
          <p:cNvSpPr/>
          <p:nvPr/>
        </p:nvSpPr>
        <p:spPr>
          <a:xfrm>
            <a:off x="89640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e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34" name=""/>
          <p:cNvSpPr/>
          <p:nvPr/>
        </p:nvSpPr>
        <p:spPr>
          <a:xfrm>
            <a:off x="89856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d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35" name=""/>
          <p:cNvSpPr/>
          <p:nvPr/>
        </p:nvSpPr>
        <p:spPr>
          <a:xfrm>
            <a:off x="90072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c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36" name=""/>
          <p:cNvSpPr/>
          <p:nvPr/>
        </p:nvSpPr>
        <p:spPr>
          <a:xfrm>
            <a:off x="90252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b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37" name=""/>
          <p:cNvSpPr/>
          <p:nvPr/>
        </p:nvSpPr>
        <p:spPr>
          <a:xfrm>
            <a:off x="90468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a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38" name=""/>
          <p:cNvSpPr/>
          <p:nvPr/>
        </p:nvSpPr>
        <p:spPr>
          <a:xfrm>
            <a:off x="90684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a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39" name=""/>
          <p:cNvSpPr/>
          <p:nvPr/>
        </p:nvSpPr>
        <p:spPr>
          <a:xfrm>
            <a:off x="90900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2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2" y="0"/>
                </a:lnTo>
                <a:close/>
              </a:path>
            </a:pathLst>
          </a:custGeom>
          <a:solidFill>
            <a:srgbClr val="89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40" name=""/>
          <p:cNvSpPr/>
          <p:nvPr/>
        </p:nvSpPr>
        <p:spPr>
          <a:xfrm>
            <a:off x="91080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8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41" name=""/>
          <p:cNvSpPr/>
          <p:nvPr/>
        </p:nvSpPr>
        <p:spPr>
          <a:xfrm>
            <a:off x="91296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736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42" name=""/>
          <p:cNvSpPr/>
          <p:nvPr/>
        </p:nvSpPr>
        <p:spPr>
          <a:xfrm>
            <a:off x="91512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8636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43" name=""/>
          <p:cNvSpPr/>
          <p:nvPr/>
        </p:nvSpPr>
        <p:spPr>
          <a:xfrm>
            <a:off x="91692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636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44" name=""/>
          <p:cNvSpPr/>
          <p:nvPr/>
        </p:nvSpPr>
        <p:spPr>
          <a:xfrm>
            <a:off x="91908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5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45" name=""/>
          <p:cNvSpPr/>
          <p:nvPr/>
        </p:nvSpPr>
        <p:spPr>
          <a:xfrm>
            <a:off x="92124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4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46" name=""/>
          <p:cNvSpPr/>
          <p:nvPr/>
        </p:nvSpPr>
        <p:spPr>
          <a:xfrm>
            <a:off x="92304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3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47" name=""/>
          <p:cNvSpPr/>
          <p:nvPr/>
        </p:nvSpPr>
        <p:spPr>
          <a:xfrm>
            <a:off x="92520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2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48" name=""/>
          <p:cNvSpPr/>
          <p:nvPr/>
        </p:nvSpPr>
        <p:spPr>
          <a:xfrm>
            <a:off x="92736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2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49" name=""/>
          <p:cNvSpPr/>
          <p:nvPr/>
        </p:nvSpPr>
        <p:spPr>
          <a:xfrm>
            <a:off x="92916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3" y="0"/>
                </a:lnTo>
                <a:close/>
              </a:path>
            </a:pathLst>
          </a:custGeom>
          <a:solidFill>
            <a:srgbClr val="81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50" name=""/>
          <p:cNvSpPr/>
          <p:nvPr/>
        </p:nvSpPr>
        <p:spPr>
          <a:xfrm>
            <a:off x="93132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0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51" name=""/>
          <p:cNvSpPr/>
          <p:nvPr/>
        </p:nvSpPr>
        <p:spPr>
          <a:xfrm>
            <a:off x="93348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f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52" name=""/>
          <p:cNvSpPr/>
          <p:nvPr/>
        </p:nvSpPr>
        <p:spPr>
          <a:xfrm>
            <a:off x="93528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f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53" name=""/>
          <p:cNvSpPr/>
          <p:nvPr/>
        </p:nvSpPr>
        <p:spPr>
          <a:xfrm>
            <a:off x="93744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e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54" name=""/>
          <p:cNvSpPr/>
          <p:nvPr/>
        </p:nvSpPr>
        <p:spPr>
          <a:xfrm>
            <a:off x="93960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d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55" name=""/>
          <p:cNvSpPr/>
          <p:nvPr/>
        </p:nvSpPr>
        <p:spPr>
          <a:xfrm>
            <a:off x="94140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c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56" name=""/>
          <p:cNvSpPr/>
          <p:nvPr/>
        </p:nvSpPr>
        <p:spPr>
          <a:xfrm>
            <a:off x="94356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b37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57" name=""/>
          <p:cNvSpPr/>
          <p:nvPr/>
        </p:nvSpPr>
        <p:spPr>
          <a:xfrm>
            <a:off x="94572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b37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58" name=""/>
          <p:cNvSpPr/>
          <p:nvPr/>
        </p:nvSpPr>
        <p:spPr>
          <a:xfrm>
            <a:off x="94788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7a37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59" name=""/>
          <p:cNvSpPr/>
          <p:nvPr/>
        </p:nvSpPr>
        <p:spPr>
          <a:xfrm>
            <a:off x="949680" y="111420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79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60" name=""/>
          <p:cNvSpPr/>
          <p:nvPr/>
        </p:nvSpPr>
        <p:spPr>
          <a:xfrm>
            <a:off x="95184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8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61" name=""/>
          <p:cNvSpPr/>
          <p:nvPr/>
        </p:nvSpPr>
        <p:spPr>
          <a:xfrm>
            <a:off x="95400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77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62" name=""/>
          <p:cNvSpPr/>
          <p:nvPr/>
        </p:nvSpPr>
        <p:spPr>
          <a:xfrm>
            <a:off x="95580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7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63" name=""/>
          <p:cNvSpPr/>
          <p:nvPr/>
        </p:nvSpPr>
        <p:spPr>
          <a:xfrm>
            <a:off x="95796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6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64" name=""/>
          <p:cNvSpPr/>
          <p:nvPr/>
        </p:nvSpPr>
        <p:spPr>
          <a:xfrm>
            <a:off x="96012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5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65" name=""/>
          <p:cNvSpPr/>
          <p:nvPr/>
        </p:nvSpPr>
        <p:spPr>
          <a:xfrm>
            <a:off x="96192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4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66" name=""/>
          <p:cNvSpPr/>
          <p:nvPr/>
        </p:nvSpPr>
        <p:spPr>
          <a:xfrm>
            <a:off x="96408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3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67" name=""/>
          <p:cNvSpPr/>
          <p:nvPr/>
        </p:nvSpPr>
        <p:spPr>
          <a:xfrm>
            <a:off x="96624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337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68" name=""/>
          <p:cNvSpPr/>
          <p:nvPr/>
        </p:nvSpPr>
        <p:spPr>
          <a:xfrm>
            <a:off x="96804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237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69" name=""/>
          <p:cNvSpPr/>
          <p:nvPr/>
        </p:nvSpPr>
        <p:spPr>
          <a:xfrm>
            <a:off x="97020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137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70" name=""/>
          <p:cNvSpPr/>
          <p:nvPr/>
        </p:nvSpPr>
        <p:spPr>
          <a:xfrm>
            <a:off x="97236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70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71" name=""/>
          <p:cNvSpPr/>
          <p:nvPr/>
        </p:nvSpPr>
        <p:spPr>
          <a:xfrm>
            <a:off x="97416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f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72" name=""/>
          <p:cNvSpPr/>
          <p:nvPr/>
        </p:nvSpPr>
        <p:spPr>
          <a:xfrm>
            <a:off x="97632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f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73" name=""/>
          <p:cNvSpPr/>
          <p:nvPr/>
        </p:nvSpPr>
        <p:spPr>
          <a:xfrm>
            <a:off x="97848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e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74" name=""/>
          <p:cNvSpPr/>
          <p:nvPr/>
        </p:nvSpPr>
        <p:spPr>
          <a:xfrm>
            <a:off x="98028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d37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75" name=""/>
          <p:cNvSpPr/>
          <p:nvPr/>
        </p:nvSpPr>
        <p:spPr>
          <a:xfrm>
            <a:off x="98244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c38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76" name=""/>
          <p:cNvSpPr/>
          <p:nvPr/>
        </p:nvSpPr>
        <p:spPr>
          <a:xfrm>
            <a:off x="98460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b38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77" name=""/>
          <p:cNvSpPr/>
          <p:nvPr/>
        </p:nvSpPr>
        <p:spPr>
          <a:xfrm>
            <a:off x="98676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6b38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78" name=""/>
          <p:cNvSpPr/>
          <p:nvPr/>
        </p:nvSpPr>
        <p:spPr>
          <a:xfrm>
            <a:off x="98856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a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79" name=""/>
          <p:cNvSpPr/>
          <p:nvPr/>
        </p:nvSpPr>
        <p:spPr>
          <a:xfrm>
            <a:off x="99072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9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80" name=""/>
          <p:cNvSpPr/>
          <p:nvPr/>
        </p:nvSpPr>
        <p:spPr>
          <a:xfrm>
            <a:off x="99288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2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2" y="0"/>
                </a:lnTo>
                <a:close/>
              </a:path>
            </a:pathLst>
          </a:custGeom>
          <a:solidFill>
            <a:srgbClr val="68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81" name=""/>
          <p:cNvSpPr/>
          <p:nvPr/>
        </p:nvSpPr>
        <p:spPr>
          <a:xfrm>
            <a:off x="99468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7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82" name=""/>
          <p:cNvSpPr/>
          <p:nvPr/>
        </p:nvSpPr>
        <p:spPr>
          <a:xfrm>
            <a:off x="99684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738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83" name=""/>
          <p:cNvSpPr/>
          <p:nvPr/>
        </p:nvSpPr>
        <p:spPr>
          <a:xfrm>
            <a:off x="99900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638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84" name=""/>
          <p:cNvSpPr/>
          <p:nvPr/>
        </p:nvSpPr>
        <p:spPr>
          <a:xfrm>
            <a:off x="100080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538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85" name=""/>
          <p:cNvSpPr/>
          <p:nvPr/>
        </p:nvSpPr>
        <p:spPr>
          <a:xfrm>
            <a:off x="100296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4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86" name=""/>
          <p:cNvSpPr/>
          <p:nvPr/>
        </p:nvSpPr>
        <p:spPr>
          <a:xfrm>
            <a:off x="100512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3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87" name=""/>
          <p:cNvSpPr/>
          <p:nvPr/>
        </p:nvSpPr>
        <p:spPr>
          <a:xfrm>
            <a:off x="100692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3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88" name=""/>
          <p:cNvSpPr/>
          <p:nvPr/>
        </p:nvSpPr>
        <p:spPr>
          <a:xfrm>
            <a:off x="100908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2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89" name=""/>
          <p:cNvSpPr/>
          <p:nvPr/>
        </p:nvSpPr>
        <p:spPr>
          <a:xfrm>
            <a:off x="101124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1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90" name=""/>
          <p:cNvSpPr/>
          <p:nvPr/>
        </p:nvSpPr>
        <p:spPr>
          <a:xfrm>
            <a:off x="101304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3" y="0"/>
                </a:lnTo>
                <a:close/>
              </a:path>
            </a:pathLst>
          </a:custGeom>
          <a:solidFill>
            <a:srgbClr val="60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91" name=""/>
          <p:cNvSpPr/>
          <p:nvPr/>
        </p:nvSpPr>
        <p:spPr>
          <a:xfrm>
            <a:off x="101520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f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92" name=""/>
          <p:cNvSpPr/>
          <p:nvPr/>
        </p:nvSpPr>
        <p:spPr>
          <a:xfrm>
            <a:off x="101736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f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93" name=""/>
          <p:cNvSpPr/>
          <p:nvPr/>
        </p:nvSpPr>
        <p:spPr>
          <a:xfrm>
            <a:off x="101916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e38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94" name=""/>
          <p:cNvSpPr/>
          <p:nvPr/>
        </p:nvSpPr>
        <p:spPr>
          <a:xfrm>
            <a:off x="102132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d38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95" name=""/>
          <p:cNvSpPr/>
          <p:nvPr/>
        </p:nvSpPr>
        <p:spPr>
          <a:xfrm>
            <a:off x="102348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c38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96" name=""/>
          <p:cNvSpPr/>
          <p:nvPr/>
        </p:nvSpPr>
        <p:spPr>
          <a:xfrm>
            <a:off x="102564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5c38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97" name=""/>
          <p:cNvSpPr/>
          <p:nvPr/>
        </p:nvSpPr>
        <p:spPr>
          <a:xfrm>
            <a:off x="102744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b38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98" name=""/>
          <p:cNvSpPr/>
          <p:nvPr/>
        </p:nvSpPr>
        <p:spPr>
          <a:xfrm>
            <a:off x="102960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a38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99" name=""/>
          <p:cNvSpPr/>
          <p:nvPr/>
        </p:nvSpPr>
        <p:spPr>
          <a:xfrm>
            <a:off x="103176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5939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00" name=""/>
          <p:cNvSpPr/>
          <p:nvPr/>
        </p:nvSpPr>
        <p:spPr>
          <a:xfrm>
            <a:off x="103356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3" y="0"/>
                </a:lnTo>
                <a:close/>
              </a:path>
            </a:pathLst>
          </a:custGeom>
          <a:solidFill>
            <a:srgbClr val="58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01" name=""/>
          <p:cNvSpPr/>
          <p:nvPr/>
        </p:nvSpPr>
        <p:spPr>
          <a:xfrm>
            <a:off x="103572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8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02" name=""/>
          <p:cNvSpPr/>
          <p:nvPr/>
        </p:nvSpPr>
        <p:spPr>
          <a:xfrm>
            <a:off x="103788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7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03" name=""/>
          <p:cNvSpPr/>
          <p:nvPr/>
        </p:nvSpPr>
        <p:spPr>
          <a:xfrm>
            <a:off x="103968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6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04" name=""/>
          <p:cNvSpPr/>
          <p:nvPr/>
        </p:nvSpPr>
        <p:spPr>
          <a:xfrm>
            <a:off x="104184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539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05" name=""/>
          <p:cNvSpPr/>
          <p:nvPr/>
        </p:nvSpPr>
        <p:spPr>
          <a:xfrm>
            <a:off x="104400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439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06" name=""/>
          <p:cNvSpPr/>
          <p:nvPr/>
        </p:nvSpPr>
        <p:spPr>
          <a:xfrm>
            <a:off x="104580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439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07" name=""/>
          <p:cNvSpPr/>
          <p:nvPr/>
        </p:nvSpPr>
        <p:spPr>
          <a:xfrm>
            <a:off x="104796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3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08" name=""/>
          <p:cNvSpPr/>
          <p:nvPr/>
        </p:nvSpPr>
        <p:spPr>
          <a:xfrm>
            <a:off x="105012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2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09" name=""/>
          <p:cNvSpPr/>
          <p:nvPr/>
        </p:nvSpPr>
        <p:spPr>
          <a:xfrm>
            <a:off x="105192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1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10" name=""/>
          <p:cNvSpPr/>
          <p:nvPr/>
        </p:nvSpPr>
        <p:spPr>
          <a:xfrm>
            <a:off x="105408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0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11" name=""/>
          <p:cNvSpPr/>
          <p:nvPr/>
        </p:nvSpPr>
        <p:spPr>
          <a:xfrm>
            <a:off x="105624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50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12" name=""/>
          <p:cNvSpPr/>
          <p:nvPr/>
        </p:nvSpPr>
        <p:spPr>
          <a:xfrm>
            <a:off x="105804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f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13" name=""/>
          <p:cNvSpPr/>
          <p:nvPr/>
        </p:nvSpPr>
        <p:spPr>
          <a:xfrm>
            <a:off x="106020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e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14" name=""/>
          <p:cNvSpPr/>
          <p:nvPr/>
        </p:nvSpPr>
        <p:spPr>
          <a:xfrm>
            <a:off x="106236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4d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15" name=""/>
          <p:cNvSpPr/>
          <p:nvPr/>
        </p:nvSpPr>
        <p:spPr>
          <a:xfrm>
            <a:off x="106452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4c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16" name=""/>
          <p:cNvSpPr/>
          <p:nvPr/>
        </p:nvSpPr>
        <p:spPr>
          <a:xfrm>
            <a:off x="106632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c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17" name=""/>
          <p:cNvSpPr/>
          <p:nvPr/>
        </p:nvSpPr>
        <p:spPr>
          <a:xfrm>
            <a:off x="106848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4b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18" name=""/>
          <p:cNvSpPr/>
          <p:nvPr/>
        </p:nvSpPr>
        <p:spPr>
          <a:xfrm>
            <a:off x="107064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4a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19" name=""/>
          <p:cNvSpPr/>
          <p:nvPr/>
        </p:nvSpPr>
        <p:spPr>
          <a:xfrm>
            <a:off x="107244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939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20" name=""/>
          <p:cNvSpPr/>
          <p:nvPr/>
        </p:nvSpPr>
        <p:spPr>
          <a:xfrm>
            <a:off x="107460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839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21" name=""/>
          <p:cNvSpPr/>
          <p:nvPr/>
        </p:nvSpPr>
        <p:spPr>
          <a:xfrm>
            <a:off x="107676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4839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22" name=""/>
          <p:cNvSpPr/>
          <p:nvPr/>
        </p:nvSpPr>
        <p:spPr>
          <a:xfrm>
            <a:off x="107856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7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23" name=""/>
          <p:cNvSpPr/>
          <p:nvPr/>
        </p:nvSpPr>
        <p:spPr>
          <a:xfrm>
            <a:off x="108072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6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24" name=""/>
          <p:cNvSpPr/>
          <p:nvPr/>
        </p:nvSpPr>
        <p:spPr>
          <a:xfrm>
            <a:off x="108288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45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25" name=""/>
          <p:cNvSpPr/>
          <p:nvPr/>
        </p:nvSpPr>
        <p:spPr>
          <a:xfrm>
            <a:off x="108468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4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26" name=""/>
          <p:cNvSpPr/>
          <p:nvPr/>
        </p:nvSpPr>
        <p:spPr>
          <a:xfrm>
            <a:off x="108684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4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27" name=""/>
          <p:cNvSpPr/>
          <p:nvPr/>
        </p:nvSpPr>
        <p:spPr>
          <a:xfrm>
            <a:off x="108900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43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28" name=""/>
          <p:cNvSpPr/>
          <p:nvPr/>
        </p:nvSpPr>
        <p:spPr>
          <a:xfrm>
            <a:off x="109080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2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29" name=""/>
          <p:cNvSpPr/>
          <p:nvPr/>
        </p:nvSpPr>
        <p:spPr>
          <a:xfrm>
            <a:off x="109296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1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30" name=""/>
          <p:cNvSpPr/>
          <p:nvPr/>
        </p:nvSpPr>
        <p:spPr>
          <a:xfrm>
            <a:off x="109512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403a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31" name=""/>
          <p:cNvSpPr/>
          <p:nvPr/>
        </p:nvSpPr>
        <p:spPr>
          <a:xfrm>
            <a:off x="109692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3" y="0"/>
                </a:lnTo>
                <a:close/>
              </a:path>
            </a:pathLst>
          </a:custGeom>
          <a:solidFill>
            <a:srgbClr val="403a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32" name=""/>
          <p:cNvSpPr/>
          <p:nvPr/>
        </p:nvSpPr>
        <p:spPr>
          <a:xfrm>
            <a:off x="109908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f3a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33" name=""/>
          <p:cNvSpPr/>
          <p:nvPr/>
        </p:nvSpPr>
        <p:spPr>
          <a:xfrm>
            <a:off x="110124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3e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34" name=""/>
          <p:cNvSpPr/>
          <p:nvPr/>
        </p:nvSpPr>
        <p:spPr>
          <a:xfrm>
            <a:off x="110340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3d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35" name=""/>
          <p:cNvSpPr/>
          <p:nvPr/>
        </p:nvSpPr>
        <p:spPr>
          <a:xfrm>
            <a:off x="110520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c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36" name=""/>
          <p:cNvSpPr/>
          <p:nvPr/>
        </p:nvSpPr>
        <p:spPr>
          <a:xfrm>
            <a:off x="110736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c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37" name=""/>
          <p:cNvSpPr/>
          <p:nvPr/>
        </p:nvSpPr>
        <p:spPr>
          <a:xfrm>
            <a:off x="110952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3b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38" name=""/>
          <p:cNvSpPr/>
          <p:nvPr/>
        </p:nvSpPr>
        <p:spPr>
          <a:xfrm>
            <a:off x="111132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a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39" name=""/>
          <p:cNvSpPr/>
          <p:nvPr/>
        </p:nvSpPr>
        <p:spPr>
          <a:xfrm>
            <a:off x="111348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9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40" name=""/>
          <p:cNvSpPr/>
          <p:nvPr/>
        </p:nvSpPr>
        <p:spPr>
          <a:xfrm>
            <a:off x="111564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39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41" name=""/>
          <p:cNvSpPr/>
          <p:nvPr/>
        </p:nvSpPr>
        <p:spPr>
          <a:xfrm>
            <a:off x="111744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3" y="0"/>
                </a:lnTo>
                <a:close/>
              </a:path>
            </a:pathLst>
          </a:custGeom>
          <a:solidFill>
            <a:srgbClr val="38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42" name=""/>
          <p:cNvSpPr/>
          <p:nvPr/>
        </p:nvSpPr>
        <p:spPr>
          <a:xfrm>
            <a:off x="111960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7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43" name=""/>
          <p:cNvSpPr/>
          <p:nvPr/>
        </p:nvSpPr>
        <p:spPr>
          <a:xfrm>
            <a:off x="112176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36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44" name=""/>
          <p:cNvSpPr/>
          <p:nvPr/>
        </p:nvSpPr>
        <p:spPr>
          <a:xfrm>
            <a:off x="112356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5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45" name=""/>
          <p:cNvSpPr/>
          <p:nvPr/>
        </p:nvSpPr>
        <p:spPr>
          <a:xfrm>
            <a:off x="112572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53a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46" name=""/>
          <p:cNvSpPr/>
          <p:nvPr/>
        </p:nvSpPr>
        <p:spPr>
          <a:xfrm>
            <a:off x="1127880" y="1114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343b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47" name=""/>
          <p:cNvSpPr/>
          <p:nvPr/>
        </p:nvSpPr>
        <p:spPr>
          <a:xfrm>
            <a:off x="1129680" y="1114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33b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48" name=""/>
          <p:cNvSpPr/>
          <p:nvPr/>
        </p:nvSpPr>
        <p:spPr>
          <a:xfrm>
            <a:off x="1131840" y="1114200"/>
            <a:ext cx="20880" cy="19440"/>
          </a:xfrm>
          <a:custGeom>
            <a:avLst/>
            <a:gdLst/>
            <a:ahLst/>
            <a:rect l="0" t="0" r="r" b="b"/>
            <a:pathLst>
              <a:path w="58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8" y="2"/>
                </a:lnTo>
                <a:lnTo>
                  <a:pt x="54" y="0"/>
                </a:lnTo>
                <a:close/>
              </a:path>
            </a:pathLst>
          </a:custGeom>
          <a:solidFill>
            <a:srgbClr val="32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49" name=""/>
          <p:cNvSpPr/>
          <p:nvPr/>
        </p:nvSpPr>
        <p:spPr>
          <a:xfrm>
            <a:off x="1134000" y="1114920"/>
            <a:ext cx="18720" cy="18720"/>
          </a:xfrm>
          <a:custGeom>
            <a:avLst/>
            <a:gdLst/>
            <a:ahLst/>
            <a:rect l="0" t="0" r="r" b="b"/>
            <a:pathLst>
              <a:path w="52" h="52">
                <a:moveTo>
                  <a:pt x="52" y="0"/>
                </a:moveTo>
                <a:lnTo>
                  <a:pt x="0" y="52"/>
                </a:lnTo>
                <a:lnTo>
                  <a:pt x="5" y="52"/>
                </a:lnTo>
                <a:lnTo>
                  <a:pt x="52" y="6"/>
                </a:lnTo>
                <a:lnTo>
                  <a:pt x="52" y="0"/>
                </a:lnTo>
                <a:close/>
              </a:path>
            </a:pathLst>
          </a:custGeom>
          <a:solidFill>
            <a:srgbClr val="31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50" name=""/>
          <p:cNvSpPr/>
          <p:nvPr/>
        </p:nvSpPr>
        <p:spPr>
          <a:xfrm>
            <a:off x="1135800" y="1117080"/>
            <a:ext cx="16920" cy="16560"/>
          </a:xfrm>
          <a:custGeom>
            <a:avLst/>
            <a:gdLst/>
            <a:ahLst/>
            <a:rect l="0" t="0" r="r" b="b"/>
            <a:pathLst>
              <a:path w="47" h="46">
                <a:moveTo>
                  <a:pt x="47" y="0"/>
                </a:moveTo>
                <a:lnTo>
                  <a:pt x="0" y="46"/>
                </a:lnTo>
                <a:lnTo>
                  <a:pt x="6" y="46"/>
                </a:lnTo>
                <a:lnTo>
                  <a:pt x="47" y="5"/>
                </a:lnTo>
                <a:lnTo>
                  <a:pt x="47" y="0"/>
                </a:lnTo>
                <a:close/>
              </a:path>
            </a:pathLst>
          </a:custGeom>
          <a:solidFill>
            <a:srgbClr val="31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51" name=""/>
          <p:cNvSpPr/>
          <p:nvPr/>
        </p:nvSpPr>
        <p:spPr>
          <a:xfrm>
            <a:off x="1137960" y="1118880"/>
            <a:ext cx="14760" cy="14760"/>
          </a:xfrm>
          <a:custGeom>
            <a:avLst/>
            <a:gdLst/>
            <a:ahLst/>
            <a:rect l="0" t="0" r="r" b="b"/>
            <a:pathLst>
              <a:path w="41" h="41">
                <a:moveTo>
                  <a:pt x="41" y="0"/>
                </a:moveTo>
                <a:lnTo>
                  <a:pt x="0" y="41"/>
                </a:lnTo>
                <a:lnTo>
                  <a:pt x="6" y="41"/>
                </a:lnTo>
                <a:lnTo>
                  <a:pt x="41" y="6"/>
                </a:lnTo>
                <a:lnTo>
                  <a:pt x="41" y="0"/>
                </a:lnTo>
                <a:close/>
              </a:path>
            </a:pathLst>
          </a:custGeom>
          <a:solidFill>
            <a:srgbClr val="30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52" name=""/>
          <p:cNvSpPr/>
          <p:nvPr/>
        </p:nvSpPr>
        <p:spPr>
          <a:xfrm>
            <a:off x="1140120" y="1121040"/>
            <a:ext cx="12600" cy="12600"/>
          </a:xfrm>
          <a:custGeom>
            <a:avLst/>
            <a:gdLst/>
            <a:ahLst/>
            <a:rect l="0" t="0" r="r" b="b"/>
            <a:pathLst>
              <a:path w="35" h="35">
                <a:moveTo>
                  <a:pt x="35" y="0"/>
                </a:moveTo>
                <a:lnTo>
                  <a:pt x="0" y="35"/>
                </a:lnTo>
                <a:lnTo>
                  <a:pt x="6" y="35"/>
                </a:lnTo>
                <a:lnTo>
                  <a:pt x="35" y="6"/>
                </a:lnTo>
                <a:lnTo>
                  <a:pt x="35" y="0"/>
                </a:lnTo>
                <a:close/>
              </a:path>
            </a:pathLst>
          </a:custGeom>
          <a:solidFill>
            <a:srgbClr val="2f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53" name=""/>
          <p:cNvSpPr/>
          <p:nvPr/>
        </p:nvSpPr>
        <p:spPr>
          <a:xfrm>
            <a:off x="1142280" y="1123200"/>
            <a:ext cx="10440" cy="10440"/>
          </a:xfrm>
          <a:custGeom>
            <a:avLst/>
            <a:gdLst/>
            <a:ahLst/>
            <a:rect l="0" t="0" r="r" b="b"/>
            <a:pathLst>
              <a:path w="29" h="29">
                <a:moveTo>
                  <a:pt x="29" y="0"/>
                </a:moveTo>
                <a:lnTo>
                  <a:pt x="0" y="29"/>
                </a:lnTo>
                <a:lnTo>
                  <a:pt x="6" y="29"/>
                </a:lnTo>
                <a:lnTo>
                  <a:pt x="29" y="6"/>
                </a:lnTo>
                <a:lnTo>
                  <a:pt x="29" y="0"/>
                </a:lnTo>
                <a:close/>
              </a:path>
            </a:pathLst>
          </a:custGeom>
          <a:solidFill>
            <a:srgbClr val="2e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54" name=""/>
          <p:cNvSpPr/>
          <p:nvPr/>
        </p:nvSpPr>
        <p:spPr>
          <a:xfrm>
            <a:off x="1144080" y="1125000"/>
            <a:ext cx="9000" cy="8640"/>
          </a:xfrm>
          <a:custGeom>
            <a:avLst/>
            <a:gdLst/>
            <a:ahLst/>
            <a:rect l="0" t="0" r="r" b="b"/>
            <a:pathLst>
              <a:path w="25" h="24">
                <a:moveTo>
                  <a:pt x="25" y="0"/>
                </a:moveTo>
                <a:lnTo>
                  <a:pt x="0" y="24"/>
                </a:lnTo>
                <a:lnTo>
                  <a:pt x="7" y="24"/>
                </a:lnTo>
                <a:lnTo>
                  <a:pt x="25" y="6"/>
                </a:lnTo>
                <a:lnTo>
                  <a:pt x="25" y="0"/>
                </a:lnTo>
                <a:close/>
              </a:path>
            </a:pathLst>
          </a:custGeom>
          <a:solidFill>
            <a:srgbClr val="2d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55" name=""/>
          <p:cNvSpPr/>
          <p:nvPr/>
        </p:nvSpPr>
        <p:spPr>
          <a:xfrm>
            <a:off x="1146240" y="1127160"/>
            <a:ext cx="6480" cy="6480"/>
          </a:xfrm>
          <a:custGeom>
            <a:avLst/>
            <a:gdLst/>
            <a:ahLst/>
            <a:rect l="0" t="0" r="r" b="b"/>
            <a:pathLst>
              <a:path w="18" h="18">
                <a:moveTo>
                  <a:pt x="18" y="0"/>
                </a:moveTo>
                <a:lnTo>
                  <a:pt x="0" y="18"/>
                </a:lnTo>
                <a:lnTo>
                  <a:pt x="7" y="18"/>
                </a:lnTo>
                <a:lnTo>
                  <a:pt x="18" y="7"/>
                </a:lnTo>
                <a:lnTo>
                  <a:pt x="18" y="0"/>
                </a:lnTo>
                <a:close/>
              </a:path>
            </a:pathLst>
          </a:custGeom>
          <a:solidFill>
            <a:srgbClr val="2d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56" name=""/>
          <p:cNvSpPr/>
          <p:nvPr/>
        </p:nvSpPr>
        <p:spPr>
          <a:xfrm>
            <a:off x="1148400" y="1129320"/>
            <a:ext cx="4320" cy="4320"/>
          </a:xfrm>
          <a:custGeom>
            <a:avLst/>
            <a:gdLst/>
            <a:ahLst/>
            <a:rect l="0" t="0" r="r" b="b"/>
            <a:pathLst>
              <a:path w="12" h="12">
                <a:moveTo>
                  <a:pt x="12" y="0"/>
                </a:moveTo>
                <a:lnTo>
                  <a:pt x="0" y="12"/>
                </a:lnTo>
                <a:lnTo>
                  <a:pt x="5" y="12"/>
                </a:lnTo>
                <a:lnTo>
                  <a:pt x="12" y="6"/>
                </a:lnTo>
                <a:lnTo>
                  <a:pt x="12" y="0"/>
                </a:lnTo>
                <a:close/>
              </a:path>
            </a:pathLst>
          </a:custGeom>
          <a:solidFill>
            <a:srgbClr val="2c3b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57" name=""/>
          <p:cNvSpPr/>
          <p:nvPr/>
        </p:nvSpPr>
        <p:spPr>
          <a:xfrm>
            <a:off x="1150200" y="1131120"/>
            <a:ext cx="2520" cy="2880"/>
          </a:xfrm>
          <a:custGeom>
            <a:avLst/>
            <a:gdLst/>
            <a:ahLst/>
            <a:rect l="0" t="0" r="r" b="b"/>
            <a:pathLst>
              <a:path w="7" h="8">
                <a:moveTo>
                  <a:pt x="7" y="0"/>
                </a:moveTo>
                <a:lnTo>
                  <a:pt x="0" y="8"/>
                </a:lnTo>
                <a:lnTo>
                  <a:pt x="7" y="8"/>
                </a:lnTo>
                <a:lnTo>
                  <a:pt x="7" y="0"/>
                </a:lnTo>
                <a:close/>
              </a:path>
            </a:pathLst>
          </a:custGeom>
          <a:solidFill>
            <a:srgbClr val="2b3b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58" name=""/>
          <p:cNvSpPr/>
          <p:nvPr/>
        </p:nvSpPr>
        <p:spPr>
          <a:xfrm>
            <a:off x="647640" y="2028600"/>
            <a:ext cx="6267600" cy="10080"/>
          </a:xfrm>
          <a:custGeom>
            <a:avLst/>
            <a:gdLst/>
            <a:ahLst/>
            <a:rect l="0" t="0" r="r" b="b"/>
            <a:pathLst>
              <a:path w="17410" h="28">
                <a:moveTo>
                  <a:pt x="0" y="0"/>
                </a:moveTo>
                <a:lnTo>
                  <a:pt x="17410" y="0"/>
                </a:lnTo>
                <a:lnTo>
                  <a:pt x="1741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9" name=""/>
          <p:cNvSpPr/>
          <p:nvPr/>
        </p:nvSpPr>
        <p:spPr>
          <a:xfrm>
            <a:off x="647640" y="5800680"/>
            <a:ext cx="4320" cy="4320"/>
          </a:xfrm>
          <a:custGeom>
            <a:avLst/>
            <a:gdLst/>
            <a:ahLst/>
            <a:rect l="0" t="0" r="r" b="b"/>
            <a:pathLst>
              <a:path w="12" h="12">
                <a:moveTo>
                  <a:pt x="0" y="0"/>
                </a:moveTo>
                <a:lnTo>
                  <a:pt x="0" y="12"/>
                </a:lnTo>
                <a:lnTo>
                  <a:pt x="12" y="0"/>
                </a:lnTo>
                <a:lnTo>
                  <a:pt x="0" y="0"/>
                </a:lnTo>
                <a:close/>
              </a:path>
            </a:pathLst>
          </a:custGeom>
          <a:solidFill>
            <a:srgbClr val="7b22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60" name=""/>
          <p:cNvSpPr/>
          <p:nvPr/>
        </p:nvSpPr>
        <p:spPr>
          <a:xfrm>
            <a:off x="647640" y="5800680"/>
            <a:ext cx="8640" cy="8640"/>
          </a:xfrm>
          <a:custGeom>
            <a:avLst/>
            <a:gdLst/>
            <a:ahLst/>
            <a:rect l="0" t="0" r="r" b="b"/>
            <a:pathLst>
              <a:path w="24" h="24">
                <a:moveTo>
                  <a:pt x="12" y="0"/>
                </a:moveTo>
                <a:lnTo>
                  <a:pt x="0" y="11"/>
                </a:lnTo>
                <a:lnTo>
                  <a:pt x="0" y="24"/>
                </a:lnTo>
                <a:lnTo>
                  <a:pt x="24" y="0"/>
                </a:lnTo>
                <a:lnTo>
                  <a:pt x="12" y="0"/>
                </a:lnTo>
                <a:close/>
              </a:path>
            </a:pathLst>
          </a:custGeom>
          <a:solidFill>
            <a:srgbClr val="7c22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61" name=""/>
          <p:cNvSpPr/>
          <p:nvPr/>
        </p:nvSpPr>
        <p:spPr>
          <a:xfrm>
            <a:off x="647640" y="5800680"/>
            <a:ext cx="12600" cy="12600"/>
          </a:xfrm>
          <a:custGeom>
            <a:avLst/>
            <a:gdLst/>
            <a:ahLst/>
            <a:rect l="0" t="0" r="r" b="b"/>
            <a:pathLst>
              <a:path w="35" h="35">
                <a:moveTo>
                  <a:pt x="24" y="0"/>
                </a:moveTo>
                <a:lnTo>
                  <a:pt x="0" y="24"/>
                </a:lnTo>
                <a:lnTo>
                  <a:pt x="0" y="35"/>
                </a:lnTo>
                <a:lnTo>
                  <a:pt x="35" y="0"/>
                </a:lnTo>
                <a:lnTo>
                  <a:pt x="24" y="0"/>
                </a:lnTo>
                <a:close/>
              </a:path>
            </a:pathLst>
          </a:custGeom>
          <a:solidFill>
            <a:srgbClr val="7c23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62" name=""/>
          <p:cNvSpPr/>
          <p:nvPr/>
        </p:nvSpPr>
        <p:spPr>
          <a:xfrm>
            <a:off x="647640" y="5800680"/>
            <a:ext cx="16920" cy="16920"/>
          </a:xfrm>
          <a:custGeom>
            <a:avLst/>
            <a:gdLst/>
            <a:ahLst/>
            <a:rect l="0" t="0" r="r" b="b"/>
            <a:pathLst>
              <a:path w="47" h="47">
                <a:moveTo>
                  <a:pt x="35" y="0"/>
                </a:moveTo>
                <a:lnTo>
                  <a:pt x="0" y="35"/>
                </a:lnTo>
                <a:lnTo>
                  <a:pt x="0" y="47"/>
                </a:lnTo>
                <a:lnTo>
                  <a:pt x="47" y="0"/>
                </a:lnTo>
                <a:lnTo>
                  <a:pt x="35" y="0"/>
                </a:lnTo>
                <a:close/>
              </a:path>
            </a:pathLst>
          </a:custGeom>
          <a:solidFill>
            <a:srgbClr val="7d23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63" name=""/>
          <p:cNvSpPr/>
          <p:nvPr/>
        </p:nvSpPr>
        <p:spPr>
          <a:xfrm>
            <a:off x="647640" y="5800680"/>
            <a:ext cx="21240" cy="21240"/>
          </a:xfrm>
          <a:custGeom>
            <a:avLst/>
            <a:gdLst/>
            <a:ahLst/>
            <a:rect l="0" t="0" r="r" b="b"/>
            <a:pathLst>
              <a:path w="59" h="59">
                <a:moveTo>
                  <a:pt x="46" y="0"/>
                </a:moveTo>
                <a:lnTo>
                  <a:pt x="0" y="46"/>
                </a:lnTo>
                <a:lnTo>
                  <a:pt x="0" y="59"/>
                </a:lnTo>
                <a:lnTo>
                  <a:pt x="59" y="0"/>
                </a:lnTo>
                <a:lnTo>
                  <a:pt x="46" y="0"/>
                </a:lnTo>
                <a:close/>
              </a:path>
            </a:pathLst>
          </a:custGeom>
          <a:solidFill>
            <a:srgbClr val="7e23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64" name=""/>
          <p:cNvSpPr/>
          <p:nvPr/>
        </p:nvSpPr>
        <p:spPr>
          <a:xfrm>
            <a:off x="647640" y="5800680"/>
            <a:ext cx="25200" cy="25200"/>
          </a:xfrm>
          <a:custGeom>
            <a:avLst/>
            <a:gdLst/>
            <a:ahLst/>
            <a:rect l="0" t="0" r="r" b="b"/>
            <a:pathLst>
              <a:path w="70" h="70">
                <a:moveTo>
                  <a:pt x="59" y="0"/>
                </a:moveTo>
                <a:lnTo>
                  <a:pt x="0" y="58"/>
                </a:lnTo>
                <a:lnTo>
                  <a:pt x="0" y="70"/>
                </a:lnTo>
                <a:lnTo>
                  <a:pt x="70" y="0"/>
                </a:lnTo>
                <a:lnTo>
                  <a:pt x="59" y="0"/>
                </a:lnTo>
                <a:close/>
              </a:path>
            </a:pathLst>
          </a:custGeom>
          <a:solidFill>
            <a:srgbClr val="7e24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65" name=""/>
          <p:cNvSpPr/>
          <p:nvPr/>
        </p:nvSpPr>
        <p:spPr>
          <a:xfrm>
            <a:off x="647640" y="5800680"/>
            <a:ext cx="28800" cy="28800"/>
          </a:xfrm>
          <a:custGeom>
            <a:avLst/>
            <a:gdLst/>
            <a:ahLst/>
            <a:rect l="0" t="0" r="r" b="b"/>
            <a:pathLst>
              <a:path w="80" h="80">
                <a:moveTo>
                  <a:pt x="70" y="0"/>
                </a:moveTo>
                <a:lnTo>
                  <a:pt x="0" y="70"/>
                </a:lnTo>
                <a:lnTo>
                  <a:pt x="0" y="80"/>
                </a:lnTo>
                <a:lnTo>
                  <a:pt x="80" y="0"/>
                </a:lnTo>
                <a:lnTo>
                  <a:pt x="70" y="0"/>
                </a:lnTo>
                <a:close/>
              </a:path>
            </a:pathLst>
          </a:custGeom>
          <a:solidFill>
            <a:srgbClr val="7f24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66" name=""/>
          <p:cNvSpPr/>
          <p:nvPr/>
        </p:nvSpPr>
        <p:spPr>
          <a:xfrm>
            <a:off x="647640" y="5800680"/>
            <a:ext cx="29520" cy="28800"/>
          </a:xfrm>
          <a:custGeom>
            <a:avLst/>
            <a:gdLst/>
            <a:ahLst/>
            <a:rect l="0" t="0" r="r" b="b"/>
            <a:pathLst>
              <a:path w="82" h="80">
                <a:moveTo>
                  <a:pt x="80" y="0"/>
                </a:moveTo>
                <a:lnTo>
                  <a:pt x="0" y="80"/>
                </a:lnTo>
                <a:lnTo>
                  <a:pt x="1" y="80"/>
                </a:lnTo>
                <a:lnTo>
                  <a:pt x="82" y="0"/>
                </a:lnTo>
                <a:lnTo>
                  <a:pt x="80" y="0"/>
                </a:lnTo>
                <a:close/>
              </a:path>
            </a:pathLst>
          </a:custGeom>
          <a:solidFill>
            <a:srgbClr val="7f24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67" name=""/>
          <p:cNvSpPr/>
          <p:nvPr/>
        </p:nvSpPr>
        <p:spPr>
          <a:xfrm>
            <a:off x="648000" y="5800680"/>
            <a:ext cx="33120" cy="28800"/>
          </a:xfrm>
          <a:custGeom>
            <a:avLst/>
            <a:gdLst/>
            <a:ahLst/>
            <a:rect l="0" t="0" r="r" b="b"/>
            <a:pathLst>
              <a:path w="92" h="80">
                <a:moveTo>
                  <a:pt x="81" y="0"/>
                </a:moveTo>
                <a:lnTo>
                  <a:pt x="0" y="80"/>
                </a:lnTo>
                <a:lnTo>
                  <a:pt x="12" y="80"/>
                </a:lnTo>
                <a:lnTo>
                  <a:pt x="92" y="0"/>
                </a:lnTo>
                <a:lnTo>
                  <a:pt x="81" y="0"/>
                </a:lnTo>
                <a:close/>
              </a:path>
            </a:pathLst>
          </a:custGeom>
          <a:solidFill>
            <a:srgbClr val="7f24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68" name=""/>
          <p:cNvSpPr/>
          <p:nvPr/>
        </p:nvSpPr>
        <p:spPr>
          <a:xfrm>
            <a:off x="652320" y="5800680"/>
            <a:ext cx="33120" cy="28800"/>
          </a:xfrm>
          <a:custGeom>
            <a:avLst/>
            <a:gdLst/>
            <a:ahLst/>
            <a:rect l="0" t="0" r="r" b="b"/>
            <a:pathLst>
              <a:path w="92" h="80">
                <a:moveTo>
                  <a:pt x="80" y="0"/>
                </a:moveTo>
                <a:lnTo>
                  <a:pt x="0" y="80"/>
                </a:lnTo>
                <a:lnTo>
                  <a:pt x="11" y="80"/>
                </a:lnTo>
                <a:lnTo>
                  <a:pt x="92" y="0"/>
                </a:lnTo>
                <a:lnTo>
                  <a:pt x="80" y="0"/>
                </a:lnTo>
                <a:close/>
              </a:path>
            </a:pathLst>
          </a:custGeom>
          <a:solidFill>
            <a:srgbClr val="8025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69" name=""/>
          <p:cNvSpPr/>
          <p:nvPr/>
        </p:nvSpPr>
        <p:spPr>
          <a:xfrm>
            <a:off x="656280" y="5800680"/>
            <a:ext cx="33120" cy="28800"/>
          </a:xfrm>
          <a:custGeom>
            <a:avLst/>
            <a:gdLst/>
            <a:ahLst/>
            <a:rect l="0" t="0" r="r" b="b"/>
            <a:pathLst>
              <a:path w="92" h="80">
                <a:moveTo>
                  <a:pt x="81" y="0"/>
                </a:moveTo>
                <a:lnTo>
                  <a:pt x="0" y="80"/>
                </a:lnTo>
                <a:lnTo>
                  <a:pt x="12" y="80"/>
                </a:lnTo>
                <a:lnTo>
                  <a:pt x="92" y="0"/>
                </a:lnTo>
                <a:lnTo>
                  <a:pt x="81" y="0"/>
                </a:lnTo>
                <a:close/>
              </a:path>
            </a:pathLst>
          </a:custGeom>
          <a:solidFill>
            <a:srgbClr val="8025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70" name=""/>
          <p:cNvSpPr/>
          <p:nvPr/>
        </p:nvSpPr>
        <p:spPr>
          <a:xfrm>
            <a:off x="660600" y="5800680"/>
            <a:ext cx="33120" cy="28800"/>
          </a:xfrm>
          <a:custGeom>
            <a:avLst/>
            <a:gdLst/>
            <a:ahLst/>
            <a:rect l="0" t="0" r="r" b="b"/>
            <a:pathLst>
              <a:path w="92" h="80">
                <a:moveTo>
                  <a:pt x="80" y="0"/>
                </a:moveTo>
                <a:lnTo>
                  <a:pt x="0" y="80"/>
                </a:lnTo>
                <a:lnTo>
                  <a:pt x="13" y="80"/>
                </a:lnTo>
                <a:lnTo>
                  <a:pt x="92" y="0"/>
                </a:lnTo>
                <a:lnTo>
                  <a:pt x="80" y="0"/>
                </a:lnTo>
                <a:close/>
              </a:path>
            </a:pathLst>
          </a:custGeom>
          <a:solidFill>
            <a:srgbClr val="8125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71" name=""/>
          <p:cNvSpPr/>
          <p:nvPr/>
        </p:nvSpPr>
        <p:spPr>
          <a:xfrm>
            <a:off x="664920" y="5800680"/>
            <a:ext cx="33120" cy="28800"/>
          </a:xfrm>
          <a:custGeom>
            <a:avLst/>
            <a:gdLst/>
            <a:ahLst/>
            <a:rect l="0" t="0" r="r" b="b"/>
            <a:pathLst>
              <a:path w="92" h="80">
                <a:moveTo>
                  <a:pt x="79" y="0"/>
                </a:moveTo>
                <a:lnTo>
                  <a:pt x="0" y="80"/>
                </a:lnTo>
                <a:lnTo>
                  <a:pt x="11" y="80"/>
                </a:lnTo>
                <a:lnTo>
                  <a:pt x="92" y="0"/>
                </a:lnTo>
                <a:lnTo>
                  <a:pt x="79" y="0"/>
                </a:lnTo>
                <a:close/>
              </a:path>
            </a:pathLst>
          </a:custGeom>
          <a:solidFill>
            <a:srgbClr val="8126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72" name=""/>
          <p:cNvSpPr/>
          <p:nvPr/>
        </p:nvSpPr>
        <p:spPr>
          <a:xfrm>
            <a:off x="668880" y="5800680"/>
            <a:ext cx="33120" cy="28800"/>
          </a:xfrm>
          <a:custGeom>
            <a:avLst/>
            <a:gdLst/>
            <a:ahLst/>
            <a:rect l="0" t="0" r="r" b="b"/>
            <a:pathLst>
              <a:path w="92" h="80">
                <a:moveTo>
                  <a:pt x="81" y="0"/>
                </a:moveTo>
                <a:lnTo>
                  <a:pt x="0" y="80"/>
                </a:lnTo>
                <a:lnTo>
                  <a:pt x="12" y="80"/>
                </a:lnTo>
                <a:lnTo>
                  <a:pt x="92" y="0"/>
                </a:lnTo>
                <a:lnTo>
                  <a:pt x="81" y="0"/>
                </a:lnTo>
                <a:close/>
              </a:path>
            </a:pathLst>
          </a:custGeom>
          <a:solidFill>
            <a:srgbClr val="8226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73" name=""/>
          <p:cNvSpPr/>
          <p:nvPr/>
        </p:nvSpPr>
        <p:spPr>
          <a:xfrm>
            <a:off x="673200" y="5800680"/>
            <a:ext cx="33120" cy="28800"/>
          </a:xfrm>
          <a:custGeom>
            <a:avLst/>
            <a:gdLst/>
            <a:ahLst/>
            <a:rect l="0" t="0" r="r" b="b"/>
            <a:pathLst>
              <a:path w="92" h="80">
                <a:moveTo>
                  <a:pt x="80" y="0"/>
                </a:moveTo>
                <a:lnTo>
                  <a:pt x="0" y="80"/>
                </a:lnTo>
                <a:lnTo>
                  <a:pt x="11" y="80"/>
                </a:lnTo>
                <a:lnTo>
                  <a:pt x="92" y="0"/>
                </a:lnTo>
                <a:lnTo>
                  <a:pt x="80" y="0"/>
                </a:lnTo>
                <a:close/>
              </a:path>
            </a:pathLst>
          </a:custGeom>
          <a:solidFill>
            <a:srgbClr val="8326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74" name=""/>
          <p:cNvSpPr/>
          <p:nvPr/>
        </p:nvSpPr>
        <p:spPr>
          <a:xfrm>
            <a:off x="677160" y="5800680"/>
            <a:ext cx="33120" cy="28800"/>
          </a:xfrm>
          <a:custGeom>
            <a:avLst/>
            <a:gdLst/>
            <a:ahLst/>
            <a:rect l="0" t="0" r="r" b="b"/>
            <a:pathLst>
              <a:path w="92" h="80">
                <a:moveTo>
                  <a:pt x="81" y="0"/>
                </a:moveTo>
                <a:lnTo>
                  <a:pt x="0" y="80"/>
                </a:lnTo>
                <a:lnTo>
                  <a:pt x="12" y="80"/>
                </a:lnTo>
                <a:lnTo>
                  <a:pt x="92" y="0"/>
                </a:lnTo>
                <a:lnTo>
                  <a:pt x="81" y="0"/>
                </a:lnTo>
                <a:close/>
              </a:path>
            </a:pathLst>
          </a:custGeom>
          <a:solidFill>
            <a:srgbClr val="8327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75" name=""/>
          <p:cNvSpPr/>
          <p:nvPr/>
        </p:nvSpPr>
        <p:spPr>
          <a:xfrm>
            <a:off x="681480" y="5800680"/>
            <a:ext cx="33120" cy="28800"/>
          </a:xfrm>
          <a:custGeom>
            <a:avLst/>
            <a:gdLst/>
            <a:ahLst/>
            <a:rect l="0" t="0" r="r" b="b"/>
            <a:pathLst>
              <a:path w="92" h="80">
                <a:moveTo>
                  <a:pt x="80" y="0"/>
                </a:moveTo>
                <a:lnTo>
                  <a:pt x="0" y="80"/>
                </a:lnTo>
                <a:lnTo>
                  <a:pt x="11" y="80"/>
                </a:lnTo>
                <a:lnTo>
                  <a:pt x="92" y="0"/>
                </a:lnTo>
                <a:lnTo>
                  <a:pt x="80" y="0"/>
                </a:lnTo>
                <a:close/>
              </a:path>
            </a:pathLst>
          </a:custGeom>
          <a:solidFill>
            <a:srgbClr val="8427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76" name=""/>
          <p:cNvSpPr/>
          <p:nvPr/>
        </p:nvSpPr>
        <p:spPr>
          <a:xfrm>
            <a:off x="685440" y="5800680"/>
            <a:ext cx="33120" cy="28800"/>
          </a:xfrm>
          <a:custGeom>
            <a:avLst/>
            <a:gdLst/>
            <a:ahLst/>
            <a:rect l="0" t="0" r="r" b="b"/>
            <a:pathLst>
              <a:path w="92" h="80">
                <a:moveTo>
                  <a:pt x="81" y="0"/>
                </a:moveTo>
                <a:lnTo>
                  <a:pt x="0" y="80"/>
                </a:lnTo>
                <a:lnTo>
                  <a:pt x="12" y="80"/>
                </a:lnTo>
                <a:lnTo>
                  <a:pt x="92" y="0"/>
                </a:lnTo>
                <a:lnTo>
                  <a:pt x="81" y="0"/>
                </a:lnTo>
                <a:close/>
              </a:path>
            </a:pathLst>
          </a:custGeom>
          <a:solidFill>
            <a:srgbClr val="8427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77" name=""/>
          <p:cNvSpPr/>
          <p:nvPr/>
        </p:nvSpPr>
        <p:spPr>
          <a:xfrm>
            <a:off x="689760" y="5800680"/>
            <a:ext cx="33120" cy="28800"/>
          </a:xfrm>
          <a:custGeom>
            <a:avLst/>
            <a:gdLst/>
            <a:ahLst/>
            <a:rect l="0" t="0" r="r" b="b"/>
            <a:pathLst>
              <a:path w="92" h="80">
                <a:moveTo>
                  <a:pt x="80" y="0"/>
                </a:moveTo>
                <a:lnTo>
                  <a:pt x="0" y="80"/>
                </a:lnTo>
                <a:lnTo>
                  <a:pt x="12" y="80"/>
                </a:lnTo>
                <a:lnTo>
                  <a:pt x="92" y="0"/>
                </a:lnTo>
                <a:lnTo>
                  <a:pt x="80" y="0"/>
                </a:lnTo>
                <a:close/>
              </a:path>
            </a:pathLst>
          </a:custGeom>
          <a:solidFill>
            <a:srgbClr val="8528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78" name=""/>
          <p:cNvSpPr/>
          <p:nvPr/>
        </p:nvSpPr>
        <p:spPr>
          <a:xfrm>
            <a:off x="694080" y="5800680"/>
            <a:ext cx="33120" cy="28800"/>
          </a:xfrm>
          <a:custGeom>
            <a:avLst/>
            <a:gdLst/>
            <a:ahLst/>
            <a:rect l="0" t="0" r="r" b="b"/>
            <a:pathLst>
              <a:path w="92" h="80">
                <a:moveTo>
                  <a:pt x="80" y="0"/>
                </a:moveTo>
                <a:lnTo>
                  <a:pt x="0" y="80"/>
                </a:lnTo>
                <a:lnTo>
                  <a:pt x="12" y="80"/>
                </a:lnTo>
                <a:lnTo>
                  <a:pt x="92" y="0"/>
                </a:lnTo>
                <a:lnTo>
                  <a:pt x="80" y="0"/>
                </a:lnTo>
                <a:close/>
              </a:path>
            </a:pathLst>
          </a:custGeom>
          <a:solidFill>
            <a:srgbClr val="8528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79" name=""/>
          <p:cNvSpPr/>
          <p:nvPr/>
        </p:nvSpPr>
        <p:spPr>
          <a:xfrm>
            <a:off x="698040" y="5800680"/>
            <a:ext cx="33120" cy="28800"/>
          </a:xfrm>
          <a:custGeom>
            <a:avLst/>
            <a:gdLst/>
            <a:ahLst/>
            <a:rect l="0" t="0" r="r" b="b"/>
            <a:pathLst>
              <a:path w="92" h="80">
                <a:moveTo>
                  <a:pt x="80" y="0"/>
                </a:moveTo>
                <a:lnTo>
                  <a:pt x="0" y="80"/>
                </a:lnTo>
                <a:lnTo>
                  <a:pt x="12" y="80"/>
                </a:lnTo>
                <a:lnTo>
                  <a:pt x="92" y="0"/>
                </a:lnTo>
                <a:lnTo>
                  <a:pt x="80" y="0"/>
                </a:lnTo>
                <a:close/>
              </a:path>
            </a:pathLst>
          </a:custGeom>
          <a:solidFill>
            <a:srgbClr val="8628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80" name=""/>
          <p:cNvSpPr/>
          <p:nvPr/>
        </p:nvSpPr>
        <p:spPr>
          <a:xfrm>
            <a:off x="702360" y="5800680"/>
            <a:ext cx="33120" cy="28800"/>
          </a:xfrm>
          <a:custGeom>
            <a:avLst/>
            <a:gdLst/>
            <a:ahLst/>
            <a:rect l="0" t="0" r="r" b="b"/>
            <a:pathLst>
              <a:path w="92" h="80">
                <a:moveTo>
                  <a:pt x="80" y="0"/>
                </a:moveTo>
                <a:lnTo>
                  <a:pt x="0" y="80"/>
                </a:lnTo>
                <a:lnTo>
                  <a:pt x="11" y="80"/>
                </a:lnTo>
                <a:lnTo>
                  <a:pt x="92" y="0"/>
                </a:lnTo>
                <a:lnTo>
                  <a:pt x="80" y="0"/>
                </a:lnTo>
                <a:close/>
              </a:path>
            </a:pathLst>
          </a:custGeom>
          <a:solidFill>
            <a:srgbClr val="8629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81" name=""/>
          <p:cNvSpPr/>
          <p:nvPr/>
        </p:nvSpPr>
        <p:spPr>
          <a:xfrm>
            <a:off x="706320" y="5800680"/>
            <a:ext cx="33120" cy="28800"/>
          </a:xfrm>
          <a:custGeom>
            <a:avLst/>
            <a:gdLst/>
            <a:ahLst/>
            <a:rect l="0" t="0" r="r" b="b"/>
            <a:pathLst>
              <a:path w="92" h="80">
                <a:moveTo>
                  <a:pt x="81" y="0"/>
                </a:moveTo>
                <a:lnTo>
                  <a:pt x="0" y="80"/>
                </a:lnTo>
                <a:lnTo>
                  <a:pt x="12" y="80"/>
                </a:lnTo>
                <a:lnTo>
                  <a:pt x="92" y="0"/>
                </a:lnTo>
                <a:lnTo>
                  <a:pt x="81" y="0"/>
                </a:lnTo>
                <a:close/>
              </a:path>
            </a:pathLst>
          </a:custGeom>
          <a:solidFill>
            <a:srgbClr val="8729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82" name=""/>
          <p:cNvSpPr/>
          <p:nvPr/>
        </p:nvSpPr>
        <p:spPr>
          <a:xfrm>
            <a:off x="710640" y="5800680"/>
            <a:ext cx="33120" cy="28800"/>
          </a:xfrm>
          <a:custGeom>
            <a:avLst/>
            <a:gdLst/>
            <a:ahLst/>
            <a:rect l="0" t="0" r="r" b="b"/>
            <a:pathLst>
              <a:path w="92" h="80">
                <a:moveTo>
                  <a:pt x="80" y="0"/>
                </a:moveTo>
                <a:lnTo>
                  <a:pt x="0" y="80"/>
                </a:lnTo>
                <a:lnTo>
                  <a:pt x="12" y="80"/>
                </a:lnTo>
                <a:lnTo>
                  <a:pt x="92" y="0"/>
                </a:lnTo>
                <a:lnTo>
                  <a:pt x="80" y="0"/>
                </a:lnTo>
                <a:close/>
              </a:path>
            </a:pathLst>
          </a:custGeom>
          <a:solidFill>
            <a:srgbClr val="8729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83" name=""/>
          <p:cNvSpPr/>
          <p:nvPr/>
        </p:nvSpPr>
        <p:spPr>
          <a:xfrm>
            <a:off x="714960" y="5800680"/>
            <a:ext cx="32760" cy="28800"/>
          </a:xfrm>
          <a:custGeom>
            <a:avLst/>
            <a:gdLst/>
            <a:ahLst/>
            <a:rect l="0" t="0" r="r" b="b"/>
            <a:pathLst>
              <a:path w="91" h="80">
                <a:moveTo>
                  <a:pt x="80" y="0"/>
                </a:moveTo>
                <a:lnTo>
                  <a:pt x="0" y="80"/>
                </a:lnTo>
                <a:lnTo>
                  <a:pt x="11" y="80"/>
                </a:lnTo>
                <a:lnTo>
                  <a:pt x="91" y="0"/>
                </a:lnTo>
                <a:lnTo>
                  <a:pt x="80" y="0"/>
                </a:lnTo>
                <a:close/>
              </a:path>
            </a:pathLst>
          </a:custGeom>
          <a:solidFill>
            <a:srgbClr val="882a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84" name=""/>
          <p:cNvSpPr/>
          <p:nvPr/>
        </p:nvSpPr>
        <p:spPr>
          <a:xfrm>
            <a:off x="718920" y="5800680"/>
            <a:ext cx="33120" cy="28800"/>
          </a:xfrm>
          <a:custGeom>
            <a:avLst/>
            <a:gdLst/>
            <a:ahLst/>
            <a:rect l="0" t="0" r="r" b="b"/>
            <a:pathLst>
              <a:path w="92" h="80">
                <a:moveTo>
                  <a:pt x="80" y="0"/>
                </a:moveTo>
                <a:lnTo>
                  <a:pt x="0" y="80"/>
                </a:lnTo>
                <a:lnTo>
                  <a:pt x="12" y="80"/>
                </a:lnTo>
                <a:lnTo>
                  <a:pt x="92" y="0"/>
                </a:lnTo>
                <a:lnTo>
                  <a:pt x="80" y="0"/>
                </a:lnTo>
                <a:close/>
              </a:path>
            </a:pathLst>
          </a:custGeom>
          <a:solidFill>
            <a:srgbClr val="892a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85" name=""/>
          <p:cNvSpPr/>
          <p:nvPr/>
        </p:nvSpPr>
        <p:spPr>
          <a:xfrm>
            <a:off x="723240" y="5800680"/>
            <a:ext cx="33120" cy="28800"/>
          </a:xfrm>
          <a:custGeom>
            <a:avLst/>
            <a:gdLst/>
            <a:ahLst/>
            <a:rect l="0" t="0" r="r" b="b"/>
            <a:pathLst>
              <a:path w="92" h="80">
                <a:moveTo>
                  <a:pt x="80" y="0"/>
                </a:moveTo>
                <a:lnTo>
                  <a:pt x="0" y="80"/>
                </a:lnTo>
                <a:lnTo>
                  <a:pt x="11" y="80"/>
                </a:lnTo>
                <a:lnTo>
                  <a:pt x="92" y="0"/>
                </a:lnTo>
                <a:lnTo>
                  <a:pt x="80" y="0"/>
                </a:lnTo>
                <a:close/>
              </a:path>
            </a:pathLst>
          </a:custGeom>
          <a:solidFill>
            <a:srgbClr val="892a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86" name=""/>
          <p:cNvSpPr/>
          <p:nvPr/>
        </p:nvSpPr>
        <p:spPr>
          <a:xfrm>
            <a:off x="727200" y="5800680"/>
            <a:ext cx="33120" cy="28800"/>
          </a:xfrm>
          <a:custGeom>
            <a:avLst/>
            <a:gdLst/>
            <a:ahLst/>
            <a:rect l="0" t="0" r="r" b="b"/>
            <a:pathLst>
              <a:path w="92" h="80">
                <a:moveTo>
                  <a:pt x="81" y="0"/>
                </a:moveTo>
                <a:lnTo>
                  <a:pt x="0" y="80"/>
                </a:lnTo>
                <a:lnTo>
                  <a:pt x="13" y="80"/>
                </a:lnTo>
                <a:lnTo>
                  <a:pt x="92" y="0"/>
                </a:lnTo>
                <a:lnTo>
                  <a:pt x="81" y="0"/>
                </a:lnTo>
                <a:close/>
              </a:path>
            </a:pathLst>
          </a:custGeom>
          <a:solidFill>
            <a:srgbClr val="8a2b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87" name=""/>
          <p:cNvSpPr/>
          <p:nvPr/>
        </p:nvSpPr>
        <p:spPr>
          <a:xfrm>
            <a:off x="731520" y="5800680"/>
            <a:ext cx="33120" cy="28800"/>
          </a:xfrm>
          <a:custGeom>
            <a:avLst/>
            <a:gdLst/>
            <a:ahLst/>
            <a:rect l="0" t="0" r="r" b="b"/>
            <a:pathLst>
              <a:path w="92" h="80">
                <a:moveTo>
                  <a:pt x="79" y="0"/>
                </a:moveTo>
                <a:lnTo>
                  <a:pt x="0" y="80"/>
                </a:lnTo>
                <a:lnTo>
                  <a:pt x="11" y="80"/>
                </a:lnTo>
                <a:lnTo>
                  <a:pt x="92" y="0"/>
                </a:lnTo>
                <a:lnTo>
                  <a:pt x="79" y="0"/>
                </a:lnTo>
                <a:close/>
              </a:path>
            </a:pathLst>
          </a:custGeom>
          <a:solidFill>
            <a:srgbClr val="8a2b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88" name=""/>
          <p:cNvSpPr/>
          <p:nvPr/>
        </p:nvSpPr>
        <p:spPr>
          <a:xfrm>
            <a:off x="735480" y="5800680"/>
            <a:ext cx="33120" cy="28800"/>
          </a:xfrm>
          <a:custGeom>
            <a:avLst/>
            <a:gdLst/>
            <a:ahLst/>
            <a:rect l="0" t="0" r="r" b="b"/>
            <a:pathLst>
              <a:path w="92" h="80">
                <a:moveTo>
                  <a:pt x="81" y="0"/>
                </a:moveTo>
                <a:lnTo>
                  <a:pt x="0" y="80"/>
                </a:lnTo>
                <a:lnTo>
                  <a:pt x="12" y="80"/>
                </a:lnTo>
                <a:lnTo>
                  <a:pt x="92" y="0"/>
                </a:lnTo>
                <a:lnTo>
                  <a:pt x="81" y="0"/>
                </a:lnTo>
                <a:close/>
              </a:path>
            </a:pathLst>
          </a:custGeom>
          <a:solidFill>
            <a:srgbClr val="8b2b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89" name=""/>
          <p:cNvSpPr/>
          <p:nvPr/>
        </p:nvSpPr>
        <p:spPr>
          <a:xfrm>
            <a:off x="739800" y="5800680"/>
            <a:ext cx="33120" cy="28800"/>
          </a:xfrm>
          <a:custGeom>
            <a:avLst/>
            <a:gdLst/>
            <a:ahLst/>
            <a:rect l="0" t="0" r="r" b="b"/>
            <a:pathLst>
              <a:path w="92" h="80">
                <a:moveTo>
                  <a:pt x="80" y="0"/>
                </a:moveTo>
                <a:lnTo>
                  <a:pt x="0" y="80"/>
                </a:lnTo>
                <a:lnTo>
                  <a:pt x="12" y="80"/>
                </a:lnTo>
                <a:lnTo>
                  <a:pt x="92" y="0"/>
                </a:lnTo>
                <a:lnTo>
                  <a:pt x="80" y="0"/>
                </a:lnTo>
                <a:close/>
              </a:path>
            </a:pathLst>
          </a:custGeom>
          <a:solidFill>
            <a:srgbClr val="8b2c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90" name=""/>
          <p:cNvSpPr/>
          <p:nvPr/>
        </p:nvSpPr>
        <p:spPr>
          <a:xfrm>
            <a:off x="744120" y="5800680"/>
            <a:ext cx="33120" cy="28800"/>
          </a:xfrm>
          <a:custGeom>
            <a:avLst/>
            <a:gdLst/>
            <a:ahLst/>
            <a:rect l="0" t="0" r="r" b="b"/>
            <a:pathLst>
              <a:path w="92" h="80">
                <a:moveTo>
                  <a:pt x="80" y="0"/>
                </a:moveTo>
                <a:lnTo>
                  <a:pt x="0" y="80"/>
                </a:lnTo>
                <a:lnTo>
                  <a:pt x="11" y="80"/>
                </a:lnTo>
                <a:lnTo>
                  <a:pt x="92" y="0"/>
                </a:lnTo>
                <a:lnTo>
                  <a:pt x="80" y="0"/>
                </a:lnTo>
                <a:close/>
              </a:path>
            </a:pathLst>
          </a:custGeom>
          <a:solidFill>
            <a:srgbClr val="8c2c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91" name=""/>
          <p:cNvSpPr/>
          <p:nvPr/>
        </p:nvSpPr>
        <p:spPr>
          <a:xfrm>
            <a:off x="748080" y="5800680"/>
            <a:ext cx="33120" cy="28800"/>
          </a:xfrm>
          <a:custGeom>
            <a:avLst/>
            <a:gdLst/>
            <a:ahLst/>
            <a:rect l="0" t="0" r="r" b="b"/>
            <a:pathLst>
              <a:path w="92" h="80">
                <a:moveTo>
                  <a:pt x="81" y="0"/>
                </a:moveTo>
                <a:lnTo>
                  <a:pt x="0" y="80"/>
                </a:lnTo>
                <a:lnTo>
                  <a:pt x="12" y="80"/>
                </a:lnTo>
                <a:lnTo>
                  <a:pt x="92" y="0"/>
                </a:lnTo>
                <a:lnTo>
                  <a:pt x="81" y="0"/>
                </a:lnTo>
                <a:close/>
              </a:path>
            </a:pathLst>
          </a:custGeom>
          <a:solidFill>
            <a:srgbClr val="8c2c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92" name=""/>
          <p:cNvSpPr/>
          <p:nvPr/>
        </p:nvSpPr>
        <p:spPr>
          <a:xfrm>
            <a:off x="752400" y="5800680"/>
            <a:ext cx="33120" cy="28800"/>
          </a:xfrm>
          <a:custGeom>
            <a:avLst/>
            <a:gdLst/>
            <a:ahLst/>
            <a:rect l="0" t="0" r="r" b="b"/>
            <a:pathLst>
              <a:path w="92" h="80">
                <a:moveTo>
                  <a:pt x="80" y="0"/>
                </a:moveTo>
                <a:lnTo>
                  <a:pt x="0" y="80"/>
                </a:lnTo>
                <a:lnTo>
                  <a:pt x="11" y="80"/>
                </a:lnTo>
                <a:lnTo>
                  <a:pt x="92" y="0"/>
                </a:lnTo>
                <a:lnTo>
                  <a:pt x="80" y="0"/>
                </a:lnTo>
                <a:close/>
              </a:path>
            </a:pathLst>
          </a:custGeom>
          <a:solidFill>
            <a:srgbClr val="8d2d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93" name=""/>
          <p:cNvSpPr/>
          <p:nvPr/>
        </p:nvSpPr>
        <p:spPr>
          <a:xfrm>
            <a:off x="756360" y="5800680"/>
            <a:ext cx="33120" cy="28800"/>
          </a:xfrm>
          <a:custGeom>
            <a:avLst/>
            <a:gdLst/>
            <a:ahLst/>
            <a:rect l="0" t="0" r="r" b="b"/>
            <a:pathLst>
              <a:path w="92" h="80">
                <a:moveTo>
                  <a:pt x="81" y="0"/>
                </a:moveTo>
                <a:lnTo>
                  <a:pt x="0" y="80"/>
                </a:lnTo>
                <a:lnTo>
                  <a:pt x="12" y="80"/>
                </a:lnTo>
                <a:lnTo>
                  <a:pt x="92" y="0"/>
                </a:lnTo>
                <a:lnTo>
                  <a:pt x="81" y="0"/>
                </a:lnTo>
                <a:close/>
              </a:path>
            </a:pathLst>
          </a:custGeom>
          <a:solidFill>
            <a:srgbClr val="8e2d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94" name=""/>
          <p:cNvSpPr/>
          <p:nvPr/>
        </p:nvSpPr>
        <p:spPr>
          <a:xfrm>
            <a:off x="760680" y="5800680"/>
            <a:ext cx="33120" cy="28800"/>
          </a:xfrm>
          <a:custGeom>
            <a:avLst/>
            <a:gdLst/>
            <a:ahLst/>
            <a:rect l="0" t="0" r="r" b="b"/>
            <a:pathLst>
              <a:path w="92" h="80">
                <a:moveTo>
                  <a:pt x="80" y="0"/>
                </a:moveTo>
                <a:lnTo>
                  <a:pt x="0" y="80"/>
                </a:lnTo>
                <a:lnTo>
                  <a:pt x="12" y="80"/>
                </a:lnTo>
                <a:lnTo>
                  <a:pt x="92" y="0"/>
                </a:lnTo>
                <a:lnTo>
                  <a:pt x="80" y="0"/>
                </a:lnTo>
                <a:close/>
              </a:path>
            </a:pathLst>
          </a:custGeom>
          <a:solidFill>
            <a:srgbClr val="8e2d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95" name=""/>
          <p:cNvSpPr/>
          <p:nvPr/>
        </p:nvSpPr>
        <p:spPr>
          <a:xfrm>
            <a:off x="764640" y="5800680"/>
            <a:ext cx="33120" cy="28800"/>
          </a:xfrm>
          <a:custGeom>
            <a:avLst/>
            <a:gdLst/>
            <a:ahLst/>
            <a:rect l="0" t="0" r="r" b="b"/>
            <a:pathLst>
              <a:path w="92" h="80">
                <a:moveTo>
                  <a:pt x="80" y="0"/>
                </a:moveTo>
                <a:lnTo>
                  <a:pt x="0" y="80"/>
                </a:lnTo>
                <a:lnTo>
                  <a:pt x="12" y="80"/>
                </a:lnTo>
                <a:lnTo>
                  <a:pt x="92" y="0"/>
                </a:lnTo>
                <a:lnTo>
                  <a:pt x="80" y="0"/>
                </a:lnTo>
                <a:close/>
              </a:path>
            </a:pathLst>
          </a:custGeom>
          <a:solidFill>
            <a:srgbClr val="8f2e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96" name=""/>
          <p:cNvSpPr/>
          <p:nvPr/>
        </p:nvSpPr>
        <p:spPr>
          <a:xfrm>
            <a:off x="768960" y="5800680"/>
            <a:ext cx="33120" cy="28800"/>
          </a:xfrm>
          <a:custGeom>
            <a:avLst/>
            <a:gdLst/>
            <a:ahLst/>
            <a:rect l="0" t="0" r="r" b="b"/>
            <a:pathLst>
              <a:path w="92" h="80">
                <a:moveTo>
                  <a:pt x="80" y="0"/>
                </a:moveTo>
                <a:lnTo>
                  <a:pt x="0" y="80"/>
                </a:lnTo>
                <a:lnTo>
                  <a:pt x="12" y="80"/>
                </a:lnTo>
                <a:lnTo>
                  <a:pt x="92" y="0"/>
                </a:lnTo>
                <a:lnTo>
                  <a:pt x="80" y="0"/>
                </a:lnTo>
                <a:close/>
              </a:path>
            </a:pathLst>
          </a:custGeom>
          <a:solidFill>
            <a:srgbClr val="8f2e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97" name=""/>
          <p:cNvSpPr/>
          <p:nvPr/>
        </p:nvSpPr>
        <p:spPr>
          <a:xfrm>
            <a:off x="773280" y="5800680"/>
            <a:ext cx="33120" cy="28800"/>
          </a:xfrm>
          <a:custGeom>
            <a:avLst/>
            <a:gdLst/>
            <a:ahLst/>
            <a:rect l="0" t="0" r="r" b="b"/>
            <a:pathLst>
              <a:path w="92" h="80">
                <a:moveTo>
                  <a:pt x="80" y="0"/>
                </a:moveTo>
                <a:lnTo>
                  <a:pt x="0" y="80"/>
                </a:lnTo>
                <a:lnTo>
                  <a:pt x="11" y="80"/>
                </a:lnTo>
                <a:lnTo>
                  <a:pt x="92" y="0"/>
                </a:lnTo>
                <a:lnTo>
                  <a:pt x="80" y="0"/>
                </a:lnTo>
                <a:close/>
              </a:path>
            </a:pathLst>
          </a:custGeom>
          <a:solidFill>
            <a:srgbClr val="902e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98" name=""/>
          <p:cNvSpPr/>
          <p:nvPr/>
        </p:nvSpPr>
        <p:spPr>
          <a:xfrm>
            <a:off x="777240" y="5800680"/>
            <a:ext cx="33120" cy="28800"/>
          </a:xfrm>
          <a:custGeom>
            <a:avLst/>
            <a:gdLst/>
            <a:ahLst/>
            <a:rect l="0" t="0" r="r" b="b"/>
            <a:pathLst>
              <a:path w="92" h="80">
                <a:moveTo>
                  <a:pt x="81" y="0"/>
                </a:moveTo>
                <a:lnTo>
                  <a:pt x="0" y="80"/>
                </a:lnTo>
                <a:lnTo>
                  <a:pt x="12" y="80"/>
                </a:lnTo>
                <a:lnTo>
                  <a:pt x="92" y="0"/>
                </a:lnTo>
                <a:lnTo>
                  <a:pt x="81" y="0"/>
                </a:lnTo>
                <a:close/>
              </a:path>
            </a:pathLst>
          </a:custGeom>
          <a:solidFill>
            <a:srgbClr val="902f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99" name=""/>
          <p:cNvSpPr/>
          <p:nvPr/>
        </p:nvSpPr>
        <p:spPr>
          <a:xfrm>
            <a:off x="781560" y="5800680"/>
            <a:ext cx="33120" cy="28800"/>
          </a:xfrm>
          <a:custGeom>
            <a:avLst/>
            <a:gdLst/>
            <a:ahLst/>
            <a:rect l="0" t="0" r="r" b="b"/>
            <a:pathLst>
              <a:path w="92" h="80">
                <a:moveTo>
                  <a:pt x="80" y="0"/>
                </a:moveTo>
                <a:lnTo>
                  <a:pt x="0" y="80"/>
                </a:lnTo>
                <a:lnTo>
                  <a:pt x="11" y="80"/>
                </a:lnTo>
                <a:lnTo>
                  <a:pt x="92" y="0"/>
                </a:lnTo>
                <a:lnTo>
                  <a:pt x="80" y="0"/>
                </a:lnTo>
                <a:close/>
              </a:path>
            </a:pathLst>
          </a:custGeom>
          <a:solidFill>
            <a:srgbClr val="912f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00" name=""/>
          <p:cNvSpPr/>
          <p:nvPr/>
        </p:nvSpPr>
        <p:spPr>
          <a:xfrm>
            <a:off x="785520" y="5800680"/>
            <a:ext cx="33120" cy="28800"/>
          </a:xfrm>
          <a:custGeom>
            <a:avLst/>
            <a:gdLst/>
            <a:ahLst/>
            <a:rect l="0" t="0" r="r" b="b"/>
            <a:pathLst>
              <a:path w="92" h="80">
                <a:moveTo>
                  <a:pt x="81" y="0"/>
                </a:moveTo>
                <a:lnTo>
                  <a:pt x="0" y="80"/>
                </a:lnTo>
                <a:lnTo>
                  <a:pt x="12" y="80"/>
                </a:lnTo>
                <a:lnTo>
                  <a:pt x="92" y="0"/>
                </a:lnTo>
                <a:lnTo>
                  <a:pt x="81" y="0"/>
                </a:lnTo>
                <a:close/>
              </a:path>
            </a:pathLst>
          </a:custGeom>
          <a:solidFill>
            <a:srgbClr val="912f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01" name=""/>
          <p:cNvSpPr/>
          <p:nvPr/>
        </p:nvSpPr>
        <p:spPr>
          <a:xfrm>
            <a:off x="789840" y="5800680"/>
            <a:ext cx="33120" cy="28800"/>
          </a:xfrm>
          <a:custGeom>
            <a:avLst/>
            <a:gdLst/>
            <a:ahLst/>
            <a:rect l="0" t="0" r="r" b="b"/>
            <a:pathLst>
              <a:path w="92" h="80">
                <a:moveTo>
                  <a:pt x="80" y="0"/>
                </a:moveTo>
                <a:lnTo>
                  <a:pt x="0" y="80"/>
                </a:lnTo>
                <a:lnTo>
                  <a:pt x="12" y="80"/>
                </a:lnTo>
                <a:lnTo>
                  <a:pt x="92" y="0"/>
                </a:lnTo>
                <a:lnTo>
                  <a:pt x="80" y="0"/>
                </a:lnTo>
                <a:close/>
              </a:path>
            </a:pathLst>
          </a:custGeom>
          <a:solidFill>
            <a:srgbClr val="9230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02" name=""/>
          <p:cNvSpPr/>
          <p:nvPr/>
        </p:nvSpPr>
        <p:spPr>
          <a:xfrm>
            <a:off x="793800" y="5800680"/>
            <a:ext cx="33120" cy="28800"/>
          </a:xfrm>
          <a:custGeom>
            <a:avLst/>
            <a:gdLst/>
            <a:ahLst/>
            <a:rect l="0" t="0" r="r" b="b"/>
            <a:pathLst>
              <a:path w="92" h="80">
                <a:moveTo>
                  <a:pt x="80" y="0"/>
                </a:moveTo>
                <a:lnTo>
                  <a:pt x="0" y="80"/>
                </a:lnTo>
                <a:lnTo>
                  <a:pt x="12" y="80"/>
                </a:lnTo>
                <a:lnTo>
                  <a:pt x="92" y="0"/>
                </a:lnTo>
                <a:lnTo>
                  <a:pt x="80" y="0"/>
                </a:lnTo>
                <a:close/>
              </a:path>
            </a:pathLst>
          </a:custGeom>
          <a:solidFill>
            <a:srgbClr val="9330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03" name=""/>
          <p:cNvSpPr/>
          <p:nvPr/>
        </p:nvSpPr>
        <p:spPr>
          <a:xfrm>
            <a:off x="798120" y="5800680"/>
            <a:ext cx="33120" cy="28800"/>
          </a:xfrm>
          <a:custGeom>
            <a:avLst/>
            <a:gdLst/>
            <a:ahLst/>
            <a:rect l="0" t="0" r="r" b="b"/>
            <a:pathLst>
              <a:path w="92" h="80">
                <a:moveTo>
                  <a:pt x="80" y="0"/>
                </a:moveTo>
                <a:lnTo>
                  <a:pt x="0" y="80"/>
                </a:lnTo>
                <a:lnTo>
                  <a:pt x="12" y="80"/>
                </a:lnTo>
                <a:lnTo>
                  <a:pt x="92" y="0"/>
                </a:lnTo>
                <a:lnTo>
                  <a:pt x="80" y="0"/>
                </a:lnTo>
                <a:close/>
              </a:path>
            </a:pathLst>
          </a:custGeom>
          <a:solidFill>
            <a:srgbClr val="9330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04" name=""/>
          <p:cNvSpPr/>
          <p:nvPr/>
        </p:nvSpPr>
        <p:spPr>
          <a:xfrm>
            <a:off x="802440" y="5800680"/>
            <a:ext cx="33120" cy="28800"/>
          </a:xfrm>
          <a:custGeom>
            <a:avLst/>
            <a:gdLst/>
            <a:ahLst/>
            <a:rect l="0" t="0" r="r" b="b"/>
            <a:pathLst>
              <a:path w="92" h="80">
                <a:moveTo>
                  <a:pt x="80" y="0"/>
                </a:moveTo>
                <a:lnTo>
                  <a:pt x="0" y="80"/>
                </a:lnTo>
                <a:lnTo>
                  <a:pt x="11" y="80"/>
                </a:lnTo>
                <a:lnTo>
                  <a:pt x="92" y="0"/>
                </a:lnTo>
                <a:lnTo>
                  <a:pt x="80" y="0"/>
                </a:lnTo>
                <a:close/>
              </a:path>
            </a:pathLst>
          </a:custGeom>
          <a:solidFill>
            <a:srgbClr val="943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05" name=""/>
          <p:cNvSpPr/>
          <p:nvPr/>
        </p:nvSpPr>
        <p:spPr>
          <a:xfrm>
            <a:off x="806400" y="5800680"/>
            <a:ext cx="33120" cy="28800"/>
          </a:xfrm>
          <a:custGeom>
            <a:avLst/>
            <a:gdLst/>
            <a:ahLst/>
            <a:rect l="0" t="0" r="r" b="b"/>
            <a:pathLst>
              <a:path w="92" h="80">
                <a:moveTo>
                  <a:pt x="81" y="0"/>
                </a:moveTo>
                <a:lnTo>
                  <a:pt x="0" y="80"/>
                </a:lnTo>
                <a:lnTo>
                  <a:pt x="12" y="80"/>
                </a:lnTo>
                <a:lnTo>
                  <a:pt x="92" y="0"/>
                </a:lnTo>
                <a:lnTo>
                  <a:pt x="81" y="0"/>
                </a:lnTo>
                <a:close/>
              </a:path>
            </a:pathLst>
          </a:custGeom>
          <a:solidFill>
            <a:srgbClr val="943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06" name=""/>
          <p:cNvSpPr/>
          <p:nvPr/>
        </p:nvSpPr>
        <p:spPr>
          <a:xfrm>
            <a:off x="810720" y="5800680"/>
            <a:ext cx="33120" cy="28800"/>
          </a:xfrm>
          <a:custGeom>
            <a:avLst/>
            <a:gdLst/>
            <a:ahLst/>
            <a:rect l="0" t="0" r="r" b="b"/>
            <a:pathLst>
              <a:path w="92" h="80">
                <a:moveTo>
                  <a:pt x="80" y="0"/>
                </a:moveTo>
                <a:lnTo>
                  <a:pt x="0" y="80"/>
                </a:lnTo>
                <a:lnTo>
                  <a:pt x="11" y="80"/>
                </a:lnTo>
                <a:lnTo>
                  <a:pt x="92" y="0"/>
                </a:lnTo>
                <a:lnTo>
                  <a:pt x="80" y="0"/>
                </a:lnTo>
                <a:close/>
              </a:path>
            </a:pathLst>
          </a:custGeom>
          <a:solidFill>
            <a:srgbClr val="953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07" name=""/>
          <p:cNvSpPr/>
          <p:nvPr/>
        </p:nvSpPr>
        <p:spPr>
          <a:xfrm>
            <a:off x="814680" y="5800680"/>
            <a:ext cx="33120" cy="28800"/>
          </a:xfrm>
          <a:custGeom>
            <a:avLst/>
            <a:gdLst/>
            <a:ahLst/>
            <a:rect l="0" t="0" r="r" b="b"/>
            <a:pathLst>
              <a:path w="92" h="80">
                <a:moveTo>
                  <a:pt x="81" y="0"/>
                </a:moveTo>
                <a:lnTo>
                  <a:pt x="0" y="80"/>
                </a:lnTo>
                <a:lnTo>
                  <a:pt x="12" y="80"/>
                </a:lnTo>
                <a:lnTo>
                  <a:pt x="92" y="0"/>
                </a:lnTo>
                <a:lnTo>
                  <a:pt x="81" y="0"/>
                </a:lnTo>
                <a:close/>
              </a:path>
            </a:pathLst>
          </a:custGeom>
          <a:solidFill>
            <a:srgbClr val="953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08" name=""/>
          <p:cNvSpPr/>
          <p:nvPr/>
        </p:nvSpPr>
        <p:spPr>
          <a:xfrm>
            <a:off x="819000" y="5800680"/>
            <a:ext cx="33120" cy="28800"/>
          </a:xfrm>
          <a:custGeom>
            <a:avLst/>
            <a:gdLst/>
            <a:ahLst/>
            <a:rect l="0" t="0" r="r" b="b"/>
            <a:pathLst>
              <a:path w="92" h="80">
                <a:moveTo>
                  <a:pt x="80" y="0"/>
                </a:moveTo>
                <a:lnTo>
                  <a:pt x="0" y="80"/>
                </a:lnTo>
                <a:lnTo>
                  <a:pt x="11" y="80"/>
                </a:lnTo>
                <a:lnTo>
                  <a:pt x="92" y="0"/>
                </a:lnTo>
                <a:lnTo>
                  <a:pt x="80" y="0"/>
                </a:lnTo>
                <a:close/>
              </a:path>
            </a:pathLst>
          </a:custGeom>
          <a:solidFill>
            <a:srgbClr val="963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09" name=""/>
          <p:cNvSpPr/>
          <p:nvPr/>
        </p:nvSpPr>
        <p:spPr>
          <a:xfrm>
            <a:off x="822960" y="5800680"/>
            <a:ext cx="33120" cy="28800"/>
          </a:xfrm>
          <a:custGeom>
            <a:avLst/>
            <a:gdLst/>
            <a:ahLst/>
            <a:rect l="0" t="0" r="r" b="b"/>
            <a:pathLst>
              <a:path w="92" h="80">
                <a:moveTo>
                  <a:pt x="81" y="0"/>
                </a:moveTo>
                <a:lnTo>
                  <a:pt x="0" y="80"/>
                </a:lnTo>
                <a:lnTo>
                  <a:pt x="13" y="80"/>
                </a:lnTo>
                <a:lnTo>
                  <a:pt x="92" y="0"/>
                </a:lnTo>
                <a:lnTo>
                  <a:pt x="81" y="0"/>
                </a:lnTo>
                <a:close/>
              </a:path>
            </a:pathLst>
          </a:custGeom>
          <a:solidFill>
            <a:srgbClr val="963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10" name=""/>
          <p:cNvSpPr/>
          <p:nvPr/>
        </p:nvSpPr>
        <p:spPr>
          <a:xfrm>
            <a:off x="827280" y="5800680"/>
            <a:ext cx="33120" cy="28800"/>
          </a:xfrm>
          <a:custGeom>
            <a:avLst/>
            <a:gdLst/>
            <a:ahLst/>
            <a:rect l="0" t="0" r="r" b="b"/>
            <a:pathLst>
              <a:path w="92" h="80">
                <a:moveTo>
                  <a:pt x="79" y="0"/>
                </a:moveTo>
                <a:lnTo>
                  <a:pt x="0" y="80"/>
                </a:lnTo>
                <a:lnTo>
                  <a:pt x="12" y="80"/>
                </a:lnTo>
                <a:lnTo>
                  <a:pt x="92" y="0"/>
                </a:lnTo>
                <a:lnTo>
                  <a:pt x="79" y="0"/>
                </a:lnTo>
                <a:close/>
              </a:path>
            </a:pathLst>
          </a:custGeom>
          <a:solidFill>
            <a:srgbClr val="9733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11" name=""/>
          <p:cNvSpPr/>
          <p:nvPr/>
        </p:nvSpPr>
        <p:spPr>
          <a:xfrm>
            <a:off x="831600" y="5800680"/>
            <a:ext cx="33120" cy="28800"/>
          </a:xfrm>
          <a:custGeom>
            <a:avLst/>
            <a:gdLst/>
            <a:ahLst/>
            <a:rect l="0" t="0" r="r" b="b"/>
            <a:pathLst>
              <a:path w="92" h="80">
                <a:moveTo>
                  <a:pt x="80" y="0"/>
                </a:moveTo>
                <a:lnTo>
                  <a:pt x="0" y="80"/>
                </a:lnTo>
                <a:lnTo>
                  <a:pt x="11" y="80"/>
                </a:lnTo>
                <a:lnTo>
                  <a:pt x="92" y="0"/>
                </a:lnTo>
                <a:lnTo>
                  <a:pt x="80" y="0"/>
                </a:lnTo>
                <a:close/>
              </a:path>
            </a:pathLst>
          </a:custGeom>
          <a:solidFill>
            <a:srgbClr val="9833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12" name=""/>
          <p:cNvSpPr/>
          <p:nvPr/>
        </p:nvSpPr>
        <p:spPr>
          <a:xfrm>
            <a:off x="835560" y="5800680"/>
            <a:ext cx="33120" cy="28800"/>
          </a:xfrm>
          <a:custGeom>
            <a:avLst/>
            <a:gdLst/>
            <a:ahLst/>
            <a:rect l="0" t="0" r="r" b="b"/>
            <a:pathLst>
              <a:path w="92" h="80">
                <a:moveTo>
                  <a:pt x="81" y="0"/>
                </a:moveTo>
                <a:lnTo>
                  <a:pt x="0" y="80"/>
                </a:lnTo>
                <a:lnTo>
                  <a:pt x="12" y="80"/>
                </a:lnTo>
                <a:lnTo>
                  <a:pt x="92" y="0"/>
                </a:lnTo>
                <a:lnTo>
                  <a:pt x="81" y="0"/>
                </a:lnTo>
                <a:close/>
              </a:path>
            </a:pathLst>
          </a:custGeom>
          <a:solidFill>
            <a:srgbClr val="9833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13" name=""/>
          <p:cNvSpPr/>
          <p:nvPr/>
        </p:nvSpPr>
        <p:spPr>
          <a:xfrm>
            <a:off x="839880" y="5800680"/>
            <a:ext cx="33120" cy="28800"/>
          </a:xfrm>
          <a:custGeom>
            <a:avLst/>
            <a:gdLst/>
            <a:ahLst/>
            <a:rect l="0" t="0" r="r" b="b"/>
            <a:pathLst>
              <a:path w="92" h="80">
                <a:moveTo>
                  <a:pt x="80" y="0"/>
                </a:moveTo>
                <a:lnTo>
                  <a:pt x="0" y="80"/>
                </a:lnTo>
                <a:lnTo>
                  <a:pt x="11" y="80"/>
                </a:lnTo>
                <a:lnTo>
                  <a:pt x="92" y="0"/>
                </a:lnTo>
                <a:lnTo>
                  <a:pt x="80" y="0"/>
                </a:lnTo>
                <a:close/>
              </a:path>
            </a:pathLst>
          </a:custGeom>
          <a:solidFill>
            <a:srgbClr val="993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14" name=""/>
          <p:cNvSpPr/>
          <p:nvPr/>
        </p:nvSpPr>
        <p:spPr>
          <a:xfrm>
            <a:off x="843840" y="5800680"/>
            <a:ext cx="33120" cy="28800"/>
          </a:xfrm>
          <a:custGeom>
            <a:avLst/>
            <a:gdLst/>
            <a:ahLst/>
            <a:rect l="0" t="0" r="r" b="b"/>
            <a:pathLst>
              <a:path w="92" h="80">
                <a:moveTo>
                  <a:pt x="81" y="0"/>
                </a:moveTo>
                <a:lnTo>
                  <a:pt x="0" y="80"/>
                </a:lnTo>
                <a:lnTo>
                  <a:pt x="12" y="80"/>
                </a:lnTo>
                <a:lnTo>
                  <a:pt x="92" y="0"/>
                </a:lnTo>
                <a:lnTo>
                  <a:pt x="81" y="0"/>
                </a:lnTo>
                <a:close/>
              </a:path>
            </a:pathLst>
          </a:custGeom>
          <a:solidFill>
            <a:srgbClr val="993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15" name=""/>
          <p:cNvSpPr/>
          <p:nvPr/>
        </p:nvSpPr>
        <p:spPr>
          <a:xfrm>
            <a:off x="848160" y="5800680"/>
            <a:ext cx="33120" cy="28800"/>
          </a:xfrm>
          <a:custGeom>
            <a:avLst/>
            <a:gdLst/>
            <a:ahLst/>
            <a:rect l="0" t="0" r="r" b="b"/>
            <a:pathLst>
              <a:path w="92" h="80">
                <a:moveTo>
                  <a:pt x="80" y="0"/>
                </a:moveTo>
                <a:lnTo>
                  <a:pt x="0" y="80"/>
                </a:lnTo>
                <a:lnTo>
                  <a:pt x="12" y="80"/>
                </a:lnTo>
                <a:lnTo>
                  <a:pt x="92" y="0"/>
                </a:lnTo>
                <a:lnTo>
                  <a:pt x="80" y="0"/>
                </a:lnTo>
                <a:close/>
              </a:path>
            </a:pathLst>
          </a:custGeom>
          <a:solidFill>
            <a:srgbClr val="9a3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16" name=""/>
          <p:cNvSpPr/>
          <p:nvPr/>
        </p:nvSpPr>
        <p:spPr>
          <a:xfrm>
            <a:off x="852480" y="5800680"/>
            <a:ext cx="37080" cy="28800"/>
          </a:xfrm>
          <a:custGeom>
            <a:avLst/>
            <a:gdLst/>
            <a:ahLst/>
            <a:rect l="0" t="0" r="r" b="b"/>
            <a:pathLst>
              <a:path w="103" h="80">
                <a:moveTo>
                  <a:pt x="80" y="0"/>
                </a:moveTo>
                <a:lnTo>
                  <a:pt x="0" y="80"/>
                </a:lnTo>
                <a:lnTo>
                  <a:pt x="23" y="80"/>
                </a:lnTo>
                <a:lnTo>
                  <a:pt x="103" y="0"/>
                </a:lnTo>
                <a:lnTo>
                  <a:pt x="80" y="0"/>
                </a:lnTo>
                <a:close/>
              </a:path>
            </a:pathLst>
          </a:custGeom>
          <a:solidFill>
            <a:srgbClr val="9a35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17" name=""/>
          <p:cNvSpPr/>
          <p:nvPr/>
        </p:nvSpPr>
        <p:spPr>
          <a:xfrm>
            <a:off x="86076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5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9a35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18" name=""/>
          <p:cNvSpPr/>
          <p:nvPr/>
        </p:nvSpPr>
        <p:spPr>
          <a:xfrm>
            <a:off x="862560" y="5800680"/>
            <a:ext cx="31320" cy="28800"/>
          </a:xfrm>
          <a:custGeom>
            <a:avLst/>
            <a:gdLst/>
            <a:ahLst/>
            <a:rect l="0" t="0" r="r" b="b"/>
            <a:pathLst>
              <a:path w="87" h="80">
                <a:moveTo>
                  <a:pt x="81" y="0"/>
                </a:moveTo>
                <a:lnTo>
                  <a:pt x="0" y="80"/>
                </a:lnTo>
                <a:lnTo>
                  <a:pt x="6" y="80"/>
                </a:lnTo>
                <a:lnTo>
                  <a:pt x="87" y="0"/>
                </a:lnTo>
                <a:lnTo>
                  <a:pt x="81" y="0"/>
                </a:lnTo>
                <a:close/>
              </a:path>
            </a:pathLst>
          </a:custGeom>
          <a:solidFill>
            <a:srgbClr val="9935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19" name=""/>
          <p:cNvSpPr/>
          <p:nvPr/>
        </p:nvSpPr>
        <p:spPr>
          <a:xfrm>
            <a:off x="86472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1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1" y="0"/>
                </a:lnTo>
                <a:close/>
              </a:path>
            </a:pathLst>
          </a:custGeom>
          <a:solidFill>
            <a:srgbClr val="9835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20" name=""/>
          <p:cNvSpPr/>
          <p:nvPr/>
        </p:nvSpPr>
        <p:spPr>
          <a:xfrm>
            <a:off x="86688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9735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21" name=""/>
          <p:cNvSpPr/>
          <p:nvPr/>
        </p:nvSpPr>
        <p:spPr>
          <a:xfrm>
            <a:off x="86904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96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22" name=""/>
          <p:cNvSpPr/>
          <p:nvPr/>
        </p:nvSpPr>
        <p:spPr>
          <a:xfrm>
            <a:off x="87120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96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23" name=""/>
          <p:cNvSpPr/>
          <p:nvPr/>
        </p:nvSpPr>
        <p:spPr>
          <a:xfrm>
            <a:off x="873000" y="5800680"/>
            <a:ext cx="31320" cy="28800"/>
          </a:xfrm>
          <a:custGeom>
            <a:avLst/>
            <a:gdLst/>
            <a:ahLst/>
            <a:rect l="0" t="0" r="r" b="b"/>
            <a:pathLst>
              <a:path w="87" h="80">
                <a:moveTo>
                  <a:pt x="80" y="0"/>
                </a:moveTo>
                <a:lnTo>
                  <a:pt x="0" y="80"/>
                </a:lnTo>
                <a:lnTo>
                  <a:pt x="6" y="80"/>
                </a:lnTo>
                <a:lnTo>
                  <a:pt x="87" y="0"/>
                </a:lnTo>
                <a:lnTo>
                  <a:pt x="80" y="0"/>
                </a:lnTo>
                <a:close/>
              </a:path>
            </a:pathLst>
          </a:custGeom>
          <a:solidFill>
            <a:srgbClr val="95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24" name=""/>
          <p:cNvSpPr/>
          <p:nvPr/>
        </p:nvSpPr>
        <p:spPr>
          <a:xfrm>
            <a:off x="87516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1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1" y="0"/>
                </a:lnTo>
                <a:close/>
              </a:path>
            </a:pathLst>
          </a:custGeom>
          <a:solidFill>
            <a:srgbClr val="94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25" name=""/>
          <p:cNvSpPr/>
          <p:nvPr/>
        </p:nvSpPr>
        <p:spPr>
          <a:xfrm>
            <a:off x="87732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933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26" name=""/>
          <p:cNvSpPr/>
          <p:nvPr/>
        </p:nvSpPr>
        <p:spPr>
          <a:xfrm>
            <a:off x="87948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923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27" name=""/>
          <p:cNvSpPr/>
          <p:nvPr/>
        </p:nvSpPr>
        <p:spPr>
          <a:xfrm>
            <a:off x="88164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5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923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28" name=""/>
          <p:cNvSpPr/>
          <p:nvPr/>
        </p:nvSpPr>
        <p:spPr>
          <a:xfrm>
            <a:off x="88344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1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1" y="0"/>
                </a:lnTo>
                <a:close/>
              </a:path>
            </a:pathLst>
          </a:custGeom>
          <a:solidFill>
            <a:srgbClr val="9136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29" name=""/>
          <p:cNvSpPr/>
          <p:nvPr/>
        </p:nvSpPr>
        <p:spPr>
          <a:xfrm>
            <a:off x="88560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9036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30" name=""/>
          <p:cNvSpPr/>
          <p:nvPr/>
        </p:nvSpPr>
        <p:spPr>
          <a:xfrm>
            <a:off x="88776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8f36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31" name=""/>
          <p:cNvSpPr/>
          <p:nvPr/>
        </p:nvSpPr>
        <p:spPr>
          <a:xfrm>
            <a:off x="88992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5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8e36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32" name=""/>
          <p:cNvSpPr/>
          <p:nvPr/>
        </p:nvSpPr>
        <p:spPr>
          <a:xfrm>
            <a:off x="891720" y="5800680"/>
            <a:ext cx="31320" cy="28800"/>
          </a:xfrm>
          <a:custGeom>
            <a:avLst/>
            <a:gdLst/>
            <a:ahLst/>
            <a:rect l="0" t="0" r="r" b="b"/>
            <a:pathLst>
              <a:path w="87" h="80">
                <a:moveTo>
                  <a:pt x="81" y="0"/>
                </a:moveTo>
                <a:lnTo>
                  <a:pt x="0" y="80"/>
                </a:lnTo>
                <a:lnTo>
                  <a:pt x="6" y="80"/>
                </a:lnTo>
                <a:lnTo>
                  <a:pt x="87" y="0"/>
                </a:lnTo>
                <a:lnTo>
                  <a:pt x="81" y="0"/>
                </a:lnTo>
                <a:close/>
              </a:path>
            </a:pathLst>
          </a:custGeom>
          <a:solidFill>
            <a:srgbClr val="8e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33" name=""/>
          <p:cNvSpPr/>
          <p:nvPr/>
        </p:nvSpPr>
        <p:spPr>
          <a:xfrm>
            <a:off x="89388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1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1" y="0"/>
                </a:lnTo>
                <a:close/>
              </a:path>
            </a:pathLst>
          </a:custGeom>
          <a:solidFill>
            <a:srgbClr val="8d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34" name=""/>
          <p:cNvSpPr/>
          <p:nvPr/>
        </p:nvSpPr>
        <p:spPr>
          <a:xfrm>
            <a:off x="89604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8c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35" name=""/>
          <p:cNvSpPr/>
          <p:nvPr/>
        </p:nvSpPr>
        <p:spPr>
          <a:xfrm>
            <a:off x="89820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8b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36" name=""/>
          <p:cNvSpPr/>
          <p:nvPr/>
        </p:nvSpPr>
        <p:spPr>
          <a:xfrm>
            <a:off x="90036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5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8a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37" name=""/>
          <p:cNvSpPr/>
          <p:nvPr/>
        </p:nvSpPr>
        <p:spPr>
          <a:xfrm>
            <a:off x="902160" y="5800680"/>
            <a:ext cx="31320" cy="28800"/>
          </a:xfrm>
          <a:custGeom>
            <a:avLst/>
            <a:gdLst/>
            <a:ahLst/>
            <a:rect l="0" t="0" r="r" b="b"/>
            <a:pathLst>
              <a:path w="87" h="80">
                <a:moveTo>
                  <a:pt x="81" y="0"/>
                </a:moveTo>
                <a:lnTo>
                  <a:pt x="0" y="80"/>
                </a:lnTo>
                <a:lnTo>
                  <a:pt x="7" y="80"/>
                </a:lnTo>
                <a:lnTo>
                  <a:pt x="87" y="0"/>
                </a:lnTo>
                <a:lnTo>
                  <a:pt x="81" y="0"/>
                </a:lnTo>
                <a:close/>
              </a:path>
            </a:pathLst>
          </a:custGeom>
          <a:solidFill>
            <a:srgbClr val="8a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38" name=""/>
          <p:cNvSpPr/>
          <p:nvPr/>
        </p:nvSpPr>
        <p:spPr>
          <a:xfrm>
            <a:off x="90432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89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39" name=""/>
          <p:cNvSpPr/>
          <p:nvPr/>
        </p:nvSpPr>
        <p:spPr>
          <a:xfrm>
            <a:off x="90648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88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40" name=""/>
          <p:cNvSpPr/>
          <p:nvPr/>
        </p:nvSpPr>
        <p:spPr>
          <a:xfrm>
            <a:off x="90864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8736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41" name=""/>
          <p:cNvSpPr/>
          <p:nvPr/>
        </p:nvSpPr>
        <p:spPr>
          <a:xfrm>
            <a:off x="91080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5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8636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42" name=""/>
          <p:cNvSpPr/>
          <p:nvPr/>
        </p:nvSpPr>
        <p:spPr>
          <a:xfrm>
            <a:off x="912600" y="5800680"/>
            <a:ext cx="31320" cy="28800"/>
          </a:xfrm>
          <a:custGeom>
            <a:avLst/>
            <a:gdLst/>
            <a:ahLst/>
            <a:rect l="0" t="0" r="r" b="b"/>
            <a:pathLst>
              <a:path w="87" h="80">
                <a:moveTo>
                  <a:pt x="81" y="0"/>
                </a:moveTo>
                <a:lnTo>
                  <a:pt x="0" y="80"/>
                </a:lnTo>
                <a:lnTo>
                  <a:pt x="6" y="80"/>
                </a:lnTo>
                <a:lnTo>
                  <a:pt x="87" y="0"/>
                </a:lnTo>
                <a:lnTo>
                  <a:pt x="81" y="0"/>
                </a:lnTo>
                <a:close/>
              </a:path>
            </a:pathLst>
          </a:custGeom>
          <a:solidFill>
            <a:srgbClr val="8636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43" name=""/>
          <p:cNvSpPr/>
          <p:nvPr/>
        </p:nvSpPr>
        <p:spPr>
          <a:xfrm>
            <a:off x="91476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1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1" y="0"/>
                </a:lnTo>
                <a:close/>
              </a:path>
            </a:pathLst>
          </a:custGeom>
          <a:solidFill>
            <a:srgbClr val="85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44" name=""/>
          <p:cNvSpPr/>
          <p:nvPr/>
        </p:nvSpPr>
        <p:spPr>
          <a:xfrm>
            <a:off x="91692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84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45" name=""/>
          <p:cNvSpPr/>
          <p:nvPr/>
        </p:nvSpPr>
        <p:spPr>
          <a:xfrm>
            <a:off x="91908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83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46" name=""/>
          <p:cNvSpPr/>
          <p:nvPr/>
        </p:nvSpPr>
        <p:spPr>
          <a:xfrm>
            <a:off x="92124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5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82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47" name=""/>
          <p:cNvSpPr/>
          <p:nvPr/>
        </p:nvSpPr>
        <p:spPr>
          <a:xfrm>
            <a:off x="92304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1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1" y="0"/>
                </a:lnTo>
                <a:close/>
              </a:path>
            </a:pathLst>
          </a:custGeom>
          <a:solidFill>
            <a:srgbClr val="82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48" name=""/>
          <p:cNvSpPr/>
          <p:nvPr/>
        </p:nvSpPr>
        <p:spPr>
          <a:xfrm>
            <a:off x="92520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81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49" name=""/>
          <p:cNvSpPr/>
          <p:nvPr/>
        </p:nvSpPr>
        <p:spPr>
          <a:xfrm>
            <a:off x="92736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80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50" name=""/>
          <p:cNvSpPr/>
          <p:nvPr/>
        </p:nvSpPr>
        <p:spPr>
          <a:xfrm>
            <a:off x="92952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5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7f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51" name=""/>
          <p:cNvSpPr/>
          <p:nvPr/>
        </p:nvSpPr>
        <p:spPr>
          <a:xfrm>
            <a:off x="931320" y="5800680"/>
            <a:ext cx="31320" cy="28800"/>
          </a:xfrm>
          <a:custGeom>
            <a:avLst/>
            <a:gdLst/>
            <a:ahLst/>
            <a:rect l="0" t="0" r="r" b="b"/>
            <a:pathLst>
              <a:path w="87" h="80">
                <a:moveTo>
                  <a:pt x="81" y="0"/>
                </a:moveTo>
                <a:lnTo>
                  <a:pt x="0" y="80"/>
                </a:lnTo>
                <a:lnTo>
                  <a:pt x="7" y="80"/>
                </a:lnTo>
                <a:lnTo>
                  <a:pt x="87" y="0"/>
                </a:lnTo>
                <a:lnTo>
                  <a:pt x="81" y="0"/>
                </a:lnTo>
                <a:close/>
              </a:path>
            </a:pathLst>
          </a:custGeom>
          <a:solidFill>
            <a:srgbClr val="7f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52" name=""/>
          <p:cNvSpPr/>
          <p:nvPr/>
        </p:nvSpPr>
        <p:spPr>
          <a:xfrm>
            <a:off x="93348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7e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53" name=""/>
          <p:cNvSpPr/>
          <p:nvPr/>
        </p:nvSpPr>
        <p:spPr>
          <a:xfrm>
            <a:off x="93564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7d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54" name=""/>
          <p:cNvSpPr/>
          <p:nvPr/>
        </p:nvSpPr>
        <p:spPr>
          <a:xfrm>
            <a:off x="93780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7c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55" name=""/>
          <p:cNvSpPr/>
          <p:nvPr/>
        </p:nvSpPr>
        <p:spPr>
          <a:xfrm>
            <a:off x="93996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5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7b37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56" name=""/>
          <p:cNvSpPr/>
          <p:nvPr/>
        </p:nvSpPr>
        <p:spPr>
          <a:xfrm>
            <a:off x="941760" y="5800680"/>
            <a:ext cx="31320" cy="28800"/>
          </a:xfrm>
          <a:custGeom>
            <a:avLst/>
            <a:gdLst/>
            <a:ahLst/>
            <a:rect l="0" t="0" r="r" b="b"/>
            <a:pathLst>
              <a:path w="87" h="80">
                <a:moveTo>
                  <a:pt x="81" y="0"/>
                </a:moveTo>
                <a:lnTo>
                  <a:pt x="0" y="80"/>
                </a:lnTo>
                <a:lnTo>
                  <a:pt x="6" y="80"/>
                </a:lnTo>
                <a:lnTo>
                  <a:pt x="87" y="0"/>
                </a:lnTo>
                <a:lnTo>
                  <a:pt x="81" y="0"/>
                </a:lnTo>
                <a:close/>
              </a:path>
            </a:pathLst>
          </a:custGeom>
          <a:solidFill>
            <a:srgbClr val="7b37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57" name=""/>
          <p:cNvSpPr/>
          <p:nvPr/>
        </p:nvSpPr>
        <p:spPr>
          <a:xfrm>
            <a:off x="94392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1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1" y="0"/>
                </a:lnTo>
                <a:close/>
              </a:path>
            </a:pathLst>
          </a:custGeom>
          <a:solidFill>
            <a:srgbClr val="7a37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58" name=""/>
          <p:cNvSpPr/>
          <p:nvPr/>
        </p:nvSpPr>
        <p:spPr>
          <a:xfrm>
            <a:off x="94608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79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59" name=""/>
          <p:cNvSpPr/>
          <p:nvPr/>
        </p:nvSpPr>
        <p:spPr>
          <a:xfrm>
            <a:off x="94824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78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60" name=""/>
          <p:cNvSpPr/>
          <p:nvPr/>
        </p:nvSpPr>
        <p:spPr>
          <a:xfrm>
            <a:off x="95040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5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77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61" name=""/>
          <p:cNvSpPr/>
          <p:nvPr/>
        </p:nvSpPr>
        <p:spPr>
          <a:xfrm>
            <a:off x="95220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1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1" y="0"/>
                </a:lnTo>
                <a:close/>
              </a:path>
            </a:pathLst>
          </a:custGeom>
          <a:solidFill>
            <a:srgbClr val="77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62" name=""/>
          <p:cNvSpPr/>
          <p:nvPr/>
        </p:nvSpPr>
        <p:spPr>
          <a:xfrm>
            <a:off x="95436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76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63" name=""/>
          <p:cNvSpPr/>
          <p:nvPr/>
        </p:nvSpPr>
        <p:spPr>
          <a:xfrm>
            <a:off x="95652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75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64" name=""/>
          <p:cNvSpPr/>
          <p:nvPr/>
        </p:nvSpPr>
        <p:spPr>
          <a:xfrm>
            <a:off x="95868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5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74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65" name=""/>
          <p:cNvSpPr/>
          <p:nvPr/>
        </p:nvSpPr>
        <p:spPr>
          <a:xfrm>
            <a:off x="960480" y="5800680"/>
            <a:ext cx="31320" cy="28800"/>
          </a:xfrm>
          <a:custGeom>
            <a:avLst/>
            <a:gdLst/>
            <a:ahLst/>
            <a:rect l="0" t="0" r="r" b="b"/>
            <a:pathLst>
              <a:path w="87" h="80">
                <a:moveTo>
                  <a:pt x="81" y="0"/>
                </a:moveTo>
                <a:lnTo>
                  <a:pt x="0" y="80"/>
                </a:lnTo>
                <a:lnTo>
                  <a:pt x="6" y="80"/>
                </a:lnTo>
                <a:lnTo>
                  <a:pt x="87" y="0"/>
                </a:lnTo>
                <a:lnTo>
                  <a:pt x="81" y="0"/>
                </a:lnTo>
                <a:close/>
              </a:path>
            </a:pathLst>
          </a:custGeom>
          <a:solidFill>
            <a:srgbClr val="73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66" name=""/>
          <p:cNvSpPr/>
          <p:nvPr/>
        </p:nvSpPr>
        <p:spPr>
          <a:xfrm>
            <a:off x="96264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1" y="0"/>
                </a:moveTo>
                <a:lnTo>
                  <a:pt x="0" y="80"/>
                </a:lnTo>
                <a:lnTo>
                  <a:pt x="7" y="80"/>
                </a:lnTo>
                <a:lnTo>
                  <a:pt x="86" y="0"/>
                </a:lnTo>
                <a:lnTo>
                  <a:pt x="81" y="0"/>
                </a:lnTo>
                <a:close/>
              </a:path>
            </a:pathLst>
          </a:custGeom>
          <a:solidFill>
            <a:srgbClr val="7337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67" name=""/>
          <p:cNvSpPr/>
          <p:nvPr/>
        </p:nvSpPr>
        <p:spPr>
          <a:xfrm>
            <a:off x="96480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79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79" y="0"/>
                </a:lnTo>
                <a:close/>
              </a:path>
            </a:pathLst>
          </a:custGeom>
          <a:solidFill>
            <a:srgbClr val="7237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68" name=""/>
          <p:cNvSpPr/>
          <p:nvPr/>
        </p:nvSpPr>
        <p:spPr>
          <a:xfrm>
            <a:off x="96696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7137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69" name=""/>
          <p:cNvSpPr/>
          <p:nvPr/>
        </p:nvSpPr>
        <p:spPr>
          <a:xfrm>
            <a:off x="96912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5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70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70" name=""/>
          <p:cNvSpPr/>
          <p:nvPr/>
        </p:nvSpPr>
        <p:spPr>
          <a:xfrm>
            <a:off x="970920" y="5800680"/>
            <a:ext cx="31320" cy="28800"/>
          </a:xfrm>
          <a:custGeom>
            <a:avLst/>
            <a:gdLst/>
            <a:ahLst/>
            <a:rect l="0" t="0" r="r" b="b"/>
            <a:pathLst>
              <a:path w="87" h="80">
                <a:moveTo>
                  <a:pt x="81" y="0"/>
                </a:moveTo>
                <a:lnTo>
                  <a:pt x="0" y="80"/>
                </a:lnTo>
                <a:lnTo>
                  <a:pt x="6" y="80"/>
                </a:lnTo>
                <a:lnTo>
                  <a:pt x="87" y="0"/>
                </a:lnTo>
                <a:lnTo>
                  <a:pt x="81" y="0"/>
                </a:lnTo>
                <a:close/>
              </a:path>
            </a:pathLst>
          </a:custGeom>
          <a:solidFill>
            <a:srgbClr val="6f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71" name=""/>
          <p:cNvSpPr/>
          <p:nvPr/>
        </p:nvSpPr>
        <p:spPr>
          <a:xfrm>
            <a:off x="97308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1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1" y="0"/>
                </a:lnTo>
                <a:close/>
              </a:path>
            </a:pathLst>
          </a:custGeom>
          <a:solidFill>
            <a:srgbClr val="6f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72" name=""/>
          <p:cNvSpPr/>
          <p:nvPr/>
        </p:nvSpPr>
        <p:spPr>
          <a:xfrm>
            <a:off x="97524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6e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73" name=""/>
          <p:cNvSpPr/>
          <p:nvPr/>
        </p:nvSpPr>
        <p:spPr>
          <a:xfrm>
            <a:off x="97740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6d37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74" name=""/>
          <p:cNvSpPr/>
          <p:nvPr/>
        </p:nvSpPr>
        <p:spPr>
          <a:xfrm>
            <a:off x="97956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5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6c38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75" name=""/>
          <p:cNvSpPr/>
          <p:nvPr/>
        </p:nvSpPr>
        <p:spPr>
          <a:xfrm>
            <a:off x="981360" y="5800680"/>
            <a:ext cx="31320" cy="28800"/>
          </a:xfrm>
          <a:custGeom>
            <a:avLst/>
            <a:gdLst/>
            <a:ahLst/>
            <a:rect l="0" t="0" r="r" b="b"/>
            <a:pathLst>
              <a:path w="87" h="80">
                <a:moveTo>
                  <a:pt x="81" y="0"/>
                </a:moveTo>
                <a:lnTo>
                  <a:pt x="0" y="80"/>
                </a:lnTo>
                <a:lnTo>
                  <a:pt x="6" y="80"/>
                </a:lnTo>
                <a:lnTo>
                  <a:pt x="87" y="0"/>
                </a:lnTo>
                <a:lnTo>
                  <a:pt x="81" y="0"/>
                </a:lnTo>
                <a:close/>
              </a:path>
            </a:pathLst>
          </a:custGeom>
          <a:solidFill>
            <a:srgbClr val="6b38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76" name=""/>
          <p:cNvSpPr/>
          <p:nvPr/>
        </p:nvSpPr>
        <p:spPr>
          <a:xfrm>
            <a:off x="98352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1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1" y="0"/>
                </a:lnTo>
                <a:close/>
              </a:path>
            </a:pathLst>
          </a:custGeom>
          <a:solidFill>
            <a:srgbClr val="6b38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77" name=""/>
          <p:cNvSpPr/>
          <p:nvPr/>
        </p:nvSpPr>
        <p:spPr>
          <a:xfrm>
            <a:off x="98568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6a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78" name=""/>
          <p:cNvSpPr/>
          <p:nvPr/>
        </p:nvSpPr>
        <p:spPr>
          <a:xfrm>
            <a:off x="98784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69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79" name=""/>
          <p:cNvSpPr/>
          <p:nvPr/>
        </p:nvSpPr>
        <p:spPr>
          <a:xfrm>
            <a:off x="99000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5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68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80" name=""/>
          <p:cNvSpPr/>
          <p:nvPr/>
        </p:nvSpPr>
        <p:spPr>
          <a:xfrm>
            <a:off x="99180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1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1" y="0"/>
                </a:lnTo>
                <a:close/>
              </a:path>
            </a:pathLst>
          </a:custGeom>
          <a:solidFill>
            <a:srgbClr val="67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81" name=""/>
          <p:cNvSpPr/>
          <p:nvPr/>
        </p:nvSpPr>
        <p:spPr>
          <a:xfrm>
            <a:off x="99396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7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6738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82" name=""/>
          <p:cNvSpPr/>
          <p:nvPr/>
        </p:nvSpPr>
        <p:spPr>
          <a:xfrm>
            <a:off x="99612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79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79" y="0"/>
                </a:lnTo>
                <a:close/>
              </a:path>
            </a:pathLst>
          </a:custGeom>
          <a:solidFill>
            <a:srgbClr val="6638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83" name=""/>
          <p:cNvSpPr/>
          <p:nvPr/>
        </p:nvSpPr>
        <p:spPr>
          <a:xfrm>
            <a:off x="99828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5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6538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84" name=""/>
          <p:cNvSpPr/>
          <p:nvPr/>
        </p:nvSpPr>
        <p:spPr>
          <a:xfrm>
            <a:off x="1000080" y="5800680"/>
            <a:ext cx="31320" cy="28800"/>
          </a:xfrm>
          <a:custGeom>
            <a:avLst/>
            <a:gdLst/>
            <a:ahLst/>
            <a:rect l="0" t="0" r="r" b="b"/>
            <a:pathLst>
              <a:path w="87" h="80">
                <a:moveTo>
                  <a:pt x="81" y="0"/>
                </a:moveTo>
                <a:lnTo>
                  <a:pt x="0" y="80"/>
                </a:lnTo>
                <a:lnTo>
                  <a:pt x="6" y="80"/>
                </a:lnTo>
                <a:lnTo>
                  <a:pt x="87" y="0"/>
                </a:lnTo>
                <a:lnTo>
                  <a:pt x="81" y="0"/>
                </a:lnTo>
                <a:close/>
              </a:path>
            </a:pathLst>
          </a:custGeom>
          <a:solidFill>
            <a:srgbClr val="64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85" name=""/>
          <p:cNvSpPr/>
          <p:nvPr/>
        </p:nvSpPr>
        <p:spPr>
          <a:xfrm>
            <a:off x="100224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1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1" y="0"/>
                </a:lnTo>
                <a:close/>
              </a:path>
            </a:pathLst>
          </a:custGeom>
          <a:solidFill>
            <a:srgbClr val="63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86" name=""/>
          <p:cNvSpPr/>
          <p:nvPr/>
        </p:nvSpPr>
        <p:spPr>
          <a:xfrm>
            <a:off x="100440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63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87" name=""/>
          <p:cNvSpPr/>
          <p:nvPr/>
        </p:nvSpPr>
        <p:spPr>
          <a:xfrm>
            <a:off x="100656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62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88" name=""/>
          <p:cNvSpPr/>
          <p:nvPr/>
        </p:nvSpPr>
        <p:spPr>
          <a:xfrm>
            <a:off x="100872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5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61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89" name=""/>
          <p:cNvSpPr/>
          <p:nvPr/>
        </p:nvSpPr>
        <p:spPr>
          <a:xfrm>
            <a:off x="1010520" y="5800680"/>
            <a:ext cx="31320" cy="28800"/>
          </a:xfrm>
          <a:custGeom>
            <a:avLst/>
            <a:gdLst/>
            <a:ahLst/>
            <a:rect l="0" t="0" r="r" b="b"/>
            <a:pathLst>
              <a:path w="87" h="80">
                <a:moveTo>
                  <a:pt x="81" y="0"/>
                </a:moveTo>
                <a:lnTo>
                  <a:pt x="0" y="80"/>
                </a:lnTo>
                <a:lnTo>
                  <a:pt x="6" y="80"/>
                </a:lnTo>
                <a:lnTo>
                  <a:pt x="87" y="0"/>
                </a:lnTo>
                <a:lnTo>
                  <a:pt x="81" y="0"/>
                </a:lnTo>
                <a:close/>
              </a:path>
            </a:pathLst>
          </a:custGeom>
          <a:solidFill>
            <a:srgbClr val="60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90" name=""/>
          <p:cNvSpPr/>
          <p:nvPr/>
        </p:nvSpPr>
        <p:spPr>
          <a:xfrm>
            <a:off x="101268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1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1" y="0"/>
                </a:lnTo>
                <a:close/>
              </a:path>
            </a:pathLst>
          </a:custGeom>
          <a:solidFill>
            <a:srgbClr val="5f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91" name=""/>
          <p:cNvSpPr/>
          <p:nvPr/>
        </p:nvSpPr>
        <p:spPr>
          <a:xfrm>
            <a:off x="101484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5f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92" name=""/>
          <p:cNvSpPr/>
          <p:nvPr/>
        </p:nvSpPr>
        <p:spPr>
          <a:xfrm>
            <a:off x="101700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5e38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93" name=""/>
          <p:cNvSpPr/>
          <p:nvPr/>
        </p:nvSpPr>
        <p:spPr>
          <a:xfrm>
            <a:off x="101916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5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5d38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94" name=""/>
          <p:cNvSpPr/>
          <p:nvPr/>
        </p:nvSpPr>
        <p:spPr>
          <a:xfrm>
            <a:off x="102096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1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1" y="0"/>
                </a:lnTo>
                <a:close/>
              </a:path>
            </a:pathLst>
          </a:custGeom>
          <a:solidFill>
            <a:srgbClr val="5c38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95" name=""/>
          <p:cNvSpPr/>
          <p:nvPr/>
        </p:nvSpPr>
        <p:spPr>
          <a:xfrm>
            <a:off x="102312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7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5c38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96" name=""/>
          <p:cNvSpPr/>
          <p:nvPr/>
        </p:nvSpPr>
        <p:spPr>
          <a:xfrm>
            <a:off x="102528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79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79" y="0"/>
                </a:lnTo>
                <a:close/>
              </a:path>
            </a:pathLst>
          </a:custGeom>
          <a:solidFill>
            <a:srgbClr val="5b38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97" name=""/>
          <p:cNvSpPr/>
          <p:nvPr/>
        </p:nvSpPr>
        <p:spPr>
          <a:xfrm>
            <a:off x="102744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5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5a38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98" name=""/>
          <p:cNvSpPr/>
          <p:nvPr/>
        </p:nvSpPr>
        <p:spPr>
          <a:xfrm>
            <a:off x="1029240" y="5800680"/>
            <a:ext cx="31320" cy="28800"/>
          </a:xfrm>
          <a:custGeom>
            <a:avLst/>
            <a:gdLst/>
            <a:ahLst/>
            <a:rect l="0" t="0" r="r" b="b"/>
            <a:pathLst>
              <a:path w="87" h="80">
                <a:moveTo>
                  <a:pt x="81" y="0"/>
                </a:moveTo>
                <a:lnTo>
                  <a:pt x="0" y="80"/>
                </a:lnTo>
                <a:lnTo>
                  <a:pt x="6" y="80"/>
                </a:lnTo>
                <a:lnTo>
                  <a:pt x="87" y="0"/>
                </a:lnTo>
                <a:lnTo>
                  <a:pt x="81" y="0"/>
                </a:lnTo>
                <a:close/>
              </a:path>
            </a:pathLst>
          </a:custGeom>
          <a:solidFill>
            <a:srgbClr val="5939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99" name=""/>
          <p:cNvSpPr/>
          <p:nvPr/>
        </p:nvSpPr>
        <p:spPr>
          <a:xfrm>
            <a:off x="103140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1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1" y="0"/>
                </a:lnTo>
                <a:close/>
              </a:path>
            </a:pathLst>
          </a:custGeom>
          <a:solidFill>
            <a:srgbClr val="58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00" name=""/>
          <p:cNvSpPr/>
          <p:nvPr/>
        </p:nvSpPr>
        <p:spPr>
          <a:xfrm>
            <a:off x="103356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58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01" name=""/>
          <p:cNvSpPr/>
          <p:nvPr/>
        </p:nvSpPr>
        <p:spPr>
          <a:xfrm>
            <a:off x="103572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57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02" name=""/>
          <p:cNvSpPr/>
          <p:nvPr/>
        </p:nvSpPr>
        <p:spPr>
          <a:xfrm>
            <a:off x="103788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5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56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03" name=""/>
          <p:cNvSpPr/>
          <p:nvPr/>
        </p:nvSpPr>
        <p:spPr>
          <a:xfrm>
            <a:off x="1039680" y="5800680"/>
            <a:ext cx="31320" cy="28800"/>
          </a:xfrm>
          <a:custGeom>
            <a:avLst/>
            <a:gdLst/>
            <a:ahLst/>
            <a:rect l="0" t="0" r="r" b="b"/>
            <a:pathLst>
              <a:path w="87" h="80">
                <a:moveTo>
                  <a:pt x="81" y="0"/>
                </a:moveTo>
                <a:lnTo>
                  <a:pt x="0" y="80"/>
                </a:lnTo>
                <a:lnTo>
                  <a:pt x="6" y="80"/>
                </a:lnTo>
                <a:lnTo>
                  <a:pt x="87" y="0"/>
                </a:lnTo>
                <a:lnTo>
                  <a:pt x="81" y="0"/>
                </a:lnTo>
                <a:close/>
              </a:path>
            </a:pathLst>
          </a:custGeom>
          <a:solidFill>
            <a:srgbClr val="5539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04" name=""/>
          <p:cNvSpPr/>
          <p:nvPr/>
        </p:nvSpPr>
        <p:spPr>
          <a:xfrm>
            <a:off x="104184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1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1" y="0"/>
                </a:lnTo>
                <a:close/>
              </a:path>
            </a:pathLst>
          </a:custGeom>
          <a:solidFill>
            <a:srgbClr val="5439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05" name=""/>
          <p:cNvSpPr/>
          <p:nvPr/>
        </p:nvSpPr>
        <p:spPr>
          <a:xfrm>
            <a:off x="104400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5439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06" name=""/>
          <p:cNvSpPr/>
          <p:nvPr/>
        </p:nvSpPr>
        <p:spPr>
          <a:xfrm>
            <a:off x="104616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53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07" name=""/>
          <p:cNvSpPr/>
          <p:nvPr/>
        </p:nvSpPr>
        <p:spPr>
          <a:xfrm>
            <a:off x="104832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5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52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08" name=""/>
          <p:cNvSpPr/>
          <p:nvPr/>
        </p:nvSpPr>
        <p:spPr>
          <a:xfrm>
            <a:off x="1050120" y="5800680"/>
            <a:ext cx="31320" cy="28800"/>
          </a:xfrm>
          <a:custGeom>
            <a:avLst/>
            <a:gdLst/>
            <a:ahLst/>
            <a:rect l="0" t="0" r="r" b="b"/>
            <a:pathLst>
              <a:path w="87" h="80">
                <a:moveTo>
                  <a:pt x="81" y="0"/>
                </a:moveTo>
                <a:lnTo>
                  <a:pt x="0" y="80"/>
                </a:lnTo>
                <a:lnTo>
                  <a:pt x="6" y="80"/>
                </a:lnTo>
                <a:lnTo>
                  <a:pt x="87" y="0"/>
                </a:lnTo>
                <a:lnTo>
                  <a:pt x="81" y="0"/>
                </a:lnTo>
                <a:close/>
              </a:path>
            </a:pathLst>
          </a:custGeom>
          <a:solidFill>
            <a:srgbClr val="51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09" name=""/>
          <p:cNvSpPr/>
          <p:nvPr/>
        </p:nvSpPr>
        <p:spPr>
          <a:xfrm>
            <a:off x="105228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1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1" y="0"/>
                </a:lnTo>
                <a:close/>
              </a:path>
            </a:pathLst>
          </a:custGeom>
          <a:solidFill>
            <a:srgbClr val="50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10" name=""/>
          <p:cNvSpPr/>
          <p:nvPr/>
        </p:nvSpPr>
        <p:spPr>
          <a:xfrm>
            <a:off x="105444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7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50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11" name=""/>
          <p:cNvSpPr/>
          <p:nvPr/>
        </p:nvSpPr>
        <p:spPr>
          <a:xfrm>
            <a:off x="105660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79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79" y="0"/>
                </a:lnTo>
                <a:close/>
              </a:path>
            </a:pathLst>
          </a:custGeom>
          <a:solidFill>
            <a:srgbClr val="4f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12" name=""/>
          <p:cNvSpPr/>
          <p:nvPr/>
        </p:nvSpPr>
        <p:spPr>
          <a:xfrm>
            <a:off x="105876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5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4e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13" name=""/>
          <p:cNvSpPr/>
          <p:nvPr/>
        </p:nvSpPr>
        <p:spPr>
          <a:xfrm>
            <a:off x="106056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1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1" y="0"/>
                </a:lnTo>
                <a:close/>
              </a:path>
            </a:pathLst>
          </a:custGeom>
          <a:solidFill>
            <a:srgbClr val="4d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14" name=""/>
          <p:cNvSpPr/>
          <p:nvPr/>
        </p:nvSpPr>
        <p:spPr>
          <a:xfrm>
            <a:off x="106272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4c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15" name=""/>
          <p:cNvSpPr/>
          <p:nvPr/>
        </p:nvSpPr>
        <p:spPr>
          <a:xfrm>
            <a:off x="106488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4c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16" name=""/>
          <p:cNvSpPr/>
          <p:nvPr/>
        </p:nvSpPr>
        <p:spPr>
          <a:xfrm>
            <a:off x="106704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5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4b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17" name=""/>
          <p:cNvSpPr/>
          <p:nvPr/>
        </p:nvSpPr>
        <p:spPr>
          <a:xfrm>
            <a:off x="1068840" y="5800680"/>
            <a:ext cx="31320" cy="28800"/>
          </a:xfrm>
          <a:custGeom>
            <a:avLst/>
            <a:gdLst/>
            <a:ahLst/>
            <a:rect l="0" t="0" r="r" b="b"/>
            <a:pathLst>
              <a:path w="87" h="80">
                <a:moveTo>
                  <a:pt x="81" y="0"/>
                </a:moveTo>
                <a:lnTo>
                  <a:pt x="0" y="80"/>
                </a:lnTo>
                <a:lnTo>
                  <a:pt x="6" y="80"/>
                </a:lnTo>
                <a:lnTo>
                  <a:pt x="87" y="0"/>
                </a:lnTo>
                <a:lnTo>
                  <a:pt x="81" y="0"/>
                </a:lnTo>
                <a:close/>
              </a:path>
            </a:pathLst>
          </a:custGeom>
          <a:solidFill>
            <a:srgbClr val="4a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18" name=""/>
          <p:cNvSpPr/>
          <p:nvPr/>
        </p:nvSpPr>
        <p:spPr>
          <a:xfrm>
            <a:off x="107100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1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1" y="0"/>
                </a:lnTo>
                <a:close/>
              </a:path>
            </a:pathLst>
          </a:custGeom>
          <a:solidFill>
            <a:srgbClr val="4939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19" name=""/>
          <p:cNvSpPr/>
          <p:nvPr/>
        </p:nvSpPr>
        <p:spPr>
          <a:xfrm>
            <a:off x="107316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4839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20" name=""/>
          <p:cNvSpPr/>
          <p:nvPr/>
        </p:nvSpPr>
        <p:spPr>
          <a:xfrm>
            <a:off x="107532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4839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21" name=""/>
          <p:cNvSpPr/>
          <p:nvPr/>
        </p:nvSpPr>
        <p:spPr>
          <a:xfrm>
            <a:off x="107748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5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47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22" name=""/>
          <p:cNvSpPr/>
          <p:nvPr/>
        </p:nvSpPr>
        <p:spPr>
          <a:xfrm>
            <a:off x="1079280" y="5800680"/>
            <a:ext cx="31320" cy="28800"/>
          </a:xfrm>
          <a:custGeom>
            <a:avLst/>
            <a:gdLst/>
            <a:ahLst/>
            <a:rect l="0" t="0" r="r" b="b"/>
            <a:pathLst>
              <a:path w="87" h="80">
                <a:moveTo>
                  <a:pt x="81" y="0"/>
                </a:moveTo>
                <a:lnTo>
                  <a:pt x="0" y="80"/>
                </a:lnTo>
                <a:lnTo>
                  <a:pt x="6" y="80"/>
                </a:lnTo>
                <a:lnTo>
                  <a:pt x="87" y="0"/>
                </a:lnTo>
                <a:lnTo>
                  <a:pt x="81" y="0"/>
                </a:lnTo>
                <a:close/>
              </a:path>
            </a:pathLst>
          </a:custGeom>
          <a:solidFill>
            <a:srgbClr val="46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23" name=""/>
          <p:cNvSpPr/>
          <p:nvPr/>
        </p:nvSpPr>
        <p:spPr>
          <a:xfrm>
            <a:off x="108144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1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1" y="0"/>
                </a:lnTo>
                <a:close/>
              </a:path>
            </a:pathLst>
          </a:custGeom>
          <a:solidFill>
            <a:srgbClr val="45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24" name=""/>
          <p:cNvSpPr/>
          <p:nvPr/>
        </p:nvSpPr>
        <p:spPr>
          <a:xfrm>
            <a:off x="108360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44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25" name=""/>
          <p:cNvSpPr/>
          <p:nvPr/>
        </p:nvSpPr>
        <p:spPr>
          <a:xfrm>
            <a:off x="108576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7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44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26" name=""/>
          <p:cNvSpPr/>
          <p:nvPr/>
        </p:nvSpPr>
        <p:spPr>
          <a:xfrm>
            <a:off x="108792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79" y="0"/>
                </a:moveTo>
                <a:lnTo>
                  <a:pt x="0" y="80"/>
                </a:lnTo>
                <a:lnTo>
                  <a:pt x="5" y="80"/>
                </a:lnTo>
                <a:lnTo>
                  <a:pt x="86" y="0"/>
                </a:lnTo>
                <a:lnTo>
                  <a:pt x="79" y="0"/>
                </a:lnTo>
                <a:close/>
              </a:path>
            </a:pathLst>
          </a:custGeom>
          <a:solidFill>
            <a:srgbClr val="43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27" name=""/>
          <p:cNvSpPr/>
          <p:nvPr/>
        </p:nvSpPr>
        <p:spPr>
          <a:xfrm>
            <a:off x="108972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1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1" y="0"/>
                </a:lnTo>
                <a:close/>
              </a:path>
            </a:pathLst>
          </a:custGeom>
          <a:solidFill>
            <a:srgbClr val="42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28" name=""/>
          <p:cNvSpPr/>
          <p:nvPr/>
        </p:nvSpPr>
        <p:spPr>
          <a:xfrm>
            <a:off x="109188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41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29" name=""/>
          <p:cNvSpPr/>
          <p:nvPr/>
        </p:nvSpPr>
        <p:spPr>
          <a:xfrm>
            <a:off x="109404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403a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30" name=""/>
          <p:cNvSpPr/>
          <p:nvPr/>
        </p:nvSpPr>
        <p:spPr>
          <a:xfrm>
            <a:off x="109620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5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403a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31" name=""/>
          <p:cNvSpPr/>
          <p:nvPr/>
        </p:nvSpPr>
        <p:spPr>
          <a:xfrm>
            <a:off x="1098000" y="5800680"/>
            <a:ext cx="31320" cy="28800"/>
          </a:xfrm>
          <a:custGeom>
            <a:avLst/>
            <a:gdLst/>
            <a:ahLst/>
            <a:rect l="0" t="0" r="r" b="b"/>
            <a:pathLst>
              <a:path w="87" h="80">
                <a:moveTo>
                  <a:pt x="81" y="0"/>
                </a:moveTo>
                <a:lnTo>
                  <a:pt x="0" y="80"/>
                </a:lnTo>
                <a:lnTo>
                  <a:pt x="6" y="80"/>
                </a:lnTo>
                <a:lnTo>
                  <a:pt x="87" y="0"/>
                </a:lnTo>
                <a:lnTo>
                  <a:pt x="81" y="0"/>
                </a:lnTo>
                <a:close/>
              </a:path>
            </a:pathLst>
          </a:custGeom>
          <a:solidFill>
            <a:srgbClr val="3f3a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32" name=""/>
          <p:cNvSpPr/>
          <p:nvPr/>
        </p:nvSpPr>
        <p:spPr>
          <a:xfrm>
            <a:off x="110016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1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1" y="0"/>
                </a:lnTo>
                <a:close/>
              </a:path>
            </a:pathLst>
          </a:custGeom>
          <a:solidFill>
            <a:srgbClr val="3e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33" name=""/>
          <p:cNvSpPr/>
          <p:nvPr/>
        </p:nvSpPr>
        <p:spPr>
          <a:xfrm>
            <a:off x="110232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3d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34" name=""/>
          <p:cNvSpPr/>
          <p:nvPr/>
        </p:nvSpPr>
        <p:spPr>
          <a:xfrm>
            <a:off x="110448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3c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35" name=""/>
          <p:cNvSpPr/>
          <p:nvPr/>
        </p:nvSpPr>
        <p:spPr>
          <a:xfrm>
            <a:off x="110664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5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3c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36" name=""/>
          <p:cNvSpPr/>
          <p:nvPr/>
        </p:nvSpPr>
        <p:spPr>
          <a:xfrm>
            <a:off x="1108440" y="5800680"/>
            <a:ext cx="31320" cy="28800"/>
          </a:xfrm>
          <a:custGeom>
            <a:avLst/>
            <a:gdLst/>
            <a:ahLst/>
            <a:rect l="0" t="0" r="r" b="b"/>
            <a:pathLst>
              <a:path w="87" h="80">
                <a:moveTo>
                  <a:pt x="81" y="0"/>
                </a:moveTo>
                <a:lnTo>
                  <a:pt x="0" y="80"/>
                </a:lnTo>
                <a:lnTo>
                  <a:pt x="6" y="80"/>
                </a:lnTo>
                <a:lnTo>
                  <a:pt x="87" y="0"/>
                </a:lnTo>
                <a:lnTo>
                  <a:pt x="81" y="0"/>
                </a:lnTo>
                <a:close/>
              </a:path>
            </a:pathLst>
          </a:custGeom>
          <a:solidFill>
            <a:srgbClr val="3b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37" name=""/>
          <p:cNvSpPr/>
          <p:nvPr/>
        </p:nvSpPr>
        <p:spPr>
          <a:xfrm>
            <a:off x="111060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1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1" y="0"/>
                </a:lnTo>
                <a:close/>
              </a:path>
            </a:pathLst>
          </a:custGeom>
          <a:solidFill>
            <a:srgbClr val="3a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38" name=""/>
          <p:cNvSpPr/>
          <p:nvPr/>
        </p:nvSpPr>
        <p:spPr>
          <a:xfrm>
            <a:off x="111276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39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39" name=""/>
          <p:cNvSpPr/>
          <p:nvPr/>
        </p:nvSpPr>
        <p:spPr>
          <a:xfrm>
            <a:off x="111492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0" y="0"/>
                </a:moveTo>
                <a:lnTo>
                  <a:pt x="0" y="80"/>
                </a:lnTo>
                <a:lnTo>
                  <a:pt x="7" y="80"/>
                </a:lnTo>
                <a:lnTo>
                  <a:pt x="86" y="0"/>
                </a:lnTo>
                <a:lnTo>
                  <a:pt x="80" y="0"/>
                </a:lnTo>
                <a:close/>
              </a:path>
            </a:pathLst>
          </a:custGeom>
          <a:solidFill>
            <a:srgbClr val="39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40" name=""/>
          <p:cNvSpPr/>
          <p:nvPr/>
        </p:nvSpPr>
        <p:spPr>
          <a:xfrm>
            <a:off x="111708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79" y="0"/>
                </a:moveTo>
                <a:lnTo>
                  <a:pt x="0" y="80"/>
                </a:lnTo>
                <a:lnTo>
                  <a:pt x="5" y="80"/>
                </a:lnTo>
                <a:lnTo>
                  <a:pt x="86" y="0"/>
                </a:lnTo>
                <a:lnTo>
                  <a:pt x="79" y="0"/>
                </a:lnTo>
                <a:close/>
              </a:path>
            </a:pathLst>
          </a:custGeom>
          <a:solidFill>
            <a:srgbClr val="38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41" name=""/>
          <p:cNvSpPr/>
          <p:nvPr/>
        </p:nvSpPr>
        <p:spPr>
          <a:xfrm>
            <a:off x="1118880" y="5800680"/>
            <a:ext cx="31320" cy="28800"/>
          </a:xfrm>
          <a:custGeom>
            <a:avLst/>
            <a:gdLst/>
            <a:ahLst/>
            <a:rect l="0" t="0" r="r" b="b"/>
            <a:pathLst>
              <a:path w="87" h="80">
                <a:moveTo>
                  <a:pt x="81" y="0"/>
                </a:moveTo>
                <a:lnTo>
                  <a:pt x="0" y="80"/>
                </a:lnTo>
                <a:lnTo>
                  <a:pt x="6" y="80"/>
                </a:lnTo>
                <a:lnTo>
                  <a:pt x="87" y="0"/>
                </a:lnTo>
                <a:lnTo>
                  <a:pt x="81" y="0"/>
                </a:lnTo>
                <a:close/>
              </a:path>
            </a:pathLst>
          </a:custGeom>
          <a:solidFill>
            <a:srgbClr val="37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42" name=""/>
          <p:cNvSpPr/>
          <p:nvPr/>
        </p:nvSpPr>
        <p:spPr>
          <a:xfrm>
            <a:off x="1121040" y="5800680"/>
            <a:ext cx="30960" cy="28800"/>
          </a:xfrm>
          <a:custGeom>
            <a:avLst/>
            <a:gdLst/>
            <a:ahLst/>
            <a:rect l="0" t="0" r="r" b="b"/>
            <a:pathLst>
              <a:path w="86" h="80">
                <a:moveTo>
                  <a:pt x="81" y="0"/>
                </a:moveTo>
                <a:lnTo>
                  <a:pt x="0" y="80"/>
                </a:lnTo>
                <a:lnTo>
                  <a:pt x="6" y="80"/>
                </a:lnTo>
                <a:lnTo>
                  <a:pt x="86" y="0"/>
                </a:lnTo>
                <a:lnTo>
                  <a:pt x="81" y="0"/>
                </a:lnTo>
                <a:close/>
              </a:path>
            </a:pathLst>
          </a:custGeom>
          <a:solidFill>
            <a:srgbClr val="36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43" name=""/>
          <p:cNvSpPr/>
          <p:nvPr/>
        </p:nvSpPr>
        <p:spPr>
          <a:xfrm>
            <a:off x="1123200" y="5800680"/>
            <a:ext cx="29520" cy="28800"/>
          </a:xfrm>
          <a:custGeom>
            <a:avLst/>
            <a:gdLst/>
            <a:ahLst/>
            <a:rect l="0" t="0" r="r" b="b"/>
            <a:pathLst>
              <a:path w="82" h="80">
                <a:moveTo>
                  <a:pt x="79" y="0"/>
                </a:moveTo>
                <a:lnTo>
                  <a:pt x="0" y="80"/>
                </a:lnTo>
                <a:lnTo>
                  <a:pt x="6" y="80"/>
                </a:lnTo>
                <a:lnTo>
                  <a:pt x="82" y="4"/>
                </a:lnTo>
                <a:lnTo>
                  <a:pt x="79" y="0"/>
                </a:lnTo>
                <a:close/>
              </a:path>
            </a:pathLst>
          </a:custGeom>
          <a:solidFill>
            <a:srgbClr val="35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44" name=""/>
          <p:cNvSpPr/>
          <p:nvPr/>
        </p:nvSpPr>
        <p:spPr>
          <a:xfrm>
            <a:off x="1125360" y="5802120"/>
            <a:ext cx="27360" cy="27360"/>
          </a:xfrm>
          <a:custGeom>
            <a:avLst/>
            <a:gdLst/>
            <a:ahLst/>
            <a:rect l="0" t="0" r="r" b="b"/>
            <a:pathLst>
              <a:path w="76" h="76">
                <a:moveTo>
                  <a:pt x="76" y="0"/>
                </a:moveTo>
                <a:lnTo>
                  <a:pt x="0" y="76"/>
                </a:lnTo>
                <a:lnTo>
                  <a:pt x="6" y="76"/>
                </a:lnTo>
                <a:lnTo>
                  <a:pt x="76" y="6"/>
                </a:lnTo>
                <a:lnTo>
                  <a:pt x="76" y="0"/>
                </a:lnTo>
                <a:close/>
              </a:path>
            </a:pathLst>
          </a:custGeom>
          <a:solidFill>
            <a:srgbClr val="353a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45" name=""/>
          <p:cNvSpPr/>
          <p:nvPr/>
        </p:nvSpPr>
        <p:spPr>
          <a:xfrm>
            <a:off x="1127520" y="5804280"/>
            <a:ext cx="25200" cy="25200"/>
          </a:xfrm>
          <a:custGeom>
            <a:avLst/>
            <a:gdLst/>
            <a:ahLst/>
            <a:rect l="0" t="0" r="r" b="b"/>
            <a:pathLst>
              <a:path w="70" h="70">
                <a:moveTo>
                  <a:pt x="70" y="0"/>
                </a:moveTo>
                <a:lnTo>
                  <a:pt x="0" y="70"/>
                </a:lnTo>
                <a:lnTo>
                  <a:pt x="5" y="70"/>
                </a:lnTo>
                <a:lnTo>
                  <a:pt x="70" y="5"/>
                </a:lnTo>
                <a:lnTo>
                  <a:pt x="70" y="0"/>
                </a:lnTo>
                <a:close/>
              </a:path>
            </a:pathLst>
          </a:custGeom>
          <a:solidFill>
            <a:srgbClr val="343b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46" name=""/>
          <p:cNvSpPr/>
          <p:nvPr/>
        </p:nvSpPr>
        <p:spPr>
          <a:xfrm>
            <a:off x="1129320" y="5806080"/>
            <a:ext cx="23400" cy="23400"/>
          </a:xfrm>
          <a:custGeom>
            <a:avLst/>
            <a:gdLst/>
            <a:ahLst/>
            <a:rect l="0" t="0" r="r" b="b"/>
            <a:pathLst>
              <a:path w="65" h="65">
                <a:moveTo>
                  <a:pt x="65" y="0"/>
                </a:moveTo>
                <a:lnTo>
                  <a:pt x="0" y="65"/>
                </a:lnTo>
                <a:lnTo>
                  <a:pt x="6" y="65"/>
                </a:lnTo>
                <a:lnTo>
                  <a:pt x="65" y="6"/>
                </a:lnTo>
                <a:lnTo>
                  <a:pt x="65" y="0"/>
                </a:lnTo>
                <a:close/>
              </a:path>
            </a:pathLst>
          </a:custGeom>
          <a:solidFill>
            <a:srgbClr val="333b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47" name=""/>
          <p:cNvSpPr/>
          <p:nvPr/>
        </p:nvSpPr>
        <p:spPr>
          <a:xfrm>
            <a:off x="1131480" y="5808240"/>
            <a:ext cx="21240" cy="21240"/>
          </a:xfrm>
          <a:custGeom>
            <a:avLst/>
            <a:gdLst/>
            <a:ahLst/>
            <a:rect l="0" t="0" r="r" b="b"/>
            <a:pathLst>
              <a:path w="59" h="59">
                <a:moveTo>
                  <a:pt x="59" y="0"/>
                </a:moveTo>
                <a:lnTo>
                  <a:pt x="0" y="59"/>
                </a:lnTo>
                <a:lnTo>
                  <a:pt x="6" y="59"/>
                </a:lnTo>
                <a:lnTo>
                  <a:pt x="59" y="6"/>
                </a:lnTo>
                <a:lnTo>
                  <a:pt x="59" y="0"/>
                </a:lnTo>
                <a:close/>
              </a:path>
            </a:pathLst>
          </a:custGeom>
          <a:solidFill>
            <a:srgbClr val="32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48" name=""/>
          <p:cNvSpPr/>
          <p:nvPr/>
        </p:nvSpPr>
        <p:spPr>
          <a:xfrm>
            <a:off x="1133640" y="5810400"/>
            <a:ext cx="19080" cy="19080"/>
          </a:xfrm>
          <a:custGeom>
            <a:avLst/>
            <a:gdLst/>
            <a:ahLst/>
            <a:rect l="0" t="0" r="r" b="b"/>
            <a:pathLst>
              <a:path w="53" h="53">
                <a:moveTo>
                  <a:pt x="53" y="0"/>
                </a:moveTo>
                <a:lnTo>
                  <a:pt x="0" y="53"/>
                </a:lnTo>
                <a:lnTo>
                  <a:pt x="6" y="53"/>
                </a:lnTo>
                <a:lnTo>
                  <a:pt x="53" y="7"/>
                </a:lnTo>
                <a:lnTo>
                  <a:pt x="53" y="0"/>
                </a:lnTo>
                <a:close/>
              </a:path>
            </a:pathLst>
          </a:custGeom>
          <a:solidFill>
            <a:srgbClr val="31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49" name=""/>
          <p:cNvSpPr/>
          <p:nvPr/>
        </p:nvSpPr>
        <p:spPr>
          <a:xfrm>
            <a:off x="1135800" y="5812560"/>
            <a:ext cx="16920" cy="16920"/>
          </a:xfrm>
          <a:custGeom>
            <a:avLst/>
            <a:gdLst/>
            <a:ahLst/>
            <a:rect l="0" t="0" r="r" b="b"/>
            <a:pathLst>
              <a:path w="47" h="47">
                <a:moveTo>
                  <a:pt x="47" y="0"/>
                </a:moveTo>
                <a:lnTo>
                  <a:pt x="0" y="47"/>
                </a:lnTo>
                <a:lnTo>
                  <a:pt x="5" y="47"/>
                </a:lnTo>
                <a:lnTo>
                  <a:pt x="47" y="5"/>
                </a:lnTo>
                <a:lnTo>
                  <a:pt x="47" y="0"/>
                </a:lnTo>
                <a:close/>
              </a:path>
            </a:pathLst>
          </a:custGeom>
          <a:solidFill>
            <a:srgbClr val="31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50" name=""/>
          <p:cNvSpPr/>
          <p:nvPr/>
        </p:nvSpPr>
        <p:spPr>
          <a:xfrm>
            <a:off x="1137600" y="5814360"/>
            <a:ext cx="15120" cy="15120"/>
          </a:xfrm>
          <a:custGeom>
            <a:avLst/>
            <a:gdLst/>
            <a:ahLst/>
            <a:rect l="0" t="0" r="r" b="b"/>
            <a:pathLst>
              <a:path w="42" h="42">
                <a:moveTo>
                  <a:pt x="42" y="0"/>
                </a:moveTo>
                <a:lnTo>
                  <a:pt x="0" y="42"/>
                </a:lnTo>
                <a:lnTo>
                  <a:pt x="6" y="42"/>
                </a:lnTo>
                <a:lnTo>
                  <a:pt x="42" y="6"/>
                </a:lnTo>
                <a:lnTo>
                  <a:pt x="42" y="0"/>
                </a:lnTo>
                <a:close/>
              </a:path>
            </a:pathLst>
          </a:custGeom>
          <a:solidFill>
            <a:srgbClr val="30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51" name=""/>
          <p:cNvSpPr/>
          <p:nvPr/>
        </p:nvSpPr>
        <p:spPr>
          <a:xfrm>
            <a:off x="1139760" y="5816520"/>
            <a:ext cx="12960" cy="12960"/>
          </a:xfrm>
          <a:custGeom>
            <a:avLst/>
            <a:gdLst/>
            <a:ahLst/>
            <a:rect l="0" t="0" r="r" b="b"/>
            <a:pathLst>
              <a:path w="36" h="36">
                <a:moveTo>
                  <a:pt x="36" y="0"/>
                </a:moveTo>
                <a:lnTo>
                  <a:pt x="0" y="36"/>
                </a:lnTo>
                <a:lnTo>
                  <a:pt x="6" y="36"/>
                </a:lnTo>
                <a:lnTo>
                  <a:pt x="36" y="6"/>
                </a:lnTo>
                <a:lnTo>
                  <a:pt x="36" y="0"/>
                </a:lnTo>
                <a:close/>
              </a:path>
            </a:pathLst>
          </a:custGeom>
          <a:solidFill>
            <a:srgbClr val="2f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52" name=""/>
          <p:cNvSpPr/>
          <p:nvPr/>
        </p:nvSpPr>
        <p:spPr>
          <a:xfrm>
            <a:off x="1141920" y="5818680"/>
            <a:ext cx="10800" cy="10800"/>
          </a:xfrm>
          <a:custGeom>
            <a:avLst/>
            <a:gdLst/>
            <a:ahLst/>
            <a:rect l="0" t="0" r="r" b="b"/>
            <a:pathLst>
              <a:path w="30" h="30">
                <a:moveTo>
                  <a:pt x="30" y="0"/>
                </a:moveTo>
                <a:lnTo>
                  <a:pt x="0" y="30"/>
                </a:lnTo>
                <a:lnTo>
                  <a:pt x="7" y="30"/>
                </a:lnTo>
                <a:lnTo>
                  <a:pt x="30" y="6"/>
                </a:lnTo>
                <a:lnTo>
                  <a:pt x="30" y="0"/>
                </a:lnTo>
                <a:close/>
              </a:path>
            </a:pathLst>
          </a:custGeom>
          <a:solidFill>
            <a:srgbClr val="2e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53" name=""/>
          <p:cNvSpPr/>
          <p:nvPr/>
        </p:nvSpPr>
        <p:spPr>
          <a:xfrm>
            <a:off x="1144080" y="5820840"/>
            <a:ext cx="8640" cy="8640"/>
          </a:xfrm>
          <a:custGeom>
            <a:avLst/>
            <a:gdLst/>
            <a:ahLst/>
            <a:rect l="0" t="0" r="r" b="b"/>
            <a:pathLst>
              <a:path w="24" h="24">
                <a:moveTo>
                  <a:pt x="24" y="0"/>
                </a:moveTo>
                <a:lnTo>
                  <a:pt x="0" y="24"/>
                </a:lnTo>
                <a:lnTo>
                  <a:pt x="6" y="24"/>
                </a:lnTo>
                <a:lnTo>
                  <a:pt x="24" y="6"/>
                </a:lnTo>
                <a:lnTo>
                  <a:pt x="24" y="0"/>
                </a:lnTo>
                <a:close/>
              </a:path>
            </a:pathLst>
          </a:custGeom>
          <a:solidFill>
            <a:srgbClr val="2d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54" name=""/>
          <p:cNvSpPr/>
          <p:nvPr/>
        </p:nvSpPr>
        <p:spPr>
          <a:xfrm>
            <a:off x="1146240" y="5823000"/>
            <a:ext cx="6480" cy="6480"/>
          </a:xfrm>
          <a:custGeom>
            <a:avLst/>
            <a:gdLst/>
            <a:ahLst/>
            <a:rect l="0" t="0" r="r" b="b"/>
            <a:pathLst>
              <a:path w="18" h="18">
                <a:moveTo>
                  <a:pt x="18" y="0"/>
                </a:moveTo>
                <a:lnTo>
                  <a:pt x="0" y="18"/>
                </a:lnTo>
                <a:lnTo>
                  <a:pt x="6" y="18"/>
                </a:lnTo>
                <a:lnTo>
                  <a:pt x="18" y="6"/>
                </a:lnTo>
                <a:lnTo>
                  <a:pt x="18" y="0"/>
                </a:lnTo>
                <a:close/>
              </a:path>
            </a:pathLst>
          </a:custGeom>
          <a:solidFill>
            <a:srgbClr val="2d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55" name=""/>
          <p:cNvSpPr/>
          <p:nvPr/>
        </p:nvSpPr>
        <p:spPr>
          <a:xfrm>
            <a:off x="1148040" y="5824800"/>
            <a:ext cx="4680" cy="4680"/>
          </a:xfrm>
          <a:custGeom>
            <a:avLst/>
            <a:gdLst/>
            <a:ahLst/>
            <a:rect l="0" t="0" r="r" b="b"/>
            <a:pathLst>
              <a:path w="13" h="13">
                <a:moveTo>
                  <a:pt x="13" y="0"/>
                </a:moveTo>
                <a:lnTo>
                  <a:pt x="0" y="13"/>
                </a:lnTo>
                <a:lnTo>
                  <a:pt x="6" y="13"/>
                </a:lnTo>
                <a:lnTo>
                  <a:pt x="13" y="6"/>
                </a:lnTo>
                <a:lnTo>
                  <a:pt x="13" y="0"/>
                </a:lnTo>
                <a:close/>
              </a:path>
            </a:pathLst>
          </a:custGeom>
          <a:solidFill>
            <a:srgbClr val="2c3b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56" name=""/>
          <p:cNvSpPr/>
          <p:nvPr/>
        </p:nvSpPr>
        <p:spPr>
          <a:xfrm>
            <a:off x="1150200" y="5826960"/>
            <a:ext cx="2520" cy="2520"/>
          </a:xfrm>
          <a:custGeom>
            <a:avLst/>
            <a:gdLst/>
            <a:ahLst/>
            <a:rect l="0" t="0" r="r" b="b"/>
            <a:pathLst>
              <a:path w="7" h="7">
                <a:moveTo>
                  <a:pt x="7" y="0"/>
                </a:moveTo>
                <a:lnTo>
                  <a:pt x="0" y="7"/>
                </a:lnTo>
                <a:lnTo>
                  <a:pt x="7" y="7"/>
                </a:lnTo>
                <a:lnTo>
                  <a:pt x="7" y="0"/>
                </a:lnTo>
                <a:close/>
              </a:path>
            </a:pathLst>
          </a:custGeom>
          <a:solidFill>
            <a:srgbClr val="2b3b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57" name=""/>
          <p:cNvSpPr/>
          <p:nvPr/>
        </p:nvSpPr>
        <p:spPr>
          <a:xfrm>
            <a:off x="652320" y="7291080"/>
            <a:ext cx="6258240" cy="1038600"/>
          </a:xfrm>
          <a:custGeom>
            <a:avLst/>
            <a:gdLst/>
            <a:ahLst/>
            <a:rect l="0" t="0" r="r" b="b"/>
            <a:pathLst>
              <a:path w="17384" h="2885">
                <a:moveTo>
                  <a:pt x="0" y="2659"/>
                </a:moveTo>
                <a:lnTo>
                  <a:pt x="0" y="227"/>
                </a:lnTo>
                <a:cubicBezTo>
                  <a:pt x="0" y="212"/>
                  <a:pt x="1" y="197"/>
                  <a:pt x="4" y="183"/>
                </a:cubicBezTo>
                <a:cubicBezTo>
                  <a:pt x="7" y="168"/>
                  <a:pt x="11" y="154"/>
                  <a:pt x="17" y="140"/>
                </a:cubicBezTo>
                <a:cubicBezTo>
                  <a:pt x="23" y="127"/>
                  <a:pt x="30" y="114"/>
                  <a:pt x="38" y="101"/>
                </a:cubicBezTo>
                <a:cubicBezTo>
                  <a:pt x="46" y="89"/>
                  <a:pt x="56" y="77"/>
                  <a:pt x="66" y="67"/>
                </a:cubicBezTo>
                <a:cubicBezTo>
                  <a:pt x="77" y="56"/>
                  <a:pt x="88" y="47"/>
                  <a:pt x="101" y="39"/>
                </a:cubicBezTo>
                <a:cubicBezTo>
                  <a:pt x="113" y="30"/>
                  <a:pt x="126" y="23"/>
                  <a:pt x="140" y="18"/>
                </a:cubicBezTo>
                <a:cubicBezTo>
                  <a:pt x="154" y="12"/>
                  <a:pt x="168" y="8"/>
                  <a:pt x="182" y="5"/>
                </a:cubicBezTo>
                <a:cubicBezTo>
                  <a:pt x="197" y="2"/>
                  <a:pt x="212" y="0"/>
                  <a:pt x="227" y="0"/>
                </a:cubicBezTo>
                <a:lnTo>
                  <a:pt x="17157" y="0"/>
                </a:lnTo>
                <a:cubicBezTo>
                  <a:pt x="17172" y="0"/>
                  <a:pt x="17187" y="2"/>
                  <a:pt x="17201" y="5"/>
                </a:cubicBezTo>
                <a:cubicBezTo>
                  <a:pt x="17216" y="8"/>
                  <a:pt x="17230" y="12"/>
                  <a:pt x="17244" y="18"/>
                </a:cubicBezTo>
                <a:cubicBezTo>
                  <a:pt x="17258" y="23"/>
                  <a:pt x="17271" y="30"/>
                  <a:pt x="17283" y="39"/>
                </a:cubicBezTo>
                <a:cubicBezTo>
                  <a:pt x="17296" y="47"/>
                  <a:pt x="17307" y="56"/>
                  <a:pt x="17318" y="67"/>
                </a:cubicBezTo>
                <a:cubicBezTo>
                  <a:pt x="17328" y="77"/>
                  <a:pt x="17338" y="89"/>
                  <a:pt x="17346" y="101"/>
                </a:cubicBezTo>
                <a:cubicBezTo>
                  <a:pt x="17354" y="114"/>
                  <a:pt x="17361" y="127"/>
                  <a:pt x="17367" y="140"/>
                </a:cubicBezTo>
                <a:cubicBezTo>
                  <a:pt x="17372" y="154"/>
                  <a:pt x="17377" y="168"/>
                  <a:pt x="17380" y="183"/>
                </a:cubicBezTo>
                <a:cubicBezTo>
                  <a:pt x="17383" y="197"/>
                  <a:pt x="17384" y="212"/>
                  <a:pt x="17384" y="227"/>
                </a:cubicBezTo>
                <a:lnTo>
                  <a:pt x="17384" y="2659"/>
                </a:lnTo>
                <a:cubicBezTo>
                  <a:pt x="17384" y="2673"/>
                  <a:pt x="17383" y="2688"/>
                  <a:pt x="17380" y="2703"/>
                </a:cubicBezTo>
                <a:cubicBezTo>
                  <a:pt x="17377" y="2717"/>
                  <a:pt x="17372" y="2732"/>
                  <a:pt x="17367" y="2745"/>
                </a:cubicBezTo>
                <a:cubicBezTo>
                  <a:pt x="17361" y="2759"/>
                  <a:pt x="17354" y="2772"/>
                  <a:pt x="17346" y="2785"/>
                </a:cubicBezTo>
                <a:cubicBezTo>
                  <a:pt x="17338" y="2797"/>
                  <a:pt x="17328" y="2808"/>
                  <a:pt x="17318" y="2819"/>
                </a:cubicBezTo>
                <a:cubicBezTo>
                  <a:pt x="17307" y="2829"/>
                  <a:pt x="17296" y="2839"/>
                  <a:pt x="17283" y="2847"/>
                </a:cubicBezTo>
                <a:cubicBezTo>
                  <a:pt x="17271" y="2855"/>
                  <a:pt x="17258" y="2862"/>
                  <a:pt x="17244" y="2868"/>
                </a:cubicBezTo>
                <a:cubicBezTo>
                  <a:pt x="17230" y="2874"/>
                  <a:pt x="17216" y="2878"/>
                  <a:pt x="17201" y="2881"/>
                </a:cubicBezTo>
                <a:cubicBezTo>
                  <a:pt x="17187" y="2884"/>
                  <a:pt x="17172" y="2885"/>
                  <a:pt x="17157" y="2885"/>
                </a:cubicBezTo>
                <a:lnTo>
                  <a:pt x="227" y="2885"/>
                </a:lnTo>
                <a:cubicBezTo>
                  <a:pt x="212" y="2885"/>
                  <a:pt x="197" y="2884"/>
                  <a:pt x="182" y="2881"/>
                </a:cubicBezTo>
                <a:cubicBezTo>
                  <a:pt x="168" y="2878"/>
                  <a:pt x="154" y="2874"/>
                  <a:pt x="140" y="2868"/>
                </a:cubicBezTo>
                <a:cubicBezTo>
                  <a:pt x="126" y="2862"/>
                  <a:pt x="113" y="2855"/>
                  <a:pt x="101" y="2847"/>
                </a:cubicBezTo>
                <a:cubicBezTo>
                  <a:pt x="88" y="2839"/>
                  <a:pt x="77" y="2829"/>
                  <a:pt x="66" y="2819"/>
                </a:cubicBezTo>
                <a:cubicBezTo>
                  <a:pt x="56" y="2808"/>
                  <a:pt x="46" y="2797"/>
                  <a:pt x="38" y="2785"/>
                </a:cubicBezTo>
                <a:cubicBezTo>
                  <a:pt x="30" y="2772"/>
                  <a:pt x="23" y="2759"/>
                  <a:pt x="17" y="2745"/>
                </a:cubicBezTo>
                <a:cubicBezTo>
                  <a:pt x="11" y="2732"/>
                  <a:pt x="7" y="2717"/>
                  <a:pt x="4" y="2703"/>
                </a:cubicBezTo>
                <a:cubicBezTo>
                  <a:pt x="1" y="2688"/>
                  <a:pt x="0" y="2673"/>
                  <a:pt x="0" y="2659"/>
                </a:cubicBezTo>
                <a:close/>
              </a:path>
            </a:pathLst>
          </a:custGeom>
          <a:solidFill>
            <a:srgbClr val="f8f6f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8" name=""/>
          <p:cNvSpPr/>
          <p:nvPr/>
        </p:nvSpPr>
        <p:spPr>
          <a:xfrm>
            <a:off x="652320" y="7291080"/>
            <a:ext cx="6258240" cy="1038600"/>
          </a:xfrm>
          <a:custGeom>
            <a:avLst/>
            <a:gdLst/>
            <a:ahLst/>
            <a:rect l="0" t="0" r="r" b="b"/>
            <a:pathLst>
              <a:path w="17384" h="2885">
                <a:moveTo>
                  <a:pt x="0" y="2659"/>
                </a:moveTo>
                <a:lnTo>
                  <a:pt x="0" y="227"/>
                </a:lnTo>
                <a:cubicBezTo>
                  <a:pt x="0" y="212"/>
                  <a:pt x="1" y="197"/>
                  <a:pt x="4" y="183"/>
                </a:cubicBezTo>
                <a:cubicBezTo>
                  <a:pt x="7" y="168"/>
                  <a:pt x="11" y="154"/>
                  <a:pt x="17" y="140"/>
                </a:cubicBezTo>
                <a:cubicBezTo>
                  <a:pt x="23" y="127"/>
                  <a:pt x="30" y="114"/>
                  <a:pt x="38" y="101"/>
                </a:cubicBezTo>
                <a:cubicBezTo>
                  <a:pt x="46" y="89"/>
                  <a:pt x="56" y="77"/>
                  <a:pt x="66" y="67"/>
                </a:cubicBezTo>
                <a:cubicBezTo>
                  <a:pt x="77" y="56"/>
                  <a:pt x="88" y="47"/>
                  <a:pt x="101" y="39"/>
                </a:cubicBezTo>
                <a:cubicBezTo>
                  <a:pt x="113" y="30"/>
                  <a:pt x="126" y="23"/>
                  <a:pt x="140" y="18"/>
                </a:cubicBezTo>
                <a:cubicBezTo>
                  <a:pt x="154" y="12"/>
                  <a:pt x="168" y="8"/>
                  <a:pt x="182" y="5"/>
                </a:cubicBezTo>
                <a:cubicBezTo>
                  <a:pt x="197" y="2"/>
                  <a:pt x="212" y="0"/>
                  <a:pt x="227" y="0"/>
                </a:cubicBezTo>
                <a:lnTo>
                  <a:pt x="17157" y="0"/>
                </a:lnTo>
                <a:cubicBezTo>
                  <a:pt x="17172" y="0"/>
                  <a:pt x="17187" y="2"/>
                  <a:pt x="17201" y="5"/>
                </a:cubicBezTo>
                <a:cubicBezTo>
                  <a:pt x="17216" y="8"/>
                  <a:pt x="17230" y="12"/>
                  <a:pt x="17244" y="18"/>
                </a:cubicBezTo>
                <a:cubicBezTo>
                  <a:pt x="17258" y="23"/>
                  <a:pt x="17271" y="30"/>
                  <a:pt x="17283" y="39"/>
                </a:cubicBezTo>
                <a:cubicBezTo>
                  <a:pt x="17296" y="47"/>
                  <a:pt x="17307" y="56"/>
                  <a:pt x="17318" y="67"/>
                </a:cubicBezTo>
                <a:cubicBezTo>
                  <a:pt x="17328" y="77"/>
                  <a:pt x="17338" y="89"/>
                  <a:pt x="17346" y="101"/>
                </a:cubicBezTo>
                <a:cubicBezTo>
                  <a:pt x="17354" y="114"/>
                  <a:pt x="17361" y="127"/>
                  <a:pt x="17367" y="140"/>
                </a:cubicBezTo>
                <a:cubicBezTo>
                  <a:pt x="17372" y="154"/>
                  <a:pt x="17377" y="168"/>
                  <a:pt x="17380" y="183"/>
                </a:cubicBezTo>
                <a:cubicBezTo>
                  <a:pt x="17383" y="197"/>
                  <a:pt x="17384" y="212"/>
                  <a:pt x="17384" y="227"/>
                </a:cubicBezTo>
                <a:lnTo>
                  <a:pt x="17384" y="2659"/>
                </a:lnTo>
                <a:cubicBezTo>
                  <a:pt x="17384" y="2673"/>
                  <a:pt x="17383" y="2688"/>
                  <a:pt x="17380" y="2703"/>
                </a:cubicBezTo>
                <a:cubicBezTo>
                  <a:pt x="17377" y="2717"/>
                  <a:pt x="17372" y="2732"/>
                  <a:pt x="17367" y="2745"/>
                </a:cubicBezTo>
                <a:cubicBezTo>
                  <a:pt x="17361" y="2759"/>
                  <a:pt x="17354" y="2772"/>
                  <a:pt x="17346" y="2785"/>
                </a:cubicBezTo>
                <a:cubicBezTo>
                  <a:pt x="17338" y="2797"/>
                  <a:pt x="17328" y="2808"/>
                  <a:pt x="17318" y="2819"/>
                </a:cubicBezTo>
                <a:cubicBezTo>
                  <a:pt x="17307" y="2829"/>
                  <a:pt x="17296" y="2839"/>
                  <a:pt x="17283" y="2847"/>
                </a:cubicBezTo>
                <a:cubicBezTo>
                  <a:pt x="17271" y="2855"/>
                  <a:pt x="17258" y="2862"/>
                  <a:pt x="17244" y="2868"/>
                </a:cubicBezTo>
                <a:cubicBezTo>
                  <a:pt x="17230" y="2874"/>
                  <a:pt x="17216" y="2878"/>
                  <a:pt x="17201" y="2881"/>
                </a:cubicBezTo>
                <a:cubicBezTo>
                  <a:pt x="17187" y="2884"/>
                  <a:pt x="17172" y="2885"/>
                  <a:pt x="17157" y="2885"/>
                </a:cubicBezTo>
                <a:lnTo>
                  <a:pt x="227" y="2885"/>
                </a:lnTo>
                <a:cubicBezTo>
                  <a:pt x="212" y="2885"/>
                  <a:pt x="197" y="2884"/>
                  <a:pt x="182" y="2881"/>
                </a:cubicBezTo>
                <a:cubicBezTo>
                  <a:pt x="168" y="2878"/>
                  <a:pt x="154" y="2874"/>
                  <a:pt x="140" y="2868"/>
                </a:cubicBezTo>
                <a:cubicBezTo>
                  <a:pt x="126" y="2862"/>
                  <a:pt x="113" y="2855"/>
                  <a:pt x="101" y="2847"/>
                </a:cubicBezTo>
                <a:cubicBezTo>
                  <a:pt x="88" y="2839"/>
                  <a:pt x="77" y="2829"/>
                  <a:pt x="66" y="2819"/>
                </a:cubicBezTo>
                <a:cubicBezTo>
                  <a:pt x="56" y="2808"/>
                  <a:pt x="46" y="2797"/>
                  <a:pt x="38" y="2785"/>
                </a:cubicBezTo>
                <a:cubicBezTo>
                  <a:pt x="30" y="2772"/>
                  <a:pt x="23" y="2759"/>
                  <a:pt x="17" y="2745"/>
                </a:cubicBezTo>
                <a:cubicBezTo>
                  <a:pt x="11" y="2732"/>
                  <a:pt x="7" y="2717"/>
                  <a:pt x="4" y="2703"/>
                </a:cubicBezTo>
                <a:cubicBezTo>
                  <a:pt x="1" y="2688"/>
                  <a:pt x="0" y="2673"/>
                  <a:pt x="0" y="2659"/>
                </a:cubicBezTo>
                <a:close/>
              </a:path>
            </a:pathLst>
          </a:custGeom>
          <a:noFill/>
          <a:ln w="9360">
            <a:solidFill>
              <a:srgbClr val="e6e1f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9" name=""/>
          <p:cNvSpPr txBox="1"/>
          <p:nvPr/>
        </p:nvSpPr>
        <p:spPr>
          <a:xfrm>
            <a:off x="647640" y="10286640"/>
            <a:ext cx="1756440" cy="10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00" spc="-1" strike="noStrike">
                <a:solidFill>
                  <a:srgbClr val="9a9496"/>
                </a:solidFill>
                <a:latin typeface="Inter"/>
                <a:ea typeface="Inter"/>
              </a:rPr>
              <a:t>OBD AI SOLUTIONS · LAHORE, PAKISTAN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0" name=""/>
          <p:cNvSpPr txBox="1"/>
          <p:nvPr/>
        </p:nvSpPr>
        <p:spPr>
          <a:xfrm>
            <a:off x="647640" y="879480"/>
            <a:ext cx="212832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00" spc="-1" strike="noStrike">
                <a:solidFill>
                  <a:srgbClr val="6a26d8"/>
                </a:solidFill>
                <a:latin typeface="Inter-Semi"/>
                <a:ea typeface="Inter-Semi"/>
              </a:rPr>
              <a:t>A   N O T E   F R O M   O U R   F O U N D E R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1" name=""/>
          <p:cNvSpPr txBox="1"/>
          <p:nvPr/>
        </p:nvSpPr>
        <p:spPr>
          <a:xfrm>
            <a:off x="647640" y="1326240"/>
            <a:ext cx="6246000" cy="21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1300" spc="-1" strike="noStrike">
                <a:solidFill>
                  <a:srgbClr val="0e0e14"/>
                </a:solidFill>
                <a:latin typeface="PlayfairDisplay-Medium"/>
                <a:ea typeface="PlayfairDisplay-Medium"/>
              </a:rPr>
              <a:t>"We Create. We Strategize. We Elevate." Your website should say the same from the very</a:t>
            </a:r>
            <a:endParaRPr b="0" lang="en-US" sz="13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2" name=""/>
          <p:cNvSpPr txBox="1"/>
          <p:nvPr/>
        </p:nvSpPr>
        <p:spPr>
          <a:xfrm>
            <a:off x="647640" y="1573920"/>
            <a:ext cx="704880" cy="21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1300" spc="-1" strike="noStrike">
                <a:solidFill>
                  <a:srgbClr val="0e0e14"/>
                </a:solidFill>
                <a:latin typeface="PlayfairDisplay-Medium"/>
                <a:ea typeface="PlayfairDisplay-Medium"/>
              </a:rPr>
              <a:t>ﬁrst click.</a:t>
            </a:r>
            <a:endParaRPr b="0" lang="en-US" sz="13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3" name=""/>
          <p:cNvSpPr txBox="1"/>
          <p:nvPr/>
        </p:nvSpPr>
        <p:spPr>
          <a:xfrm>
            <a:off x="647640" y="2272680"/>
            <a:ext cx="10447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60" spc="-1" strike="noStrike">
                <a:solidFill>
                  <a:srgbClr val="2a2934"/>
                </a:solidFill>
                <a:latin typeface="Inter"/>
                <a:ea typeface="Inter"/>
              </a:rPr>
              <a:t>Dear GFXT team,</a:t>
            </a:r>
            <a:endParaRPr b="0" lang="en-US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4" name=""/>
          <p:cNvSpPr txBox="1"/>
          <p:nvPr/>
        </p:nvSpPr>
        <p:spPr>
          <a:xfrm>
            <a:off x="647640" y="2567880"/>
            <a:ext cx="59414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60" spc="-1" strike="noStrike">
                <a:solidFill>
                  <a:srgbClr val="2a2934"/>
                </a:solidFill>
                <a:latin typeface="Inter"/>
                <a:ea typeface="Inter"/>
              </a:rPr>
              <a:t>Thank you for choosing OBD AI Solutions. Your website has been developed from the company profile,</a:t>
            </a:r>
            <a:endParaRPr b="0" lang="en-US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5" name=""/>
          <p:cNvSpPr txBox="1"/>
          <p:nvPr/>
        </p:nvSpPr>
        <p:spPr>
          <a:xfrm>
            <a:off x="647640" y="2768040"/>
            <a:ext cx="62460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60" spc="-1" strike="noStrike">
                <a:solidFill>
                  <a:srgbClr val="2a2934"/>
                </a:solidFill>
                <a:latin typeface="Inter"/>
                <a:ea typeface="Inter"/>
              </a:rPr>
              <a:t>content, photos and logos you provided. All 7 pages are complete, and we are now finishing the final details.</a:t>
            </a:r>
            <a:endParaRPr b="0" lang="en-US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6" name=""/>
          <p:cNvSpPr txBox="1"/>
          <p:nvPr/>
        </p:nvSpPr>
        <p:spPr>
          <a:xfrm>
            <a:off x="647640" y="3072600"/>
            <a:ext cx="60890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60" spc="-1" strike="noStrike">
                <a:solidFill>
                  <a:srgbClr val="2a2934"/>
                </a:solidFill>
                <a:latin typeface="Inter"/>
                <a:ea typeface="Inter"/>
              </a:rPr>
              <a:t>We would also like to address the deployment charges. Deployment costs were not communicated to you</a:t>
            </a:r>
            <a:endParaRPr b="0" lang="en-US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7" name=""/>
          <p:cNvSpPr txBox="1"/>
          <p:nvPr/>
        </p:nvSpPr>
        <p:spPr>
          <a:xfrm>
            <a:off x="647640" y="3263400"/>
            <a:ext cx="38199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60" spc="-1" strike="noStrike">
                <a:solidFill>
                  <a:srgbClr val="2a2934"/>
                </a:solidFill>
                <a:latin typeface="Inter"/>
                <a:ea typeface="Inter"/>
              </a:rPr>
              <a:t>clearly at the start, and that was our oversight. We have therefore </a:t>
            </a:r>
            <a:endParaRPr b="0" lang="en-US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8" name=""/>
          <p:cNvSpPr txBox="1"/>
          <p:nvPr/>
        </p:nvSpPr>
        <p:spPr>
          <a:xfrm>
            <a:off x="4449600" y="3268080"/>
            <a:ext cx="2314080" cy="142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60" spc="-1" strike="noStrike">
                <a:solidFill>
                  <a:srgbClr val="0e0e14"/>
                </a:solidFill>
                <a:latin typeface="Inter-Semi"/>
                <a:ea typeface="Inter-Semi"/>
              </a:rPr>
              <a:t>waived the deployment fee in full</a:t>
            </a:r>
            <a:endParaRPr b="0" lang="en-US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9" name=""/>
          <p:cNvSpPr txBox="1"/>
          <p:nvPr/>
        </p:nvSpPr>
        <p:spPr>
          <a:xfrm>
            <a:off x="6394680" y="3263400"/>
            <a:ext cx="4748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60" spc="-1" strike="noStrike">
                <a:solidFill>
                  <a:srgbClr val="2a2934"/>
                </a:solidFill>
                <a:latin typeface="Inter"/>
                <a:ea typeface="Inter"/>
              </a:rPr>
              <a:t>. Setting</a:t>
            </a:r>
            <a:endParaRPr b="0" lang="en-US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0" name=""/>
          <p:cNvSpPr txBox="1"/>
          <p:nvPr/>
        </p:nvSpPr>
        <p:spPr>
          <a:xfrm>
            <a:off x="647640" y="3463200"/>
            <a:ext cx="54612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60" spc="-1" strike="noStrike">
                <a:solidFill>
                  <a:srgbClr val="2a2934"/>
                </a:solidFill>
                <a:latin typeface="Inter"/>
                <a:ea typeface="Inter"/>
              </a:rPr>
              <a:t>up your domain, hosting, SSL and one professional mailbox is included at no additional charge.</a:t>
            </a:r>
            <a:endParaRPr b="0" lang="en-US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1" name=""/>
          <p:cNvSpPr txBox="1"/>
          <p:nvPr/>
        </p:nvSpPr>
        <p:spPr>
          <a:xfrm>
            <a:off x="647640" y="3758400"/>
            <a:ext cx="48394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60" spc="-1" strike="noStrike">
                <a:solidFill>
                  <a:srgbClr val="2a2934"/>
                </a:solidFill>
                <a:latin typeface="Inter"/>
                <a:ea typeface="Inter"/>
              </a:rPr>
              <a:t>This pack sets out the next steps. If you have any questions, we will be glad to help.</a:t>
            </a:r>
            <a:endParaRPr b="0" lang="en-US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2" name=""/>
          <p:cNvSpPr txBox="1"/>
          <p:nvPr/>
        </p:nvSpPr>
        <p:spPr>
          <a:xfrm>
            <a:off x="647640" y="4177800"/>
            <a:ext cx="7718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60" spc="-1" strike="noStrike">
                <a:solidFill>
                  <a:srgbClr val="2a2934"/>
                </a:solidFill>
                <a:latin typeface="Inter"/>
                <a:ea typeface="Inter"/>
              </a:rPr>
              <a:t>Kind regards,</a:t>
            </a:r>
            <a:endParaRPr b="0" lang="en-US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3" name=""/>
          <p:cNvSpPr txBox="1"/>
          <p:nvPr/>
        </p:nvSpPr>
        <p:spPr>
          <a:xfrm>
            <a:off x="647640" y="4502160"/>
            <a:ext cx="180072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400" spc="-1" strike="noStrike">
                <a:solidFill>
                  <a:srgbClr val="0e0e14"/>
                </a:solidFill>
                <a:latin typeface="PlayfairDisplay-Semi"/>
                <a:ea typeface="PlayfairDisplay-Semi"/>
              </a:rPr>
              <a:t>Omer Bin Dawood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4" name=""/>
          <p:cNvSpPr txBox="1"/>
          <p:nvPr/>
        </p:nvSpPr>
        <p:spPr>
          <a:xfrm>
            <a:off x="647640" y="4759200"/>
            <a:ext cx="338112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6b6878"/>
                </a:solidFill>
                <a:latin typeface="Inter"/>
                <a:ea typeface="Inter"/>
              </a:rPr>
              <a:t>CEO &amp; Founder, OBD AI Solutions · AI Engineer, DevNeuron CA, USA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5" name=""/>
          <p:cNvSpPr txBox="1"/>
          <p:nvPr/>
        </p:nvSpPr>
        <p:spPr>
          <a:xfrm>
            <a:off x="647640" y="5220720"/>
            <a:ext cx="1515600" cy="11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800" spc="-1" strike="noStrike">
                <a:solidFill>
                  <a:srgbClr val="6a26d8"/>
                </a:solidFill>
                <a:latin typeface="Inter-Semi"/>
                <a:ea typeface="Inter-Semi"/>
              </a:rPr>
              <a:t>0 1   ·   W H O   W E   A R E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6" name=""/>
          <p:cNvSpPr txBox="1"/>
          <p:nvPr/>
        </p:nvSpPr>
        <p:spPr>
          <a:xfrm>
            <a:off x="647640" y="5424480"/>
            <a:ext cx="4587840" cy="28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00" spc="-1" strike="noStrike">
                <a:solidFill>
                  <a:srgbClr val="0e0e14"/>
                </a:solidFill>
                <a:latin typeface="PlayfairDisplay-Semi"/>
                <a:ea typeface="PlayfairDisplay-Semi"/>
              </a:rPr>
              <a:t>An engineering studio built on AI.</a:t>
            </a:r>
            <a:endParaRPr b="0" lang="en-US" sz="1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7" name=""/>
          <p:cNvSpPr txBox="1"/>
          <p:nvPr/>
        </p:nvSpPr>
        <p:spPr>
          <a:xfrm>
            <a:off x="647640" y="6015960"/>
            <a:ext cx="62629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60" spc="-1" strike="noStrike">
                <a:solidFill>
                  <a:srgbClr val="2a2934"/>
                </a:solidFill>
                <a:latin typeface="Inter"/>
                <a:ea typeface="Inter"/>
              </a:rPr>
              <a:t>OBD AI Solutions builds AI products, MVPs and production websites for businesses in the USA, Australia and</a:t>
            </a:r>
            <a:endParaRPr b="0" lang="en-US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8" name=""/>
          <p:cNvSpPr txBox="1"/>
          <p:nvPr/>
        </p:nvSpPr>
        <p:spPr>
          <a:xfrm>
            <a:off x="647640" y="6216120"/>
            <a:ext cx="5220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60" spc="-1" strike="noStrike">
                <a:solidFill>
                  <a:srgbClr val="2a2934"/>
                </a:solidFill>
                <a:latin typeface="Inter"/>
                <a:ea typeface="Inter"/>
              </a:rPr>
              <a:t>Pakistan.</a:t>
            </a:r>
            <a:endParaRPr b="0" lang="en-US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9" name=""/>
          <p:cNvSpPr txBox="1"/>
          <p:nvPr/>
        </p:nvSpPr>
        <p:spPr>
          <a:xfrm>
            <a:off x="647640" y="6565680"/>
            <a:ext cx="678960" cy="355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400" spc="-1" strike="noStrike">
                <a:solidFill>
                  <a:srgbClr val="6a26d8"/>
                </a:solidFill>
                <a:latin typeface="PlayfairDisplay-Semi"/>
                <a:ea typeface="PlayfairDisplay-Semi"/>
              </a:rPr>
              <a:t>10+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0" name=""/>
          <p:cNvSpPr txBox="1"/>
          <p:nvPr/>
        </p:nvSpPr>
        <p:spPr>
          <a:xfrm>
            <a:off x="647640" y="6917040"/>
            <a:ext cx="1024920" cy="116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60" spc="-1" strike="noStrike">
                <a:solidFill>
                  <a:srgbClr val="6b6878"/>
                </a:solidFill>
                <a:latin typeface="Inter"/>
                <a:ea typeface="Inter"/>
              </a:rPr>
              <a:t>US &amp; Australian clients</a:t>
            </a:r>
            <a:endParaRPr b="0" lang="en-US" sz="7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1" name=""/>
          <p:cNvSpPr txBox="1"/>
          <p:nvPr/>
        </p:nvSpPr>
        <p:spPr>
          <a:xfrm>
            <a:off x="2250360" y="6565680"/>
            <a:ext cx="678960" cy="355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400" spc="-1" strike="noStrike">
                <a:solidFill>
                  <a:srgbClr val="6a26d8"/>
                </a:solidFill>
                <a:latin typeface="PlayfairDisplay-Semi"/>
                <a:ea typeface="PlayfairDisplay-Semi"/>
              </a:rPr>
              <a:t>25+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2" name=""/>
          <p:cNvSpPr txBox="1"/>
          <p:nvPr/>
        </p:nvSpPr>
        <p:spPr>
          <a:xfrm>
            <a:off x="2250360" y="6917040"/>
            <a:ext cx="943920" cy="116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60" spc="-1" strike="noStrike">
                <a:solidFill>
                  <a:srgbClr val="6b6878"/>
                </a:solidFill>
                <a:latin typeface="Inter"/>
                <a:ea typeface="Inter"/>
              </a:rPr>
              <a:t>Pakistani businesses</a:t>
            </a:r>
            <a:endParaRPr b="0" lang="en-US" sz="7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3" name=""/>
          <p:cNvSpPr txBox="1"/>
          <p:nvPr/>
        </p:nvSpPr>
        <p:spPr>
          <a:xfrm>
            <a:off x="3853440" y="6565680"/>
            <a:ext cx="304560" cy="355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400" spc="-1" strike="noStrike">
                <a:solidFill>
                  <a:srgbClr val="6a26d8"/>
                </a:solidFill>
                <a:latin typeface="PlayfairDisplay-Semi"/>
                <a:ea typeface="PlayfairDisplay-Semi"/>
              </a:rPr>
              <a:t>3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4" name=""/>
          <p:cNvSpPr txBox="1"/>
          <p:nvPr/>
        </p:nvSpPr>
        <p:spPr>
          <a:xfrm>
            <a:off x="3853440" y="6917040"/>
            <a:ext cx="1142280" cy="116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60" spc="-1" strike="noStrike">
                <a:solidFill>
                  <a:srgbClr val="6b6878"/>
                </a:solidFill>
                <a:latin typeface="Inter"/>
                <a:ea typeface="Inter"/>
              </a:rPr>
              <a:t>USA · Australia · Pakistan</a:t>
            </a:r>
            <a:endParaRPr b="0" lang="en-US" sz="7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5" name=""/>
          <p:cNvSpPr txBox="1"/>
          <p:nvPr/>
        </p:nvSpPr>
        <p:spPr>
          <a:xfrm>
            <a:off x="5456160" y="6565680"/>
            <a:ext cx="546480" cy="355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400" spc="-1" strike="noStrike">
                <a:solidFill>
                  <a:srgbClr val="6a26d8"/>
                </a:solidFill>
                <a:latin typeface="PlayfairDisplay-Semi"/>
                <a:ea typeface="PlayfairDisplay-Semi"/>
              </a:rPr>
              <a:t>1:1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6" name=""/>
          <p:cNvSpPr txBox="1"/>
          <p:nvPr/>
        </p:nvSpPr>
        <p:spPr>
          <a:xfrm>
            <a:off x="5456160" y="6917040"/>
            <a:ext cx="948600" cy="116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60" spc="-1" strike="noStrike">
                <a:solidFill>
                  <a:srgbClr val="6b6878"/>
                </a:solidFill>
                <a:latin typeface="Inter"/>
                <a:ea typeface="Inter"/>
              </a:rPr>
              <a:t>Founder-led delivery</a:t>
            </a:r>
            <a:endParaRPr b="0" lang="en-US" sz="7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7" name=""/>
          <p:cNvSpPr txBox="1"/>
          <p:nvPr/>
        </p:nvSpPr>
        <p:spPr>
          <a:xfrm>
            <a:off x="837000" y="7493040"/>
            <a:ext cx="126720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6b6878"/>
                </a:solidFill>
                <a:latin typeface="Inter"/>
                <a:ea typeface="Inter"/>
              </a:rPr>
              <a:t>Our team has worked with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8" name=""/>
          <p:cNvSpPr txBox="1"/>
          <p:nvPr/>
        </p:nvSpPr>
        <p:spPr>
          <a:xfrm>
            <a:off x="837000" y="7712280"/>
            <a:ext cx="594288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00" spc="-1" strike="noStrike">
                <a:solidFill>
                  <a:srgbClr val="0e0e14"/>
                </a:solidFill>
                <a:latin typeface="PlayfairDisplay"/>
                <a:ea typeface="PlayfairDisplay"/>
              </a:rPr>
              <a:t>Aginit  ·  LEASAP (CA, USA)  ·  Marketing Transformers (Australia)  ·  DevNeuron (CA,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9" name=""/>
          <p:cNvSpPr txBox="1"/>
          <p:nvPr/>
        </p:nvSpPr>
        <p:spPr>
          <a:xfrm>
            <a:off x="837000" y="7959960"/>
            <a:ext cx="34380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200" spc="-1" strike="noStrike">
                <a:solidFill>
                  <a:srgbClr val="0e0e14"/>
                </a:solidFill>
                <a:latin typeface="PlayfairDisplay"/>
                <a:ea typeface="PlayfairDisplay"/>
              </a:rPr>
              <a:t>USA)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0" name=""/>
          <p:cNvSpPr/>
          <p:nvPr/>
        </p:nvSpPr>
        <p:spPr>
          <a:xfrm>
            <a:off x="647640" y="866520"/>
            <a:ext cx="6267600" cy="9106200"/>
          </a:xfrm>
          <a:custGeom>
            <a:avLst/>
            <a:gdLst/>
            <a:ahLst/>
            <a:rect l="0" t="0" r="r" b="b"/>
            <a:pathLst>
              <a:path w="17410" h="25295">
                <a:moveTo>
                  <a:pt x="0" y="0"/>
                </a:moveTo>
                <a:lnTo>
                  <a:pt x="17410" y="0"/>
                </a:lnTo>
                <a:lnTo>
                  <a:pt x="17410" y="25295"/>
                </a:lnTo>
                <a:lnTo>
                  <a:pt x="0" y="2529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1" name=""/>
          <p:cNvSpPr txBox="1"/>
          <p:nvPr/>
        </p:nvSpPr>
        <p:spPr>
          <a:xfrm>
            <a:off x="647640" y="647280"/>
            <a:ext cx="1073520" cy="10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00" spc="-1" strike="noStrike">
                <a:solidFill>
                  <a:srgbClr val="6a26d8"/>
                </a:solidFill>
                <a:latin typeface="Inter"/>
                <a:ea typeface="Inter"/>
              </a:rPr>
              <a:t>WELCOME PACK · GFX-T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2" name=""/>
          <p:cNvSpPr txBox="1"/>
          <p:nvPr/>
        </p:nvSpPr>
        <p:spPr>
          <a:xfrm>
            <a:off x="6038280" y="647280"/>
            <a:ext cx="948600" cy="10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00" spc="-1" strike="noStrike">
                <a:solidFill>
                  <a:srgbClr val="9a9496"/>
                </a:solidFill>
                <a:latin typeface="Inter"/>
                <a:ea typeface="Inter"/>
              </a:rPr>
              <a:t>O B D - G F XT-2 0 2 6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3" name=""/>
          <p:cNvSpPr txBox="1"/>
          <p:nvPr/>
        </p:nvSpPr>
        <p:spPr>
          <a:xfrm>
            <a:off x="6355080" y="10286640"/>
            <a:ext cx="479160" cy="10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00" spc="-1" strike="noStrike">
                <a:solidFill>
                  <a:srgbClr val="9a9496"/>
                </a:solidFill>
                <a:latin typeface="Inter"/>
                <a:ea typeface="Inter"/>
              </a:rPr>
              <a:t>Page 3 of 5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4" name=""/>
          <p:cNvSpPr/>
          <p:nvPr/>
        </p:nvSpPr>
        <p:spPr>
          <a:xfrm>
            <a:off x="647640" y="1438200"/>
            <a:ext cx="4320" cy="4320"/>
          </a:xfrm>
          <a:custGeom>
            <a:avLst/>
            <a:gdLst/>
            <a:ahLst/>
            <a:rect l="0" t="0" r="r" b="b"/>
            <a:pathLst>
              <a:path w="12" h="12">
                <a:moveTo>
                  <a:pt x="0" y="0"/>
                </a:moveTo>
                <a:lnTo>
                  <a:pt x="0" y="12"/>
                </a:lnTo>
                <a:lnTo>
                  <a:pt x="12" y="0"/>
                </a:lnTo>
                <a:lnTo>
                  <a:pt x="0" y="0"/>
                </a:lnTo>
                <a:close/>
              </a:path>
            </a:pathLst>
          </a:custGeom>
          <a:solidFill>
            <a:srgbClr val="7b22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95" name=""/>
          <p:cNvSpPr/>
          <p:nvPr/>
        </p:nvSpPr>
        <p:spPr>
          <a:xfrm>
            <a:off x="647640" y="1438200"/>
            <a:ext cx="8280" cy="8280"/>
          </a:xfrm>
          <a:custGeom>
            <a:avLst/>
            <a:gdLst/>
            <a:ahLst/>
            <a:rect l="0" t="0" r="r" b="b"/>
            <a:pathLst>
              <a:path w="23" h="23">
                <a:moveTo>
                  <a:pt x="11" y="0"/>
                </a:moveTo>
                <a:lnTo>
                  <a:pt x="0" y="11"/>
                </a:lnTo>
                <a:lnTo>
                  <a:pt x="0" y="23"/>
                </a:lnTo>
                <a:lnTo>
                  <a:pt x="23" y="0"/>
                </a:lnTo>
                <a:lnTo>
                  <a:pt x="11" y="0"/>
                </a:lnTo>
                <a:close/>
              </a:path>
            </a:pathLst>
          </a:custGeom>
          <a:solidFill>
            <a:srgbClr val="7c22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96" name=""/>
          <p:cNvSpPr/>
          <p:nvPr/>
        </p:nvSpPr>
        <p:spPr>
          <a:xfrm>
            <a:off x="647640" y="1438200"/>
            <a:ext cx="12600" cy="12600"/>
          </a:xfrm>
          <a:custGeom>
            <a:avLst/>
            <a:gdLst/>
            <a:ahLst/>
            <a:rect l="0" t="0" r="r" b="b"/>
            <a:pathLst>
              <a:path w="35" h="35">
                <a:moveTo>
                  <a:pt x="23" y="0"/>
                </a:moveTo>
                <a:lnTo>
                  <a:pt x="0" y="22"/>
                </a:lnTo>
                <a:lnTo>
                  <a:pt x="0" y="35"/>
                </a:lnTo>
                <a:lnTo>
                  <a:pt x="35" y="0"/>
                </a:lnTo>
                <a:lnTo>
                  <a:pt x="23" y="0"/>
                </a:lnTo>
                <a:close/>
              </a:path>
            </a:pathLst>
          </a:custGeom>
          <a:solidFill>
            <a:srgbClr val="7c23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97" name=""/>
          <p:cNvSpPr/>
          <p:nvPr/>
        </p:nvSpPr>
        <p:spPr>
          <a:xfrm>
            <a:off x="647640" y="1438200"/>
            <a:ext cx="16560" cy="16560"/>
          </a:xfrm>
          <a:custGeom>
            <a:avLst/>
            <a:gdLst/>
            <a:ahLst/>
            <a:rect l="0" t="0" r="r" b="b"/>
            <a:pathLst>
              <a:path w="46" h="46">
                <a:moveTo>
                  <a:pt x="35" y="0"/>
                </a:moveTo>
                <a:lnTo>
                  <a:pt x="0" y="35"/>
                </a:lnTo>
                <a:lnTo>
                  <a:pt x="0" y="46"/>
                </a:lnTo>
                <a:lnTo>
                  <a:pt x="46" y="0"/>
                </a:lnTo>
                <a:lnTo>
                  <a:pt x="35" y="0"/>
                </a:lnTo>
                <a:close/>
              </a:path>
            </a:pathLst>
          </a:custGeom>
          <a:solidFill>
            <a:srgbClr val="7d23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98" name=""/>
          <p:cNvSpPr/>
          <p:nvPr/>
        </p:nvSpPr>
        <p:spPr>
          <a:xfrm>
            <a:off x="647640" y="1438200"/>
            <a:ext cx="19440" cy="19440"/>
          </a:xfrm>
          <a:custGeom>
            <a:avLst/>
            <a:gdLst/>
            <a:ahLst/>
            <a:rect l="0" t="0" r="r" b="b"/>
            <a:pathLst>
              <a:path w="54" h="54">
                <a:moveTo>
                  <a:pt x="45" y="0"/>
                </a:moveTo>
                <a:lnTo>
                  <a:pt x="0" y="46"/>
                </a:lnTo>
                <a:lnTo>
                  <a:pt x="0" y="54"/>
                </a:lnTo>
                <a:lnTo>
                  <a:pt x="54" y="0"/>
                </a:lnTo>
                <a:lnTo>
                  <a:pt x="45" y="0"/>
                </a:lnTo>
                <a:close/>
              </a:path>
            </a:pathLst>
          </a:custGeom>
          <a:solidFill>
            <a:srgbClr val="7e23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99" name=""/>
          <p:cNvSpPr/>
          <p:nvPr/>
        </p:nvSpPr>
        <p:spPr>
          <a:xfrm>
            <a:off x="647640" y="1438200"/>
            <a:ext cx="20880" cy="19440"/>
          </a:xfrm>
          <a:custGeom>
            <a:avLst/>
            <a:gdLst/>
            <a:ahLst/>
            <a:rect l="0" t="0" r="r" b="b"/>
            <a:pathLst>
              <a:path w="58" h="54">
                <a:moveTo>
                  <a:pt x="54" y="0"/>
                </a:moveTo>
                <a:lnTo>
                  <a:pt x="0" y="54"/>
                </a:lnTo>
                <a:lnTo>
                  <a:pt x="4" y="54"/>
                </a:lnTo>
                <a:lnTo>
                  <a:pt x="58" y="0"/>
                </a:lnTo>
                <a:lnTo>
                  <a:pt x="54" y="0"/>
                </a:lnTo>
                <a:close/>
              </a:path>
            </a:pathLst>
          </a:custGeom>
          <a:solidFill>
            <a:srgbClr val="7e24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00" name=""/>
          <p:cNvSpPr/>
          <p:nvPr/>
        </p:nvSpPr>
        <p:spPr>
          <a:xfrm>
            <a:off x="64908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7e24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01" name=""/>
          <p:cNvSpPr/>
          <p:nvPr/>
        </p:nvSpPr>
        <p:spPr>
          <a:xfrm>
            <a:off x="6530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7f24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02" name=""/>
          <p:cNvSpPr/>
          <p:nvPr/>
        </p:nvSpPr>
        <p:spPr>
          <a:xfrm>
            <a:off x="65700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3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3" y="0"/>
                </a:lnTo>
                <a:close/>
              </a:path>
            </a:pathLst>
          </a:custGeom>
          <a:solidFill>
            <a:srgbClr val="7f24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03" name=""/>
          <p:cNvSpPr/>
          <p:nvPr/>
        </p:nvSpPr>
        <p:spPr>
          <a:xfrm>
            <a:off x="66132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025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04" name=""/>
          <p:cNvSpPr/>
          <p:nvPr/>
        </p:nvSpPr>
        <p:spPr>
          <a:xfrm>
            <a:off x="66528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025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05" name=""/>
          <p:cNvSpPr/>
          <p:nvPr/>
        </p:nvSpPr>
        <p:spPr>
          <a:xfrm>
            <a:off x="66924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125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06" name=""/>
          <p:cNvSpPr/>
          <p:nvPr/>
        </p:nvSpPr>
        <p:spPr>
          <a:xfrm>
            <a:off x="67356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126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07" name=""/>
          <p:cNvSpPr/>
          <p:nvPr/>
        </p:nvSpPr>
        <p:spPr>
          <a:xfrm>
            <a:off x="67752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226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08" name=""/>
          <p:cNvSpPr/>
          <p:nvPr/>
        </p:nvSpPr>
        <p:spPr>
          <a:xfrm>
            <a:off x="6818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2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2" y="0"/>
                </a:lnTo>
                <a:close/>
              </a:path>
            </a:pathLst>
          </a:custGeom>
          <a:solidFill>
            <a:srgbClr val="8326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09" name=""/>
          <p:cNvSpPr/>
          <p:nvPr/>
        </p:nvSpPr>
        <p:spPr>
          <a:xfrm>
            <a:off x="68580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327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10" name=""/>
          <p:cNvSpPr/>
          <p:nvPr/>
        </p:nvSpPr>
        <p:spPr>
          <a:xfrm>
            <a:off x="68976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427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11" name=""/>
          <p:cNvSpPr/>
          <p:nvPr/>
        </p:nvSpPr>
        <p:spPr>
          <a:xfrm>
            <a:off x="69408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427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12" name=""/>
          <p:cNvSpPr/>
          <p:nvPr/>
        </p:nvSpPr>
        <p:spPr>
          <a:xfrm>
            <a:off x="6980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528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13" name=""/>
          <p:cNvSpPr/>
          <p:nvPr/>
        </p:nvSpPr>
        <p:spPr>
          <a:xfrm>
            <a:off x="70200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528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14" name=""/>
          <p:cNvSpPr/>
          <p:nvPr/>
        </p:nvSpPr>
        <p:spPr>
          <a:xfrm>
            <a:off x="70632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8628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15" name=""/>
          <p:cNvSpPr/>
          <p:nvPr/>
        </p:nvSpPr>
        <p:spPr>
          <a:xfrm>
            <a:off x="71028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629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16" name=""/>
          <p:cNvSpPr/>
          <p:nvPr/>
        </p:nvSpPr>
        <p:spPr>
          <a:xfrm>
            <a:off x="71424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729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17" name=""/>
          <p:cNvSpPr/>
          <p:nvPr/>
        </p:nvSpPr>
        <p:spPr>
          <a:xfrm>
            <a:off x="71856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729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18" name=""/>
          <p:cNvSpPr/>
          <p:nvPr/>
        </p:nvSpPr>
        <p:spPr>
          <a:xfrm>
            <a:off x="72252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82a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19" name=""/>
          <p:cNvSpPr/>
          <p:nvPr/>
        </p:nvSpPr>
        <p:spPr>
          <a:xfrm>
            <a:off x="7268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892a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20" name=""/>
          <p:cNvSpPr/>
          <p:nvPr/>
        </p:nvSpPr>
        <p:spPr>
          <a:xfrm>
            <a:off x="73080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92a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21" name=""/>
          <p:cNvSpPr/>
          <p:nvPr/>
        </p:nvSpPr>
        <p:spPr>
          <a:xfrm>
            <a:off x="73476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a2b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22" name=""/>
          <p:cNvSpPr/>
          <p:nvPr/>
        </p:nvSpPr>
        <p:spPr>
          <a:xfrm>
            <a:off x="73908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a2b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23" name=""/>
          <p:cNvSpPr/>
          <p:nvPr/>
        </p:nvSpPr>
        <p:spPr>
          <a:xfrm>
            <a:off x="7430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b2b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24" name=""/>
          <p:cNvSpPr/>
          <p:nvPr/>
        </p:nvSpPr>
        <p:spPr>
          <a:xfrm>
            <a:off x="74700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b2c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25" name=""/>
          <p:cNvSpPr/>
          <p:nvPr/>
        </p:nvSpPr>
        <p:spPr>
          <a:xfrm>
            <a:off x="75132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8c2c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26" name=""/>
          <p:cNvSpPr/>
          <p:nvPr/>
        </p:nvSpPr>
        <p:spPr>
          <a:xfrm>
            <a:off x="75528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c2c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27" name=""/>
          <p:cNvSpPr/>
          <p:nvPr/>
        </p:nvSpPr>
        <p:spPr>
          <a:xfrm>
            <a:off x="75960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8d2d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28" name=""/>
          <p:cNvSpPr/>
          <p:nvPr/>
        </p:nvSpPr>
        <p:spPr>
          <a:xfrm>
            <a:off x="76356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e2d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29" name=""/>
          <p:cNvSpPr/>
          <p:nvPr/>
        </p:nvSpPr>
        <p:spPr>
          <a:xfrm>
            <a:off x="76752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e2d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30" name=""/>
          <p:cNvSpPr/>
          <p:nvPr/>
        </p:nvSpPr>
        <p:spPr>
          <a:xfrm>
            <a:off x="7718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8f2e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31" name=""/>
          <p:cNvSpPr/>
          <p:nvPr/>
        </p:nvSpPr>
        <p:spPr>
          <a:xfrm>
            <a:off x="77580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f2e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32" name=""/>
          <p:cNvSpPr/>
          <p:nvPr/>
        </p:nvSpPr>
        <p:spPr>
          <a:xfrm>
            <a:off x="77976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02e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33" name=""/>
          <p:cNvSpPr/>
          <p:nvPr/>
        </p:nvSpPr>
        <p:spPr>
          <a:xfrm>
            <a:off x="78408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02f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34" name=""/>
          <p:cNvSpPr/>
          <p:nvPr/>
        </p:nvSpPr>
        <p:spPr>
          <a:xfrm>
            <a:off x="7880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12f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35" name=""/>
          <p:cNvSpPr/>
          <p:nvPr/>
        </p:nvSpPr>
        <p:spPr>
          <a:xfrm>
            <a:off x="79236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912f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36" name=""/>
          <p:cNvSpPr/>
          <p:nvPr/>
        </p:nvSpPr>
        <p:spPr>
          <a:xfrm>
            <a:off x="79632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9230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37" name=""/>
          <p:cNvSpPr/>
          <p:nvPr/>
        </p:nvSpPr>
        <p:spPr>
          <a:xfrm>
            <a:off x="80028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330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38" name=""/>
          <p:cNvSpPr/>
          <p:nvPr/>
        </p:nvSpPr>
        <p:spPr>
          <a:xfrm>
            <a:off x="80460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330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39" name=""/>
          <p:cNvSpPr/>
          <p:nvPr/>
        </p:nvSpPr>
        <p:spPr>
          <a:xfrm>
            <a:off x="80856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43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40" name=""/>
          <p:cNvSpPr/>
          <p:nvPr/>
        </p:nvSpPr>
        <p:spPr>
          <a:xfrm>
            <a:off x="81252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43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41" name=""/>
          <p:cNvSpPr/>
          <p:nvPr/>
        </p:nvSpPr>
        <p:spPr>
          <a:xfrm>
            <a:off x="8168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53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42" name=""/>
          <p:cNvSpPr/>
          <p:nvPr/>
        </p:nvSpPr>
        <p:spPr>
          <a:xfrm>
            <a:off x="82080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953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43" name=""/>
          <p:cNvSpPr/>
          <p:nvPr/>
        </p:nvSpPr>
        <p:spPr>
          <a:xfrm>
            <a:off x="82476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63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44" name=""/>
          <p:cNvSpPr/>
          <p:nvPr/>
        </p:nvSpPr>
        <p:spPr>
          <a:xfrm>
            <a:off x="82908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63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45" name=""/>
          <p:cNvSpPr/>
          <p:nvPr/>
        </p:nvSpPr>
        <p:spPr>
          <a:xfrm>
            <a:off x="8330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733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46" name=""/>
          <p:cNvSpPr/>
          <p:nvPr/>
        </p:nvSpPr>
        <p:spPr>
          <a:xfrm>
            <a:off x="83736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9833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47" name=""/>
          <p:cNvSpPr/>
          <p:nvPr/>
        </p:nvSpPr>
        <p:spPr>
          <a:xfrm>
            <a:off x="84132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9833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48" name=""/>
          <p:cNvSpPr/>
          <p:nvPr/>
        </p:nvSpPr>
        <p:spPr>
          <a:xfrm>
            <a:off x="84528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93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49" name=""/>
          <p:cNvSpPr/>
          <p:nvPr/>
        </p:nvSpPr>
        <p:spPr>
          <a:xfrm>
            <a:off x="84960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93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50" name=""/>
          <p:cNvSpPr/>
          <p:nvPr/>
        </p:nvSpPr>
        <p:spPr>
          <a:xfrm>
            <a:off x="85356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a3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51" name=""/>
          <p:cNvSpPr/>
          <p:nvPr/>
        </p:nvSpPr>
        <p:spPr>
          <a:xfrm>
            <a:off x="857520" y="1438200"/>
            <a:ext cx="27720" cy="19440"/>
          </a:xfrm>
          <a:custGeom>
            <a:avLst/>
            <a:gdLst/>
            <a:ahLst/>
            <a:rect l="0" t="0" r="r" b="b"/>
            <a:pathLst>
              <a:path w="77" h="54">
                <a:moveTo>
                  <a:pt x="53" y="0"/>
                </a:moveTo>
                <a:lnTo>
                  <a:pt x="0" y="54"/>
                </a:lnTo>
                <a:lnTo>
                  <a:pt x="23" y="54"/>
                </a:lnTo>
                <a:lnTo>
                  <a:pt x="77" y="0"/>
                </a:lnTo>
                <a:lnTo>
                  <a:pt x="53" y="0"/>
                </a:lnTo>
                <a:close/>
              </a:path>
            </a:pathLst>
          </a:custGeom>
          <a:solidFill>
            <a:srgbClr val="9a35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52" name=""/>
          <p:cNvSpPr/>
          <p:nvPr/>
        </p:nvSpPr>
        <p:spPr>
          <a:xfrm>
            <a:off x="8658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a35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53" name=""/>
          <p:cNvSpPr/>
          <p:nvPr/>
        </p:nvSpPr>
        <p:spPr>
          <a:xfrm>
            <a:off x="8679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9935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54" name=""/>
          <p:cNvSpPr/>
          <p:nvPr/>
        </p:nvSpPr>
        <p:spPr>
          <a:xfrm>
            <a:off x="8701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9835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55" name=""/>
          <p:cNvSpPr/>
          <p:nvPr/>
        </p:nvSpPr>
        <p:spPr>
          <a:xfrm>
            <a:off x="8719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735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56" name=""/>
          <p:cNvSpPr/>
          <p:nvPr/>
        </p:nvSpPr>
        <p:spPr>
          <a:xfrm>
            <a:off x="8740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96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57" name=""/>
          <p:cNvSpPr/>
          <p:nvPr/>
        </p:nvSpPr>
        <p:spPr>
          <a:xfrm>
            <a:off x="8762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96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58" name=""/>
          <p:cNvSpPr/>
          <p:nvPr/>
        </p:nvSpPr>
        <p:spPr>
          <a:xfrm>
            <a:off x="8780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5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59" name=""/>
          <p:cNvSpPr/>
          <p:nvPr/>
        </p:nvSpPr>
        <p:spPr>
          <a:xfrm>
            <a:off x="8802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4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60" name=""/>
          <p:cNvSpPr/>
          <p:nvPr/>
        </p:nvSpPr>
        <p:spPr>
          <a:xfrm>
            <a:off x="8823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933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61" name=""/>
          <p:cNvSpPr/>
          <p:nvPr/>
        </p:nvSpPr>
        <p:spPr>
          <a:xfrm>
            <a:off x="8841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23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62" name=""/>
          <p:cNvSpPr/>
          <p:nvPr/>
        </p:nvSpPr>
        <p:spPr>
          <a:xfrm>
            <a:off x="8863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23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63" name=""/>
          <p:cNvSpPr/>
          <p:nvPr/>
        </p:nvSpPr>
        <p:spPr>
          <a:xfrm>
            <a:off x="8884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9136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64" name=""/>
          <p:cNvSpPr/>
          <p:nvPr/>
        </p:nvSpPr>
        <p:spPr>
          <a:xfrm>
            <a:off x="8902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036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65" name=""/>
          <p:cNvSpPr/>
          <p:nvPr/>
        </p:nvSpPr>
        <p:spPr>
          <a:xfrm>
            <a:off x="8924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f36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66" name=""/>
          <p:cNvSpPr/>
          <p:nvPr/>
        </p:nvSpPr>
        <p:spPr>
          <a:xfrm>
            <a:off x="8946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e36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67" name=""/>
          <p:cNvSpPr/>
          <p:nvPr/>
        </p:nvSpPr>
        <p:spPr>
          <a:xfrm>
            <a:off x="8964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e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68" name=""/>
          <p:cNvSpPr/>
          <p:nvPr/>
        </p:nvSpPr>
        <p:spPr>
          <a:xfrm>
            <a:off x="8985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d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69" name=""/>
          <p:cNvSpPr/>
          <p:nvPr/>
        </p:nvSpPr>
        <p:spPr>
          <a:xfrm>
            <a:off x="9007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c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70" name=""/>
          <p:cNvSpPr/>
          <p:nvPr/>
        </p:nvSpPr>
        <p:spPr>
          <a:xfrm>
            <a:off x="9025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b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71" name=""/>
          <p:cNvSpPr/>
          <p:nvPr/>
        </p:nvSpPr>
        <p:spPr>
          <a:xfrm>
            <a:off x="9046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a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72" name=""/>
          <p:cNvSpPr/>
          <p:nvPr/>
        </p:nvSpPr>
        <p:spPr>
          <a:xfrm>
            <a:off x="9068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a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73" name=""/>
          <p:cNvSpPr/>
          <p:nvPr/>
        </p:nvSpPr>
        <p:spPr>
          <a:xfrm>
            <a:off x="9090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2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2" y="0"/>
                </a:lnTo>
                <a:close/>
              </a:path>
            </a:pathLst>
          </a:custGeom>
          <a:solidFill>
            <a:srgbClr val="89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74" name=""/>
          <p:cNvSpPr/>
          <p:nvPr/>
        </p:nvSpPr>
        <p:spPr>
          <a:xfrm>
            <a:off x="9108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8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75" name=""/>
          <p:cNvSpPr/>
          <p:nvPr/>
        </p:nvSpPr>
        <p:spPr>
          <a:xfrm>
            <a:off x="9129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736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76" name=""/>
          <p:cNvSpPr/>
          <p:nvPr/>
        </p:nvSpPr>
        <p:spPr>
          <a:xfrm>
            <a:off x="9151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8636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77" name=""/>
          <p:cNvSpPr/>
          <p:nvPr/>
        </p:nvSpPr>
        <p:spPr>
          <a:xfrm>
            <a:off x="9169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636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78" name=""/>
          <p:cNvSpPr/>
          <p:nvPr/>
        </p:nvSpPr>
        <p:spPr>
          <a:xfrm>
            <a:off x="9190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5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79" name=""/>
          <p:cNvSpPr/>
          <p:nvPr/>
        </p:nvSpPr>
        <p:spPr>
          <a:xfrm>
            <a:off x="9212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4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80" name=""/>
          <p:cNvSpPr/>
          <p:nvPr/>
        </p:nvSpPr>
        <p:spPr>
          <a:xfrm>
            <a:off x="9230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3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81" name=""/>
          <p:cNvSpPr/>
          <p:nvPr/>
        </p:nvSpPr>
        <p:spPr>
          <a:xfrm>
            <a:off x="9252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2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82" name=""/>
          <p:cNvSpPr/>
          <p:nvPr/>
        </p:nvSpPr>
        <p:spPr>
          <a:xfrm>
            <a:off x="9273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2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83" name=""/>
          <p:cNvSpPr/>
          <p:nvPr/>
        </p:nvSpPr>
        <p:spPr>
          <a:xfrm>
            <a:off x="9291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3" y="0"/>
                </a:lnTo>
                <a:close/>
              </a:path>
            </a:pathLst>
          </a:custGeom>
          <a:solidFill>
            <a:srgbClr val="81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84" name=""/>
          <p:cNvSpPr/>
          <p:nvPr/>
        </p:nvSpPr>
        <p:spPr>
          <a:xfrm>
            <a:off x="9313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0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85" name=""/>
          <p:cNvSpPr/>
          <p:nvPr/>
        </p:nvSpPr>
        <p:spPr>
          <a:xfrm>
            <a:off x="9334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f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86" name=""/>
          <p:cNvSpPr/>
          <p:nvPr/>
        </p:nvSpPr>
        <p:spPr>
          <a:xfrm>
            <a:off x="9352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f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87" name=""/>
          <p:cNvSpPr/>
          <p:nvPr/>
        </p:nvSpPr>
        <p:spPr>
          <a:xfrm>
            <a:off x="9374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e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88" name=""/>
          <p:cNvSpPr/>
          <p:nvPr/>
        </p:nvSpPr>
        <p:spPr>
          <a:xfrm>
            <a:off x="9396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d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89" name=""/>
          <p:cNvSpPr/>
          <p:nvPr/>
        </p:nvSpPr>
        <p:spPr>
          <a:xfrm>
            <a:off x="9414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c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90" name=""/>
          <p:cNvSpPr/>
          <p:nvPr/>
        </p:nvSpPr>
        <p:spPr>
          <a:xfrm>
            <a:off x="9435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b37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91" name=""/>
          <p:cNvSpPr/>
          <p:nvPr/>
        </p:nvSpPr>
        <p:spPr>
          <a:xfrm>
            <a:off x="9457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b37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92" name=""/>
          <p:cNvSpPr/>
          <p:nvPr/>
        </p:nvSpPr>
        <p:spPr>
          <a:xfrm>
            <a:off x="9478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7a37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93" name=""/>
          <p:cNvSpPr/>
          <p:nvPr/>
        </p:nvSpPr>
        <p:spPr>
          <a:xfrm>
            <a:off x="949680" y="143820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79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94" name=""/>
          <p:cNvSpPr/>
          <p:nvPr/>
        </p:nvSpPr>
        <p:spPr>
          <a:xfrm>
            <a:off x="9518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8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95" name=""/>
          <p:cNvSpPr/>
          <p:nvPr/>
        </p:nvSpPr>
        <p:spPr>
          <a:xfrm>
            <a:off x="9540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77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96" name=""/>
          <p:cNvSpPr/>
          <p:nvPr/>
        </p:nvSpPr>
        <p:spPr>
          <a:xfrm>
            <a:off x="9558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7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97" name=""/>
          <p:cNvSpPr/>
          <p:nvPr/>
        </p:nvSpPr>
        <p:spPr>
          <a:xfrm>
            <a:off x="9579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6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98" name=""/>
          <p:cNvSpPr/>
          <p:nvPr/>
        </p:nvSpPr>
        <p:spPr>
          <a:xfrm>
            <a:off x="9601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5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99" name=""/>
          <p:cNvSpPr/>
          <p:nvPr/>
        </p:nvSpPr>
        <p:spPr>
          <a:xfrm>
            <a:off x="9619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4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00" name=""/>
          <p:cNvSpPr/>
          <p:nvPr/>
        </p:nvSpPr>
        <p:spPr>
          <a:xfrm>
            <a:off x="9640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3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01" name=""/>
          <p:cNvSpPr/>
          <p:nvPr/>
        </p:nvSpPr>
        <p:spPr>
          <a:xfrm>
            <a:off x="9662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337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02" name=""/>
          <p:cNvSpPr/>
          <p:nvPr/>
        </p:nvSpPr>
        <p:spPr>
          <a:xfrm>
            <a:off x="9680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237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03" name=""/>
          <p:cNvSpPr/>
          <p:nvPr/>
        </p:nvSpPr>
        <p:spPr>
          <a:xfrm>
            <a:off x="9702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137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04" name=""/>
          <p:cNvSpPr/>
          <p:nvPr/>
        </p:nvSpPr>
        <p:spPr>
          <a:xfrm>
            <a:off x="9723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70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05" name=""/>
          <p:cNvSpPr/>
          <p:nvPr/>
        </p:nvSpPr>
        <p:spPr>
          <a:xfrm>
            <a:off x="9741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f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06" name=""/>
          <p:cNvSpPr/>
          <p:nvPr/>
        </p:nvSpPr>
        <p:spPr>
          <a:xfrm>
            <a:off x="9763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f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07" name=""/>
          <p:cNvSpPr/>
          <p:nvPr/>
        </p:nvSpPr>
        <p:spPr>
          <a:xfrm>
            <a:off x="9784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e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08" name=""/>
          <p:cNvSpPr/>
          <p:nvPr/>
        </p:nvSpPr>
        <p:spPr>
          <a:xfrm>
            <a:off x="9802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d37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09" name=""/>
          <p:cNvSpPr/>
          <p:nvPr/>
        </p:nvSpPr>
        <p:spPr>
          <a:xfrm>
            <a:off x="9824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c38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10" name=""/>
          <p:cNvSpPr/>
          <p:nvPr/>
        </p:nvSpPr>
        <p:spPr>
          <a:xfrm>
            <a:off x="9846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b38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11" name=""/>
          <p:cNvSpPr/>
          <p:nvPr/>
        </p:nvSpPr>
        <p:spPr>
          <a:xfrm>
            <a:off x="9867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6b38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12" name=""/>
          <p:cNvSpPr/>
          <p:nvPr/>
        </p:nvSpPr>
        <p:spPr>
          <a:xfrm>
            <a:off x="9885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a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13" name=""/>
          <p:cNvSpPr/>
          <p:nvPr/>
        </p:nvSpPr>
        <p:spPr>
          <a:xfrm>
            <a:off x="9907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9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14" name=""/>
          <p:cNvSpPr/>
          <p:nvPr/>
        </p:nvSpPr>
        <p:spPr>
          <a:xfrm>
            <a:off x="9928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2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2" y="0"/>
                </a:lnTo>
                <a:close/>
              </a:path>
            </a:pathLst>
          </a:custGeom>
          <a:solidFill>
            <a:srgbClr val="68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15" name=""/>
          <p:cNvSpPr/>
          <p:nvPr/>
        </p:nvSpPr>
        <p:spPr>
          <a:xfrm>
            <a:off x="9946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7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16" name=""/>
          <p:cNvSpPr/>
          <p:nvPr/>
        </p:nvSpPr>
        <p:spPr>
          <a:xfrm>
            <a:off x="9968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738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17" name=""/>
          <p:cNvSpPr/>
          <p:nvPr/>
        </p:nvSpPr>
        <p:spPr>
          <a:xfrm>
            <a:off x="9990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638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18" name=""/>
          <p:cNvSpPr/>
          <p:nvPr/>
        </p:nvSpPr>
        <p:spPr>
          <a:xfrm>
            <a:off x="10008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538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19" name=""/>
          <p:cNvSpPr/>
          <p:nvPr/>
        </p:nvSpPr>
        <p:spPr>
          <a:xfrm>
            <a:off x="10029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4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20" name=""/>
          <p:cNvSpPr/>
          <p:nvPr/>
        </p:nvSpPr>
        <p:spPr>
          <a:xfrm>
            <a:off x="10051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3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21" name=""/>
          <p:cNvSpPr/>
          <p:nvPr/>
        </p:nvSpPr>
        <p:spPr>
          <a:xfrm>
            <a:off x="10069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3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22" name=""/>
          <p:cNvSpPr/>
          <p:nvPr/>
        </p:nvSpPr>
        <p:spPr>
          <a:xfrm>
            <a:off x="10090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2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23" name=""/>
          <p:cNvSpPr/>
          <p:nvPr/>
        </p:nvSpPr>
        <p:spPr>
          <a:xfrm>
            <a:off x="10112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1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24" name=""/>
          <p:cNvSpPr/>
          <p:nvPr/>
        </p:nvSpPr>
        <p:spPr>
          <a:xfrm>
            <a:off x="10130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3" y="0"/>
                </a:lnTo>
                <a:close/>
              </a:path>
            </a:pathLst>
          </a:custGeom>
          <a:solidFill>
            <a:srgbClr val="60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25" name=""/>
          <p:cNvSpPr/>
          <p:nvPr/>
        </p:nvSpPr>
        <p:spPr>
          <a:xfrm>
            <a:off x="10152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f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26" name=""/>
          <p:cNvSpPr/>
          <p:nvPr/>
        </p:nvSpPr>
        <p:spPr>
          <a:xfrm>
            <a:off x="10173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f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27" name=""/>
          <p:cNvSpPr/>
          <p:nvPr/>
        </p:nvSpPr>
        <p:spPr>
          <a:xfrm>
            <a:off x="10191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e38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28" name=""/>
          <p:cNvSpPr/>
          <p:nvPr/>
        </p:nvSpPr>
        <p:spPr>
          <a:xfrm>
            <a:off x="10213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d38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29" name=""/>
          <p:cNvSpPr/>
          <p:nvPr/>
        </p:nvSpPr>
        <p:spPr>
          <a:xfrm>
            <a:off x="10234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c38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30" name=""/>
          <p:cNvSpPr/>
          <p:nvPr/>
        </p:nvSpPr>
        <p:spPr>
          <a:xfrm>
            <a:off x="10256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5c38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31" name=""/>
          <p:cNvSpPr/>
          <p:nvPr/>
        </p:nvSpPr>
        <p:spPr>
          <a:xfrm>
            <a:off x="10274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b38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32" name=""/>
          <p:cNvSpPr/>
          <p:nvPr/>
        </p:nvSpPr>
        <p:spPr>
          <a:xfrm>
            <a:off x="10296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a38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33" name=""/>
          <p:cNvSpPr/>
          <p:nvPr/>
        </p:nvSpPr>
        <p:spPr>
          <a:xfrm>
            <a:off x="10317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5939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34" name=""/>
          <p:cNvSpPr/>
          <p:nvPr/>
        </p:nvSpPr>
        <p:spPr>
          <a:xfrm>
            <a:off x="10335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3" y="0"/>
                </a:lnTo>
                <a:close/>
              </a:path>
            </a:pathLst>
          </a:custGeom>
          <a:solidFill>
            <a:srgbClr val="58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35" name=""/>
          <p:cNvSpPr/>
          <p:nvPr/>
        </p:nvSpPr>
        <p:spPr>
          <a:xfrm>
            <a:off x="10357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8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36" name=""/>
          <p:cNvSpPr/>
          <p:nvPr/>
        </p:nvSpPr>
        <p:spPr>
          <a:xfrm>
            <a:off x="10378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7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37" name=""/>
          <p:cNvSpPr/>
          <p:nvPr/>
        </p:nvSpPr>
        <p:spPr>
          <a:xfrm>
            <a:off x="10396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6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38" name=""/>
          <p:cNvSpPr/>
          <p:nvPr/>
        </p:nvSpPr>
        <p:spPr>
          <a:xfrm>
            <a:off x="10418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539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39" name=""/>
          <p:cNvSpPr/>
          <p:nvPr/>
        </p:nvSpPr>
        <p:spPr>
          <a:xfrm>
            <a:off x="10440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439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40" name=""/>
          <p:cNvSpPr/>
          <p:nvPr/>
        </p:nvSpPr>
        <p:spPr>
          <a:xfrm>
            <a:off x="10458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439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41" name=""/>
          <p:cNvSpPr/>
          <p:nvPr/>
        </p:nvSpPr>
        <p:spPr>
          <a:xfrm>
            <a:off x="10479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3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42" name=""/>
          <p:cNvSpPr/>
          <p:nvPr/>
        </p:nvSpPr>
        <p:spPr>
          <a:xfrm>
            <a:off x="10501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2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43" name=""/>
          <p:cNvSpPr/>
          <p:nvPr/>
        </p:nvSpPr>
        <p:spPr>
          <a:xfrm>
            <a:off x="10519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1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44" name=""/>
          <p:cNvSpPr/>
          <p:nvPr/>
        </p:nvSpPr>
        <p:spPr>
          <a:xfrm>
            <a:off x="10540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0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45" name=""/>
          <p:cNvSpPr/>
          <p:nvPr/>
        </p:nvSpPr>
        <p:spPr>
          <a:xfrm>
            <a:off x="10562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50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46" name=""/>
          <p:cNvSpPr/>
          <p:nvPr/>
        </p:nvSpPr>
        <p:spPr>
          <a:xfrm>
            <a:off x="10580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f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47" name=""/>
          <p:cNvSpPr/>
          <p:nvPr/>
        </p:nvSpPr>
        <p:spPr>
          <a:xfrm>
            <a:off x="10602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e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48" name=""/>
          <p:cNvSpPr/>
          <p:nvPr/>
        </p:nvSpPr>
        <p:spPr>
          <a:xfrm>
            <a:off x="10623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4d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49" name=""/>
          <p:cNvSpPr/>
          <p:nvPr/>
        </p:nvSpPr>
        <p:spPr>
          <a:xfrm>
            <a:off x="10645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4c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50" name=""/>
          <p:cNvSpPr/>
          <p:nvPr/>
        </p:nvSpPr>
        <p:spPr>
          <a:xfrm>
            <a:off x="10663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c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51" name=""/>
          <p:cNvSpPr/>
          <p:nvPr/>
        </p:nvSpPr>
        <p:spPr>
          <a:xfrm>
            <a:off x="10684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4b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52" name=""/>
          <p:cNvSpPr/>
          <p:nvPr/>
        </p:nvSpPr>
        <p:spPr>
          <a:xfrm>
            <a:off x="10706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4a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53" name=""/>
          <p:cNvSpPr/>
          <p:nvPr/>
        </p:nvSpPr>
        <p:spPr>
          <a:xfrm>
            <a:off x="10724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939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54" name=""/>
          <p:cNvSpPr/>
          <p:nvPr/>
        </p:nvSpPr>
        <p:spPr>
          <a:xfrm>
            <a:off x="10746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839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55" name=""/>
          <p:cNvSpPr/>
          <p:nvPr/>
        </p:nvSpPr>
        <p:spPr>
          <a:xfrm>
            <a:off x="10767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4839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56" name=""/>
          <p:cNvSpPr/>
          <p:nvPr/>
        </p:nvSpPr>
        <p:spPr>
          <a:xfrm>
            <a:off x="10785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7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57" name=""/>
          <p:cNvSpPr/>
          <p:nvPr/>
        </p:nvSpPr>
        <p:spPr>
          <a:xfrm>
            <a:off x="10807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6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58" name=""/>
          <p:cNvSpPr/>
          <p:nvPr/>
        </p:nvSpPr>
        <p:spPr>
          <a:xfrm>
            <a:off x="10828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45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59" name=""/>
          <p:cNvSpPr/>
          <p:nvPr/>
        </p:nvSpPr>
        <p:spPr>
          <a:xfrm>
            <a:off x="10846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4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60" name=""/>
          <p:cNvSpPr/>
          <p:nvPr/>
        </p:nvSpPr>
        <p:spPr>
          <a:xfrm>
            <a:off x="10868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4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61" name=""/>
          <p:cNvSpPr/>
          <p:nvPr/>
        </p:nvSpPr>
        <p:spPr>
          <a:xfrm>
            <a:off x="10890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43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62" name=""/>
          <p:cNvSpPr/>
          <p:nvPr/>
        </p:nvSpPr>
        <p:spPr>
          <a:xfrm>
            <a:off x="10908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2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63" name=""/>
          <p:cNvSpPr/>
          <p:nvPr/>
        </p:nvSpPr>
        <p:spPr>
          <a:xfrm>
            <a:off x="10929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1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64" name=""/>
          <p:cNvSpPr/>
          <p:nvPr/>
        </p:nvSpPr>
        <p:spPr>
          <a:xfrm>
            <a:off x="10951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403a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65" name=""/>
          <p:cNvSpPr/>
          <p:nvPr/>
        </p:nvSpPr>
        <p:spPr>
          <a:xfrm>
            <a:off x="10969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3" y="0"/>
                </a:lnTo>
                <a:close/>
              </a:path>
            </a:pathLst>
          </a:custGeom>
          <a:solidFill>
            <a:srgbClr val="403a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66" name=""/>
          <p:cNvSpPr/>
          <p:nvPr/>
        </p:nvSpPr>
        <p:spPr>
          <a:xfrm>
            <a:off x="10990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f3a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67" name=""/>
          <p:cNvSpPr/>
          <p:nvPr/>
        </p:nvSpPr>
        <p:spPr>
          <a:xfrm>
            <a:off x="11012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3e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68" name=""/>
          <p:cNvSpPr/>
          <p:nvPr/>
        </p:nvSpPr>
        <p:spPr>
          <a:xfrm>
            <a:off x="11034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3d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69" name=""/>
          <p:cNvSpPr/>
          <p:nvPr/>
        </p:nvSpPr>
        <p:spPr>
          <a:xfrm>
            <a:off x="11052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c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70" name=""/>
          <p:cNvSpPr/>
          <p:nvPr/>
        </p:nvSpPr>
        <p:spPr>
          <a:xfrm>
            <a:off x="11073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c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71" name=""/>
          <p:cNvSpPr/>
          <p:nvPr/>
        </p:nvSpPr>
        <p:spPr>
          <a:xfrm>
            <a:off x="11095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3b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72" name=""/>
          <p:cNvSpPr/>
          <p:nvPr/>
        </p:nvSpPr>
        <p:spPr>
          <a:xfrm>
            <a:off x="11113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a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73" name=""/>
          <p:cNvSpPr/>
          <p:nvPr/>
        </p:nvSpPr>
        <p:spPr>
          <a:xfrm>
            <a:off x="11134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9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74" name=""/>
          <p:cNvSpPr/>
          <p:nvPr/>
        </p:nvSpPr>
        <p:spPr>
          <a:xfrm>
            <a:off x="11156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39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75" name=""/>
          <p:cNvSpPr/>
          <p:nvPr/>
        </p:nvSpPr>
        <p:spPr>
          <a:xfrm>
            <a:off x="11174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3" y="0"/>
                </a:lnTo>
                <a:close/>
              </a:path>
            </a:pathLst>
          </a:custGeom>
          <a:solidFill>
            <a:srgbClr val="38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76" name=""/>
          <p:cNvSpPr/>
          <p:nvPr/>
        </p:nvSpPr>
        <p:spPr>
          <a:xfrm>
            <a:off x="11196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7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77" name=""/>
          <p:cNvSpPr/>
          <p:nvPr/>
        </p:nvSpPr>
        <p:spPr>
          <a:xfrm>
            <a:off x="11217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36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78" name=""/>
          <p:cNvSpPr/>
          <p:nvPr/>
        </p:nvSpPr>
        <p:spPr>
          <a:xfrm>
            <a:off x="11235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5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79" name=""/>
          <p:cNvSpPr/>
          <p:nvPr/>
        </p:nvSpPr>
        <p:spPr>
          <a:xfrm>
            <a:off x="11257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53a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80" name=""/>
          <p:cNvSpPr/>
          <p:nvPr/>
        </p:nvSpPr>
        <p:spPr>
          <a:xfrm>
            <a:off x="11278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343b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81" name=""/>
          <p:cNvSpPr/>
          <p:nvPr/>
        </p:nvSpPr>
        <p:spPr>
          <a:xfrm>
            <a:off x="11296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33b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82" name=""/>
          <p:cNvSpPr/>
          <p:nvPr/>
        </p:nvSpPr>
        <p:spPr>
          <a:xfrm>
            <a:off x="1131840" y="1438200"/>
            <a:ext cx="20880" cy="19440"/>
          </a:xfrm>
          <a:custGeom>
            <a:avLst/>
            <a:gdLst/>
            <a:ahLst/>
            <a:rect l="0" t="0" r="r" b="b"/>
            <a:pathLst>
              <a:path w="58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8" y="1"/>
                </a:lnTo>
                <a:lnTo>
                  <a:pt x="54" y="0"/>
                </a:lnTo>
                <a:close/>
              </a:path>
            </a:pathLst>
          </a:custGeom>
          <a:solidFill>
            <a:srgbClr val="32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83" name=""/>
          <p:cNvSpPr/>
          <p:nvPr/>
        </p:nvSpPr>
        <p:spPr>
          <a:xfrm>
            <a:off x="1134000" y="1438560"/>
            <a:ext cx="18720" cy="19080"/>
          </a:xfrm>
          <a:custGeom>
            <a:avLst/>
            <a:gdLst/>
            <a:ahLst/>
            <a:rect l="0" t="0" r="r" b="b"/>
            <a:pathLst>
              <a:path w="52" h="53">
                <a:moveTo>
                  <a:pt x="52" y="0"/>
                </a:moveTo>
                <a:lnTo>
                  <a:pt x="0" y="53"/>
                </a:lnTo>
                <a:lnTo>
                  <a:pt x="5" y="53"/>
                </a:lnTo>
                <a:lnTo>
                  <a:pt x="52" y="6"/>
                </a:lnTo>
                <a:lnTo>
                  <a:pt x="52" y="0"/>
                </a:lnTo>
                <a:close/>
              </a:path>
            </a:pathLst>
          </a:custGeom>
          <a:solidFill>
            <a:srgbClr val="31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84" name=""/>
          <p:cNvSpPr/>
          <p:nvPr/>
        </p:nvSpPr>
        <p:spPr>
          <a:xfrm>
            <a:off x="1135800" y="1440720"/>
            <a:ext cx="16920" cy="16920"/>
          </a:xfrm>
          <a:custGeom>
            <a:avLst/>
            <a:gdLst/>
            <a:ahLst/>
            <a:rect l="0" t="0" r="r" b="b"/>
            <a:pathLst>
              <a:path w="47" h="47">
                <a:moveTo>
                  <a:pt x="47" y="0"/>
                </a:moveTo>
                <a:lnTo>
                  <a:pt x="0" y="47"/>
                </a:lnTo>
                <a:lnTo>
                  <a:pt x="6" y="47"/>
                </a:lnTo>
                <a:lnTo>
                  <a:pt x="47" y="6"/>
                </a:lnTo>
                <a:lnTo>
                  <a:pt x="47" y="0"/>
                </a:lnTo>
                <a:close/>
              </a:path>
            </a:pathLst>
          </a:custGeom>
          <a:solidFill>
            <a:srgbClr val="31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85" name=""/>
          <p:cNvSpPr/>
          <p:nvPr/>
        </p:nvSpPr>
        <p:spPr>
          <a:xfrm>
            <a:off x="1137960" y="1442880"/>
            <a:ext cx="14760" cy="14760"/>
          </a:xfrm>
          <a:custGeom>
            <a:avLst/>
            <a:gdLst/>
            <a:ahLst/>
            <a:rect l="0" t="0" r="r" b="b"/>
            <a:pathLst>
              <a:path w="41" h="41">
                <a:moveTo>
                  <a:pt x="41" y="0"/>
                </a:moveTo>
                <a:lnTo>
                  <a:pt x="0" y="41"/>
                </a:lnTo>
                <a:lnTo>
                  <a:pt x="6" y="41"/>
                </a:lnTo>
                <a:lnTo>
                  <a:pt x="41" y="6"/>
                </a:lnTo>
                <a:lnTo>
                  <a:pt x="41" y="0"/>
                </a:lnTo>
                <a:close/>
              </a:path>
            </a:pathLst>
          </a:custGeom>
          <a:solidFill>
            <a:srgbClr val="30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86" name=""/>
          <p:cNvSpPr/>
          <p:nvPr/>
        </p:nvSpPr>
        <p:spPr>
          <a:xfrm>
            <a:off x="1140120" y="1445040"/>
            <a:ext cx="12600" cy="12600"/>
          </a:xfrm>
          <a:custGeom>
            <a:avLst/>
            <a:gdLst/>
            <a:ahLst/>
            <a:rect l="0" t="0" r="r" b="b"/>
            <a:pathLst>
              <a:path w="35" h="35">
                <a:moveTo>
                  <a:pt x="35" y="0"/>
                </a:moveTo>
                <a:lnTo>
                  <a:pt x="0" y="35"/>
                </a:lnTo>
                <a:lnTo>
                  <a:pt x="6" y="35"/>
                </a:lnTo>
                <a:lnTo>
                  <a:pt x="35" y="5"/>
                </a:lnTo>
                <a:lnTo>
                  <a:pt x="35" y="0"/>
                </a:lnTo>
                <a:close/>
              </a:path>
            </a:pathLst>
          </a:custGeom>
          <a:solidFill>
            <a:srgbClr val="2f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87" name=""/>
          <p:cNvSpPr/>
          <p:nvPr/>
        </p:nvSpPr>
        <p:spPr>
          <a:xfrm>
            <a:off x="1142280" y="1446840"/>
            <a:ext cx="10440" cy="10800"/>
          </a:xfrm>
          <a:custGeom>
            <a:avLst/>
            <a:gdLst/>
            <a:ahLst/>
            <a:rect l="0" t="0" r="r" b="b"/>
            <a:pathLst>
              <a:path w="29" h="30">
                <a:moveTo>
                  <a:pt x="29" y="0"/>
                </a:moveTo>
                <a:lnTo>
                  <a:pt x="0" y="30"/>
                </a:lnTo>
                <a:lnTo>
                  <a:pt x="6" y="30"/>
                </a:lnTo>
                <a:lnTo>
                  <a:pt x="29" y="6"/>
                </a:lnTo>
                <a:lnTo>
                  <a:pt x="29" y="0"/>
                </a:lnTo>
                <a:close/>
              </a:path>
            </a:pathLst>
          </a:custGeom>
          <a:solidFill>
            <a:srgbClr val="2e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88" name=""/>
          <p:cNvSpPr/>
          <p:nvPr/>
        </p:nvSpPr>
        <p:spPr>
          <a:xfrm>
            <a:off x="1144080" y="1449000"/>
            <a:ext cx="9000" cy="8640"/>
          </a:xfrm>
          <a:custGeom>
            <a:avLst/>
            <a:gdLst/>
            <a:ahLst/>
            <a:rect l="0" t="0" r="r" b="b"/>
            <a:pathLst>
              <a:path w="25" h="24">
                <a:moveTo>
                  <a:pt x="25" y="0"/>
                </a:moveTo>
                <a:lnTo>
                  <a:pt x="0" y="24"/>
                </a:lnTo>
                <a:lnTo>
                  <a:pt x="7" y="24"/>
                </a:lnTo>
                <a:lnTo>
                  <a:pt x="25" y="6"/>
                </a:lnTo>
                <a:lnTo>
                  <a:pt x="25" y="0"/>
                </a:lnTo>
                <a:close/>
              </a:path>
            </a:pathLst>
          </a:custGeom>
          <a:solidFill>
            <a:srgbClr val="2d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89" name=""/>
          <p:cNvSpPr/>
          <p:nvPr/>
        </p:nvSpPr>
        <p:spPr>
          <a:xfrm>
            <a:off x="1146240" y="1451160"/>
            <a:ext cx="6480" cy="6480"/>
          </a:xfrm>
          <a:custGeom>
            <a:avLst/>
            <a:gdLst/>
            <a:ahLst/>
            <a:rect l="0" t="0" r="r" b="b"/>
            <a:pathLst>
              <a:path w="18" h="18">
                <a:moveTo>
                  <a:pt x="18" y="0"/>
                </a:moveTo>
                <a:lnTo>
                  <a:pt x="0" y="18"/>
                </a:lnTo>
                <a:lnTo>
                  <a:pt x="7" y="18"/>
                </a:lnTo>
                <a:lnTo>
                  <a:pt x="18" y="5"/>
                </a:lnTo>
                <a:lnTo>
                  <a:pt x="18" y="0"/>
                </a:lnTo>
                <a:close/>
              </a:path>
            </a:pathLst>
          </a:custGeom>
          <a:solidFill>
            <a:srgbClr val="2d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90" name=""/>
          <p:cNvSpPr/>
          <p:nvPr/>
        </p:nvSpPr>
        <p:spPr>
          <a:xfrm>
            <a:off x="1148400" y="1452960"/>
            <a:ext cx="4320" cy="4680"/>
          </a:xfrm>
          <a:custGeom>
            <a:avLst/>
            <a:gdLst/>
            <a:ahLst/>
            <a:rect l="0" t="0" r="r" b="b"/>
            <a:pathLst>
              <a:path w="12" h="13">
                <a:moveTo>
                  <a:pt x="12" y="0"/>
                </a:moveTo>
                <a:lnTo>
                  <a:pt x="0" y="13"/>
                </a:lnTo>
                <a:lnTo>
                  <a:pt x="5" y="13"/>
                </a:lnTo>
                <a:lnTo>
                  <a:pt x="12" y="6"/>
                </a:lnTo>
                <a:lnTo>
                  <a:pt x="12" y="0"/>
                </a:lnTo>
                <a:close/>
              </a:path>
            </a:pathLst>
          </a:custGeom>
          <a:solidFill>
            <a:srgbClr val="2c3b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91" name=""/>
          <p:cNvSpPr/>
          <p:nvPr/>
        </p:nvSpPr>
        <p:spPr>
          <a:xfrm>
            <a:off x="1150200" y="1455120"/>
            <a:ext cx="2520" cy="2880"/>
          </a:xfrm>
          <a:custGeom>
            <a:avLst/>
            <a:gdLst/>
            <a:ahLst/>
            <a:rect l="0" t="0" r="r" b="b"/>
            <a:pathLst>
              <a:path w="7" h="8">
                <a:moveTo>
                  <a:pt x="7" y="0"/>
                </a:moveTo>
                <a:lnTo>
                  <a:pt x="0" y="8"/>
                </a:lnTo>
                <a:lnTo>
                  <a:pt x="7" y="8"/>
                </a:lnTo>
                <a:lnTo>
                  <a:pt x="7" y="0"/>
                </a:lnTo>
                <a:close/>
              </a:path>
            </a:pathLst>
          </a:custGeom>
          <a:solidFill>
            <a:srgbClr val="2b3b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92" name=""/>
          <p:cNvSpPr/>
          <p:nvPr/>
        </p:nvSpPr>
        <p:spPr>
          <a:xfrm>
            <a:off x="652320" y="7843680"/>
            <a:ext cx="6258240" cy="1152720"/>
          </a:xfrm>
          <a:custGeom>
            <a:avLst/>
            <a:gdLst/>
            <a:ahLst/>
            <a:rect l="0" t="0" r="r" b="b"/>
            <a:pathLst>
              <a:path w="17384" h="3202">
                <a:moveTo>
                  <a:pt x="0" y="2976"/>
                </a:moveTo>
                <a:lnTo>
                  <a:pt x="0" y="227"/>
                </a:lnTo>
                <a:cubicBezTo>
                  <a:pt x="0" y="212"/>
                  <a:pt x="1" y="197"/>
                  <a:pt x="4" y="182"/>
                </a:cubicBezTo>
                <a:cubicBezTo>
                  <a:pt x="7" y="168"/>
                  <a:pt x="11" y="154"/>
                  <a:pt x="17" y="140"/>
                </a:cubicBezTo>
                <a:cubicBezTo>
                  <a:pt x="23" y="126"/>
                  <a:pt x="30" y="113"/>
                  <a:pt x="38" y="101"/>
                </a:cubicBezTo>
                <a:cubicBezTo>
                  <a:pt x="46" y="88"/>
                  <a:pt x="56" y="77"/>
                  <a:pt x="66" y="66"/>
                </a:cubicBezTo>
                <a:cubicBezTo>
                  <a:pt x="77" y="56"/>
                  <a:pt x="88" y="46"/>
                  <a:pt x="101" y="38"/>
                </a:cubicBezTo>
                <a:cubicBezTo>
                  <a:pt x="113" y="30"/>
                  <a:pt x="126" y="23"/>
                  <a:pt x="140" y="17"/>
                </a:cubicBezTo>
                <a:cubicBezTo>
                  <a:pt x="154" y="12"/>
                  <a:pt x="168" y="7"/>
                  <a:pt x="182" y="4"/>
                </a:cubicBezTo>
                <a:cubicBezTo>
                  <a:pt x="197" y="1"/>
                  <a:pt x="212" y="0"/>
                  <a:pt x="227" y="0"/>
                </a:cubicBezTo>
                <a:lnTo>
                  <a:pt x="17157" y="0"/>
                </a:lnTo>
                <a:cubicBezTo>
                  <a:pt x="17172" y="0"/>
                  <a:pt x="17187" y="1"/>
                  <a:pt x="17201" y="4"/>
                </a:cubicBezTo>
                <a:cubicBezTo>
                  <a:pt x="17216" y="7"/>
                  <a:pt x="17230" y="12"/>
                  <a:pt x="17244" y="17"/>
                </a:cubicBezTo>
                <a:cubicBezTo>
                  <a:pt x="17258" y="23"/>
                  <a:pt x="17271" y="30"/>
                  <a:pt x="17283" y="38"/>
                </a:cubicBezTo>
                <a:cubicBezTo>
                  <a:pt x="17296" y="46"/>
                  <a:pt x="17307" y="56"/>
                  <a:pt x="17318" y="66"/>
                </a:cubicBezTo>
                <a:cubicBezTo>
                  <a:pt x="17328" y="77"/>
                  <a:pt x="17338" y="88"/>
                  <a:pt x="17346" y="101"/>
                </a:cubicBezTo>
                <a:cubicBezTo>
                  <a:pt x="17354" y="113"/>
                  <a:pt x="17361" y="126"/>
                  <a:pt x="17367" y="140"/>
                </a:cubicBezTo>
                <a:cubicBezTo>
                  <a:pt x="17372" y="154"/>
                  <a:pt x="17377" y="168"/>
                  <a:pt x="17380" y="182"/>
                </a:cubicBezTo>
                <a:cubicBezTo>
                  <a:pt x="17383" y="197"/>
                  <a:pt x="17384" y="212"/>
                  <a:pt x="17384" y="227"/>
                </a:cubicBezTo>
                <a:lnTo>
                  <a:pt x="17384" y="2976"/>
                </a:lnTo>
                <a:cubicBezTo>
                  <a:pt x="17384" y="2991"/>
                  <a:pt x="17383" y="3005"/>
                  <a:pt x="17380" y="3020"/>
                </a:cubicBezTo>
                <a:cubicBezTo>
                  <a:pt x="17377" y="3034"/>
                  <a:pt x="17372" y="3049"/>
                  <a:pt x="17367" y="3062"/>
                </a:cubicBezTo>
                <a:cubicBezTo>
                  <a:pt x="17361" y="3076"/>
                  <a:pt x="17354" y="3089"/>
                  <a:pt x="17346" y="3102"/>
                </a:cubicBezTo>
                <a:cubicBezTo>
                  <a:pt x="17338" y="3114"/>
                  <a:pt x="17328" y="3125"/>
                  <a:pt x="17318" y="3136"/>
                </a:cubicBezTo>
                <a:cubicBezTo>
                  <a:pt x="17307" y="3147"/>
                  <a:pt x="17296" y="3156"/>
                  <a:pt x="17283" y="3164"/>
                </a:cubicBezTo>
                <a:cubicBezTo>
                  <a:pt x="17271" y="3172"/>
                  <a:pt x="17258" y="3179"/>
                  <a:pt x="17244" y="3185"/>
                </a:cubicBezTo>
                <a:cubicBezTo>
                  <a:pt x="17230" y="3191"/>
                  <a:pt x="17216" y="3195"/>
                  <a:pt x="17201" y="3198"/>
                </a:cubicBezTo>
                <a:cubicBezTo>
                  <a:pt x="17187" y="3201"/>
                  <a:pt x="17172" y="3202"/>
                  <a:pt x="17157" y="3202"/>
                </a:cubicBezTo>
                <a:lnTo>
                  <a:pt x="227" y="3202"/>
                </a:lnTo>
                <a:cubicBezTo>
                  <a:pt x="212" y="3202"/>
                  <a:pt x="197" y="3201"/>
                  <a:pt x="182" y="3198"/>
                </a:cubicBezTo>
                <a:cubicBezTo>
                  <a:pt x="168" y="3195"/>
                  <a:pt x="154" y="3191"/>
                  <a:pt x="140" y="3185"/>
                </a:cubicBezTo>
                <a:cubicBezTo>
                  <a:pt x="126" y="3179"/>
                  <a:pt x="113" y="3172"/>
                  <a:pt x="101" y="3164"/>
                </a:cubicBezTo>
                <a:cubicBezTo>
                  <a:pt x="88" y="3156"/>
                  <a:pt x="77" y="3147"/>
                  <a:pt x="66" y="3136"/>
                </a:cubicBezTo>
                <a:cubicBezTo>
                  <a:pt x="56" y="3125"/>
                  <a:pt x="46" y="3114"/>
                  <a:pt x="38" y="3102"/>
                </a:cubicBezTo>
                <a:cubicBezTo>
                  <a:pt x="30" y="3089"/>
                  <a:pt x="23" y="3076"/>
                  <a:pt x="17" y="3062"/>
                </a:cubicBezTo>
                <a:cubicBezTo>
                  <a:pt x="11" y="3049"/>
                  <a:pt x="7" y="3034"/>
                  <a:pt x="4" y="3020"/>
                </a:cubicBezTo>
                <a:cubicBezTo>
                  <a:pt x="1" y="3005"/>
                  <a:pt x="0" y="2991"/>
                  <a:pt x="0" y="2976"/>
                </a:cubicBezTo>
                <a:close/>
              </a:path>
            </a:pathLst>
          </a:custGeom>
          <a:solidFill>
            <a:srgbClr val="120e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93" name=""/>
          <p:cNvSpPr/>
          <p:nvPr/>
        </p:nvSpPr>
        <p:spPr>
          <a:xfrm>
            <a:off x="652320" y="7843680"/>
            <a:ext cx="6258240" cy="1152720"/>
          </a:xfrm>
          <a:custGeom>
            <a:avLst/>
            <a:gdLst/>
            <a:ahLst/>
            <a:rect l="0" t="0" r="r" b="b"/>
            <a:pathLst>
              <a:path w="17384" h="3202">
                <a:moveTo>
                  <a:pt x="0" y="2976"/>
                </a:moveTo>
                <a:lnTo>
                  <a:pt x="0" y="227"/>
                </a:lnTo>
                <a:cubicBezTo>
                  <a:pt x="0" y="212"/>
                  <a:pt x="1" y="197"/>
                  <a:pt x="4" y="182"/>
                </a:cubicBezTo>
                <a:cubicBezTo>
                  <a:pt x="7" y="168"/>
                  <a:pt x="11" y="154"/>
                  <a:pt x="17" y="140"/>
                </a:cubicBezTo>
                <a:cubicBezTo>
                  <a:pt x="23" y="126"/>
                  <a:pt x="30" y="113"/>
                  <a:pt x="38" y="101"/>
                </a:cubicBezTo>
                <a:cubicBezTo>
                  <a:pt x="46" y="88"/>
                  <a:pt x="56" y="77"/>
                  <a:pt x="66" y="66"/>
                </a:cubicBezTo>
                <a:cubicBezTo>
                  <a:pt x="77" y="56"/>
                  <a:pt x="88" y="46"/>
                  <a:pt x="101" y="38"/>
                </a:cubicBezTo>
                <a:cubicBezTo>
                  <a:pt x="113" y="30"/>
                  <a:pt x="126" y="23"/>
                  <a:pt x="140" y="17"/>
                </a:cubicBezTo>
                <a:cubicBezTo>
                  <a:pt x="154" y="12"/>
                  <a:pt x="168" y="7"/>
                  <a:pt x="182" y="4"/>
                </a:cubicBezTo>
                <a:cubicBezTo>
                  <a:pt x="197" y="1"/>
                  <a:pt x="212" y="0"/>
                  <a:pt x="227" y="0"/>
                </a:cubicBezTo>
                <a:lnTo>
                  <a:pt x="17157" y="0"/>
                </a:lnTo>
                <a:cubicBezTo>
                  <a:pt x="17172" y="0"/>
                  <a:pt x="17187" y="1"/>
                  <a:pt x="17201" y="4"/>
                </a:cubicBezTo>
                <a:cubicBezTo>
                  <a:pt x="17216" y="7"/>
                  <a:pt x="17230" y="12"/>
                  <a:pt x="17244" y="17"/>
                </a:cubicBezTo>
                <a:cubicBezTo>
                  <a:pt x="17258" y="23"/>
                  <a:pt x="17271" y="30"/>
                  <a:pt x="17283" y="38"/>
                </a:cubicBezTo>
                <a:cubicBezTo>
                  <a:pt x="17296" y="46"/>
                  <a:pt x="17307" y="56"/>
                  <a:pt x="17318" y="66"/>
                </a:cubicBezTo>
                <a:cubicBezTo>
                  <a:pt x="17328" y="77"/>
                  <a:pt x="17338" y="88"/>
                  <a:pt x="17346" y="101"/>
                </a:cubicBezTo>
                <a:cubicBezTo>
                  <a:pt x="17354" y="113"/>
                  <a:pt x="17361" y="126"/>
                  <a:pt x="17367" y="140"/>
                </a:cubicBezTo>
                <a:cubicBezTo>
                  <a:pt x="17372" y="154"/>
                  <a:pt x="17377" y="168"/>
                  <a:pt x="17380" y="182"/>
                </a:cubicBezTo>
                <a:cubicBezTo>
                  <a:pt x="17383" y="197"/>
                  <a:pt x="17384" y="212"/>
                  <a:pt x="17384" y="227"/>
                </a:cubicBezTo>
                <a:lnTo>
                  <a:pt x="17384" y="2976"/>
                </a:lnTo>
                <a:cubicBezTo>
                  <a:pt x="17384" y="2991"/>
                  <a:pt x="17383" y="3005"/>
                  <a:pt x="17380" y="3020"/>
                </a:cubicBezTo>
                <a:cubicBezTo>
                  <a:pt x="17377" y="3034"/>
                  <a:pt x="17372" y="3049"/>
                  <a:pt x="17367" y="3062"/>
                </a:cubicBezTo>
                <a:cubicBezTo>
                  <a:pt x="17361" y="3076"/>
                  <a:pt x="17354" y="3089"/>
                  <a:pt x="17346" y="3102"/>
                </a:cubicBezTo>
                <a:cubicBezTo>
                  <a:pt x="17338" y="3114"/>
                  <a:pt x="17328" y="3125"/>
                  <a:pt x="17318" y="3136"/>
                </a:cubicBezTo>
                <a:cubicBezTo>
                  <a:pt x="17307" y="3147"/>
                  <a:pt x="17296" y="3156"/>
                  <a:pt x="17283" y="3164"/>
                </a:cubicBezTo>
                <a:cubicBezTo>
                  <a:pt x="17271" y="3172"/>
                  <a:pt x="17258" y="3179"/>
                  <a:pt x="17244" y="3185"/>
                </a:cubicBezTo>
                <a:cubicBezTo>
                  <a:pt x="17230" y="3191"/>
                  <a:pt x="17216" y="3195"/>
                  <a:pt x="17201" y="3198"/>
                </a:cubicBezTo>
                <a:cubicBezTo>
                  <a:pt x="17187" y="3201"/>
                  <a:pt x="17172" y="3202"/>
                  <a:pt x="17157" y="3202"/>
                </a:cubicBezTo>
                <a:lnTo>
                  <a:pt x="227" y="3202"/>
                </a:lnTo>
                <a:cubicBezTo>
                  <a:pt x="212" y="3202"/>
                  <a:pt x="197" y="3201"/>
                  <a:pt x="182" y="3198"/>
                </a:cubicBezTo>
                <a:cubicBezTo>
                  <a:pt x="168" y="3195"/>
                  <a:pt x="154" y="3191"/>
                  <a:pt x="140" y="3185"/>
                </a:cubicBezTo>
                <a:cubicBezTo>
                  <a:pt x="126" y="3179"/>
                  <a:pt x="113" y="3172"/>
                  <a:pt x="101" y="3164"/>
                </a:cubicBezTo>
                <a:cubicBezTo>
                  <a:pt x="88" y="3156"/>
                  <a:pt x="77" y="3147"/>
                  <a:pt x="66" y="3136"/>
                </a:cubicBezTo>
                <a:cubicBezTo>
                  <a:pt x="56" y="3125"/>
                  <a:pt x="46" y="3114"/>
                  <a:pt x="38" y="3102"/>
                </a:cubicBezTo>
                <a:cubicBezTo>
                  <a:pt x="30" y="3089"/>
                  <a:pt x="23" y="3076"/>
                  <a:pt x="17" y="3062"/>
                </a:cubicBezTo>
                <a:cubicBezTo>
                  <a:pt x="11" y="3049"/>
                  <a:pt x="7" y="3034"/>
                  <a:pt x="4" y="3020"/>
                </a:cubicBezTo>
                <a:cubicBezTo>
                  <a:pt x="1" y="3005"/>
                  <a:pt x="0" y="2991"/>
                  <a:pt x="0" y="2976"/>
                </a:cubicBezTo>
                <a:close/>
              </a:path>
            </a:pathLst>
          </a:custGeom>
          <a:noFill/>
          <a:ln w="9360">
            <a:solidFill>
              <a:srgbClr val="0e0e14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4" name=""/>
          <p:cNvSpPr txBox="1"/>
          <p:nvPr/>
        </p:nvSpPr>
        <p:spPr>
          <a:xfrm>
            <a:off x="647640" y="10286640"/>
            <a:ext cx="1756440" cy="10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00" spc="-1" strike="noStrike">
                <a:solidFill>
                  <a:srgbClr val="9a9496"/>
                </a:solidFill>
                <a:latin typeface="Inter"/>
                <a:ea typeface="Inter"/>
              </a:rPr>
              <a:t>OBD AI SOLUTIONS · LAHORE, PAKISTAN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5" name=""/>
          <p:cNvSpPr txBox="1"/>
          <p:nvPr/>
        </p:nvSpPr>
        <p:spPr>
          <a:xfrm>
            <a:off x="647640" y="858240"/>
            <a:ext cx="1689480" cy="11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800" spc="-1" strike="noStrike">
                <a:solidFill>
                  <a:srgbClr val="6a26d8"/>
                </a:solidFill>
                <a:latin typeface="Inter-Semi"/>
                <a:ea typeface="Inter-Semi"/>
              </a:rPr>
              <a:t>0 2   ·   Y O U R   W E B S I T E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6" name=""/>
          <p:cNvSpPr/>
          <p:nvPr/>
        </p:nvSpPr>
        <p:spPr>
          <a:xfrm>
            <a:off x="652320" y="1643040"/>
            <a:ext cx="1448280" cy="648000"/>
          </a:xfrm>
          <a:custGeom>
            <a:avLst/>
            <a:gdLst/>
            <a:ahLst/>
            <a:rect l="0" t="0" r="r" b="b"/>
            <a:pathLst>
              <a:path w="4023" h="1800">
                <a:moveTo>
                  <a:pt x="0" y="1572"/>
                </a:moveTo>
                <a:lnTo>
                  <a:pt x="0" y="226"/>
                </a:lnTo>
                <a:cubicBezTo>
                  <a:pt x="0" y="211"/>
                  <a:pt x="1" y="197"/>
                  <a:pt x="4" y="182"/>
                </a:cubicBezTo>
                <a:cubicBezTo>
                  <a:pt x="7" y="167"/>
                  <a:pt x="11" y="153"/>
                  <a:pt x="17" y="140"/>
                </a:cubicBezTo>
                <a:cubicBezTo>
                  <a:pt x="23" y="126"/>
                  <a:pt x="30" y="113"/>
                  <a:pt x="38" y="100"/>
                </a:cubicBezTo>
                <a:cubicBezTo>
                  <a:pt x="46" y="88"/>
                  <a:pt x="56" y="77"/>
                  <a:pt x="66" y="66"/>
                </a:cubicBezTo>
                <a:cubicBezTo>
                  <a:pt x="77" y="55"/>
                  <a:pt x="88" y="46"/>
                  <a:pt x="101" y="38"/>
                </a:cubicBezTo>
                <a:cubicBezTo>
                  <a:pt x="113" y="30"/>
                  <a:pt x="126" y="23"/>
                  <a:pt x="140" y="17"/>
                </a:cubicBezTo>
                <a:cubicBezTo>
                  <a:pt x="154" y="11"/>
                  <a:pt x="168" y="7"/>
                  <a:pt x="182" y="4"/>
                </a:cubicBezTo>
                <a:cubicBezTo>
                  <a:pt x="197" y="1"/>
                  <a:pt x="213" y="0"/>
                  <a:pt x="228" y="0"/>
                </a:cubicBezTo>
                <a:lnTo>
                  <a:pt x="3796" y="0"/>
                </a:lnTo>
                <a:cubicBezTo>
                  <a:pt x="3811" y="0"/>
                  <a:pt x="3825" y="1"/>
                  <a:pt x="3840" y="4"/>
                </a:cubicBezTo>
                <a:cubicBezTo>
                  <a:pt x="3855" y="7"/>
                  <a:pt x="3869" y="11"/>
                  <a:pt x="3883" y="17"/>
                </a:cubicBezTo>
                <a:cubicBezTo>
                  <a:pt x="3896" y="23"/>
                  <a:pt x="3909" y="29"/>
                  <a:pt x="3922" y="38"/>
                </a:cubicBezTo>
                <a:cubicBezTo>
                  <a:pt x="3934" y="46"/>
                  <a:pt x="3946" y="55"/>
                  <a:pt x="3956" y="66"/>
                </a:cubicBezTo>
                <a:cubicBezTo>
                  <a:pt x="3967" y="77"/>
                  <a:pt x="3976" y="88"/>
                  <a:pt x="3984" y="100"/>
                </a:cubicBezTo>
                <a:cubicBezTo>
                  <a:pt x="3993" y="113"/>
                  <a:pt x="4000" y="126"/>
                  <a:pt x="4005" y="140"/>
                </a:cubicBezTo>
                <a:cubicBezTo>
                  <a:pt x="4011" y="153"/>
                  <a:pt x="4015" y="167"/>
                  <a:pt x="4018" y="182"/>
                </a:cubicBezTo>
                <a:cubicBezTo>
                  <a:pt x="4021" y="197"/>
                  <a:pt x="4023" y="211"/>
                  <a:pt x="4023" y="226"/>
                </a:cubicBezTo>
                <a:lnTo>
                  <a:pt x="4023" y="1572"/>
                </a:lnTo>
                <a:cubicBezTo>
                  <a:pt x="4023" y="1587"/>
                  <a:pt x="4021" y="1602"/>
                  <a:pt x="4018" y="1616"/>
                </a:cubicBezTo>
                <a:cubicBezTo>
                  <a:pt x="4015" y="1631"/>
                  <a:pt x="4011" y="1645"/>
                  <a:pt x="4005" y="1659"/>
                </a:cubicBezTo>
                <a:cubicBezTo>
                  <a:pt x="4000" y="1672"/>
                  <a:pt x="3993" y="1686"/>
                  <a:pt x="3984" y="1698"/>
                </a:cubicBezTo>
                <a:cubicBezTo>
                  <a:pt x="3976" y="1710"/>
                  <a:pt x="3967" y="1722"/>
                  <a:pt x="3956" y="1732"/>
                </a:cubicBezTo>
                <a:cubicBezTo>
                  <a:pt x="3946" y="1744"/>
                  <a:pt x="3934" y="1753"/>
                  <a:pt x="3922" y="1762"/>
                </a:cubicBezTo>
                <a:cubicBezTo>
                  <a:pt x="3909" y="1770"/>
                  <a:pt x="3896" y="1777"/>
                  <a:pt x="3883" y="1782"/>
                </a:cubicBezTo>
                <a:cubicBezTo>
                  <a:pt x="3869" y="1788"/>
                  <a:pt x="3855" y="1792"/>
                  <a:pt x="3840" y="1795"/>
                </a:cubicBezTo>
                <a:cubicBezTo>
                  <a:pt x="3825" y="1798"/>
                  <a:pt x="3811" y="1800"/>
                  <a:pt x="3796" y="1800"/>
                </a:cubicBezTo>
                <a:lnTo>
                  <a:pt x="228" y="1800"/>
                </a:lnTo>
                <a:cubicBezTo>
                  <a:pt x="213" y="1800"/>
                  <a:pt x="197" y="1798"/>
                  <a:pt x="182" y="1795"/>
                </a:cubicBezTo>
                <a:cubicBezTo>
                  <a:pt x="168" y="1792"/>
                  <a:pt x="154" y="1788"/>
                  <a:pt x="140" y="1782"/>
                </a:cubicBezTo>
                <a:cubicBezTo>
                  <a:pt x="126" y="1777"/>
                  <a:pt x="113" y="1770"/>
                  <a:pt x="101" y="1762"/>
                </a:cubicBezTo>
                <a:cubicBezTo>
                  <a:pt x="88" y="1753"/>
                  <a:pt x="77" y="1744"/>
                  <a:pt x="66" y="1732"/>
                </a:cubicBezTo>
                <a:cubicBezTo>
                  <a:pt x="56" y="1722"/>
                  <a:pt x="46" y="1710"/>
                  <a:pt x="38" y="1698"/>
                </a:cubicBezTo>
                <a:cubicBezTo>
                  <a:pt x="30" y="1686"/>
                  <a:pt x="23" y="1672"/>
                  <a:pt x="17" y="1659"/>
                </a:cubicBezTo>
                <a:cubicBezTo>
                  <a:pt x="11" y="1645"/>
                  <a:pt x="7" y="1631"/>
                  <a:pt x="4" y="1616"/>
                </a:cubicBezTo>
                <a:cubicBezTo>
                  <a:pt x="1" y="1602"/>
                  <a:pt x="0" y="1587"/>
                  <a:pt x="0" y="157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7" name=""/>
          <p:cNvSpPr/>
          <p:nvPr/>
        </p:nvSpPr>
        <p:spPr>
          <a:xfrm>
            <a:off x="657000" y="1647720"/>
            <a:ext cx="1438560" cy="638280"/>
          </a:xfrm>
          <a:custGeom>
            <a:avLst/>
            <a:gdLst/>
            <a:ahLst/>
            <a:rect l="0" t="0" r="r" b="b"/>
            <a:pathLst>
              <a:path w="3996" h="1773">
                <a:moveTo>
                  <a:pt x="0" y="1773"/>
                </a:moveTo>
                <a:lnTo>
                  <a:pt x="0" y="0"/>
                </a:lnTo>
                <a:lnTo>
                  <a:pt x="3996" y="0"/>
                </a:lnTo>
                <a:lnTo>
                  <a:pt x="3996" y="1773"/>
                </a:lnTo>
                <a:lnTo>
                  <a:pt x="0" y="1773"/>
                </a:lnTo>
                <a:moveTo>
                  <a:pt x="21" y="1559"/>
                </a:moveTo>
                <a:lnTo>
                  <a:pt x="21" y="213"/>
                </a:lnTo>
                <a:cubicBezTo>
                  <a:pt x="21" y="201"/>
                  <a:pt x="23" y="188"/>
                  <a:pt x="25" y="176"/>
                </a:cubicBezTo>
                <a:cubicBezTo>
                  <a:pt x="27" y="163"/>
                  <a:pt x="31" y="151"/>
                  <a:pt x="36" y="140"/>
                </a:cubicBezTo>
                <a:cubicBezTo>
                  <a:pt x="41" y="128"/>
                  <a:pt x="47" y="117"/>
                  <a:pt x="54" y="106"/>
                </a:cubicBezTo>
                <a:cubicBezTo>
                  <a:pt x="61" y="96"/>
                  <a:pt x="69" y="86"/>
                  <a:pt x="78" y="77"/>
                </a:cubicBezTo>
                <a:cubicBezTo>
                  <a:pt x="87" y="68"/>
                  <a:pt x="96" y="60"/>
                  <a:pt x="107" y="53"/>
                </a:cubicBezTo>
                <a:cubicBezTo>
                  <a:pt x="117" y="46"/>
                  <a:pt x="128" y="40"/>
                  <a:pt x="140" y="36"/>
                </a:cubicBezTo>
                <a:cubicBezTo>
                  <a:pt x="152" y="31"/>
                  <a:pt x="164" y="27"/>
                  <a:pt x="177" y="25"/>
                </a:cubicBezTo>
                <a:cubicBezTo>
                  <a:pt x="190" y="22"/>
                  <a:pt x="202" y="21"/>
                  <a:pt x="215" y="21"/>
                </a:cubicBezTo>
                <a:lnTo>
                  <a:pt x="3783" y="21"/>
                </a:lnTo>
                <a:cubicBezTo>
                  <a:pt x="3795" y="21"/>
                  <a:pt x="3808" y="22"/>
                  <a:pt x="3820" y="25"/>
                </a:cubicBezTo>
                <a:cubicBezTo>
                  <a:pt x="3833" y="27"/>
                  <a:pt x="3845" y="31"/>
                  <a:pt x="3856" y="36"/>
                </a:cubicBezTo>
                <a:cubicBezTo>
                  <a:pt x="3868" y="40"/>
                  <a:pt x="3879" y="46"/>
                  <a:pt x="3890" y="53"/>
                </a:cubicBezTo>
                <a:cubicBezTo>
                  <a:pt x="3900" y="60"/>
                  <a:pt x="3910" y="68"/>
                  <a:pt x="3919" y="77"/>
                </a:cubicBezTo>
                <a:cubicBezTo>
                  <a:pt x="3928" y="86"/>
                  <a:pt x="3936" y="96"/>
                  <a:pt x="3943" y="106"/>
                </a:cubicBezTo>
                <a:cubicBezTo>
                  <a:pt x="3950" y="117"/>
                  <a:pt x="3956" y="128"/>
                  <a:pt x="3961" y="140"/>
                </a:cubicBezTo>
                <a:cubicBezTo>
                  <a:pt x="3965" y="151"/>
                  <a:pt x="3969" y="163"/>
                  <a:pt x="3971" y="176"/>
                </a:cubicBezTo>
                <a:cubicBezTo>
                  <a:pt x="3974" y="188"/>
                  <a:pt x="3975" y="201"/>
                  <a:pt x="3975" y="213"/>
                </a:cubicBezTo>
                <a:lnTo>
                  <a:pt x="3975" y="1559"/>
                </a:lnTo>
                <a:cubicBezTo>
                  <a:pt x="3975" y="1572"/>
                  <a:pt x="3974" y="1584"/>
                  <a:pt x="3971" y="1596"/>
                </a:cubicBezTo>
                <a:cubicBezTo>
                  <a:pt x="3969" y="1609"/>
                  <a:pt x="3965" y="1621"/>
                  <a:pt x="3961" y="1634"/>
                </a:cubicBezTo>
                <a:cubicBezTo>
                  <a:pt x="3956" y="1645"/>
                  <a:pt x="3950" y="1656"/>
                  <a:pt x="3943" y="1667"/>
                </a:cubicBezTo>
                <a:cubicBezTo>
                  <a:pt x="3936" y="1677"/>
                  <a:pt x="3928" y="1687"/>
                  <a:pt x="3919" y="1696"/>
                </a:cubicBezTo>
                <a:cubicBezTo>
                  <a:pt x="3910" y="1705"/>
                  <a:pt x="3900" y="1713"/>
                  <a:pt x="3890" y="1720"/>
                </a:cubicBezTo>
                <a:cubicBezTo>
                  <a:pt x="3879" y="1727"/>
                  <a:pt x="3868" y="1733"/>
                  <a:pt x="3856" y="1738"/>
                </a:cubicBezTo>
                <a:cubicBezTo>
                  <a:pt x="3845" y="1743"/>
                  <a:pt x="3833" y="1746"/>
                  <a:pt x="3820" y="1749"/>
                </a:cubicBezTo>
                <a:cubicBezTo>
                  <a:pt x="3808" y="1751"/>
                  <a:pt x="3795" y="1752"/>
                  <a:pt x="3783" y="1752"/>
                </a:cubicBezTo>
                <a:lnTo>
                  <a:pt x="215" y="1752"/>
                </a:lnTo>
                <a:cubicBezTo>
                  <a:pt x="202" y="1752"/>
                  <a:pt x="190" y="1751"/>
                  <a:pt x="177" y="1749"/>
                </a:cubicBezTo>
                <a:cubicBezTo>
                  <a:pt x="164" y="1746"/>
                  <a:pt x="152" y="1743"/>
                  <a:pt x="140" y="1738"/>
                </a:cubicBezTo>
                <a:cubicBezTo>
                  <a:pt x="128" y="1733"/>
                  <a:pt x="117" y="1727"/>
                  <a:pt x="107" y="1720"/>
                </a:cubicBezTo>
                <a:cubicBezTo>
                  <a:pt x="96" y="1713"/>
                  <a:pt x="87" y="1705"/>
                  <a:pt x="78" y="1696"/>
                </a:cubicBezTo>
                <a:cubicBezTo>
                  <a:pt x="69" y="1687"/>
                  <a:pt x="61" y="1677"/>
                  <a:pt x="54" y="1667"/>
                </a:cubicBezTo>
                <a:cubicBezTo>
                  <a:pt x="47" y="1656"/>
                  <a:pt x="41" y="1645"/>
                  <a:pt x="36" y="1634"/>
                </a:cubicBezTo>
                <a:cubicBezTo>
                  <a:pt x="31" y="1621"/>
                  <a:pt x="27" y="1609"/>
                  <a:pt x="25" y="1596"/>
                </a:cubicBezTo>
                <a:cubicBezTo>
                  <a:pt x="23" y="1584"/>
                  <a:pt x="21" y="1572"/>
                  <a:pt x="21" y="1559"/>
                </a:cubicBezTo>
                <a:close/>
              </a:path>
            </a:pathLst>
          </a:custGeom>
          <a:solidFill>
            <a:srgbClr val="6a2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98" name=""/>
          <p:cNvSpPr/>
          <p:nvPr/>
        </p:nvSpPr>
        <p:spPr>
          <a:xfrm>
            <a:off x="652320" y="1643040"/>
            <a:ext cx="1448280" cy="648000"/>
          </a:xfrm>
          <a:custGeom>
            <a:avLst/>
            <a:gdLst/>
            <a:ahLst/>
            <a:rect l="0" t="0" r="r" b="b"/>
            <a:pathLst>
              <a:path w="4023" h="1800">
                <a:moveTo>
                  <a:pt x="0" y="1572"/>
                </a:moveTo>
                <a:lnTo>
                  <a:pt x="0" y="226"/>
                </a:lnTo>
                <a:cubicBezTo>
                  <a:pt x="0" y="211"/>
                  <a:pt x="1" y="197"/>
                  <a:pt x="4" y="182"/>
                </a:cubicBezTo>
                <a:cubicBezTo>
                  <a:pt x="7" y="167"/>
                  <a:pt x="11" y="153"/>
                  <a:pt x="17" y="140"/>
                </a:cubicBezTo>
                <a:cubicBezTo>
                  <a:pt x="23" y="126"/>
                  <a:pt x="30" y="113"/>
                  <a:pt x="38" y="100"/>
                </a:cubicBezTo>
                <a:cubicBezTo>
                  <a:pt x="46" y="88"/>
                  <a:pt x="56" y="77"/>
                  <a:pt x="66" y="66"/>
                </a:cubicBezTo>
                <a:cubicBezTo>
                  <a:pt x="77" y="55"/>
                  <a:pt x="88" y="46"/>
                  <a:pt x="101" y="38"/>
                </a:cubicBezTo>
                <a:cubicBezTo>
                  <a:pt x="113" y="30"/>
                  <a:pt x="126" y="23"/>
                  <a:pt x="140" y="17"/>
                </a:cubicBezTo>
                <a:cubicBezTo>
                  <a:pt x="154" y="11"/>
                  <a:pt x="168" y="7"/>
                  <a:pt x="182" y="4"/>
                </a:cubicBezTo>
                <a:cubicBezTo>
                  <a:pt x="197" y="1"/>
                  <a:pt x="213" y="0"/>
                  <a:pt x="228" y="0"/>
                </a:cubicBezTo>
                <a:lnTo>
                  <a:pt x="3796" y="0"/>
                </a:lnTo>
                <a:cubicBezTo>
                  <a:pt x="3811" y="0"/>
                  <a:pt x="3825" y="1"/>
                  <a:pt x="3840" y="4"/>
                </a:cubicBezTo>
                <a:cubicBezTo>
                  <a:pt x="3855" y="7"/>
                  <a:pt x="3869" y="11"/>
                  <a:pt x="3883" y="17"/>
                </a:cubicBezTo>
                <a:cubicBezTo>
                  <a:pt x="3896" y="23"/>
                  <a:pt x="3909" y="29"/>
                  <a:pt x="3922" y="38"/>
                </a:cubicBezTo>
                <a:cubicBezTo>
                  <a:pt x="3934" y="46"/>
                  <a:pt x="3946" y="55"/>
                  <a:pt x="3956" y="66"/>
                </a:cubicBezTo>
                <a:cubicBezTo>
                  <a:pt x="3967" y="77"/>
                  <a:pt x="3976" y="88"/>
                  <a:pt x="3984" y="100"/>
                </a:cubicBezTo>
                <a:cubicBezTo>
                  <a:pt x="3993" y="113"/>
                  <a:pt x="4000" y="126"/>
                  <a:pt x="4005" y="140"/>
                </a:cubicBezTo>
                <a:cubicBezTo>
                  <a:pt x="4011" y="153"/>
                  <a:pt x="4015" y="167"/>
                  <a:pt x="4018" y="182"/>
                </a:cubicBezTo>
                <a:cubicBezTo>
                  <a:pt x="4021" y="197"/>
                  <a:pt x="4023" y="211"/>
                  <a:pt x="4023" y="226"/>
                </a:cubicBezTo>
                <a:lnTo>
                  <a:pt x="4023" y="1572"/>
                </a:lnTo>
                <a:cubicBezTo>
                  <a:pt x="4023" y="1587"/>
                  <a:pt x="4021" y="1602"/>
                  <a:pt x="4018" y="1616"/>
                </a:cubicBezTo>
                <a:cubicBezTo>
                  <a:pt x="4015" y="1631"/>
                  <a:pt x="4011" y="1645"/>
                  <a:pt x="4005" y="1659"/>
                </a:cubicBezTo>
                <a:cubicBezTo>
                  <a:pt x="4000" y="1672"/>
                  <a:pt x="3993" y="1686"/>
                  <a:pt x="3984" y="1698"/>
                </a:cubicBezTo>
                <a:cubicBezTo>
                  <a:pt x="3976" y="1710"/>
                  <a:pt x="3967" y="1722"/>
                  <a:pt x="3956" y="1732"/>
                </a:cubicBezTo>
                <a:cubicBezTo>
                  <a:pt x="3946" y="1744"/>
                  <a:pt x="3934" y="1753"/>
                  <a:pt x="3922" y="1762"/>
                </a:cubicBezTo>
                <a:cubicBezTo>
                  <a:pt x="3909" y="1770"/>
                  <a:pt x="3896" y="1777"/>
                  <a:pt x="3883" y="1782"/>
                </a:cubicBezTo>
                <a:cubicBezTo>
                  <a:pt x="3869" y="1788"/>
                  <a:pt x="3855" y="1792"/>
                  <a:pt x="3840" y="1795"/>
                </a:cubicBezTo>
                <a:cubicBezTo>
                  <a:pt x="3825" y="1798"/>
                  <a:pt x="3811" y="1800"/>
                  <a:pt x="3796" y="1800"/>
                </a:cubicBezTo>
                <a:lnTo>
                  <a:pt x="228" y="1800"/>
                </a:lnTo>
                <a:cubicBezTo>
                  <a:pt x="213" y="1800"/>
                  <a:pt x="197" y="1798"/>
                  <a:pt x="182" y="1795"/>
                </a:cubicBezTo>
                <a:cubicBezTo>
                  <a:pt x="168" y="1792"/>
                  <a:pt x="154" y="1788"/>
                  <a:pt x="140" y="1782"/>
                </a:cubicBezTo>
                <a:cubicBezTo>
                  <a:pt x="126" y="1777"/>
                  <a:pt x="113" y="1770"/>
                  <a:pt x="101" y="1762"/>
                </a:cubicBezTo>
                <a:cubicBezTo>
                  <a:pt x="88" y="1753"/>
                  <a:pt x="77" y="1744"/>
                  <a:pt x="66" y="1732"/>
                </a:cubicBezTo>
                <a:cubicBezTo>
                  <a:pt x="56" y="1722"/>
                  <a:pt x="46" y="1710"/>
                  <a:pt x="38" y="1698"/>
                </a:cubicBezTo>
                <a:cubicBezTo>
                  <a:pt x="30" y="1686"/>
                  <a:pt x="23" y="1672"/>
                  <a:pt x="17" y="1659"/>
                </a:cubicBezTo>
                <a:cubicBezTo>
                  <a:pt x="11" y="1645"/>
                  <a:pt x="7" y="1631"/>
                  <a:pt x="4" y="1616"/>
                </a:cubicBezTo>
                <a:cubicBezTo>
                  <a:pt x="1" y="1602"/>
                  <a:pt x="0" y="1587"/>
                  <a:pt x="0" y="1572"/>
                </a:cubicBezTo>
                <a:close/>
              </a:path>
            </a:pathLst>
          </a:custGeom>
          <a:noFill/>
          <a:ln w="9360">
            <a:solidFill>
              <a:srgbClr val="6a26d8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9" name=""/>
          <p:cNvSpPr txBox="1"/>
          <p:nvPr/>
        </p:nvSpPr>
        <p:spPr>
          <a:xfrm>
            <a:off x="647640" y="1052280"/>
            <a:ext cx="3242160" cy="28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00" spc="-1" strike="noStrike">
                <a:solidFill>
                  <a:srgbClr val="0e0e14"/>
                </a:solidFill>
                <a:latin typeface="PlayfairDisplay-Semi"/>
                <a:ea typeface="PlayfairDisplay-Semi"/>
              </a:rPr>
              <a:t>Almost ready to launch.</a:t>
            </a:r>
            <a:endParaRPr b="0" lang="en-US" sz="1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0" name=""/>
          <p:cNvSpPr txBox="1"/>
          <p:nvPr/>
        </p:nvSpPr>
        <p:spPr>
          <a:xfrm>
            <a:off x="801000" y="1784520"/>
            <a:ext cx="60408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00" spc="-1" strike="noStrike">
                <a:solidFill>
                  <a:srgbClr val="6a26d8"/>
                </a:solidFill>
                <a:latin typeface="Inter-Semi"/>
                <a:ea typeface="Inter-Semi"/>
              </a:rPr>
              <a:t>P A G E   0 1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1" name=""/>
          <p:cNvSpPr/>
          <p:nvPr/>
        </p:nvSpPr>
        <p:spPr>
          <a:xfrm>
            <a:off x="2252520" y="1643040"/>
            <a:ext cx="1448280" cy="648000"/>
          </a:xfrm>
          <a:custGeom>
            <a:avLst/>
            <a:gdLst/>
            <a:ahLst/>
            <a:rect l="0" t="0" r="r" b="b"/>
            <a:pathLst>
              <a:path w="4023" h="1800">
                <a:moveTo>
                  <a:pt x="0" y="1572"/>
                </a:moveTo>
                <a:lnTo>
                  <a:pt x="0" y="226"/>
                </a:lnTo>
                <a:cubicBezTo>
                  <a:pt x="0" y="211"/>
                  <a:pt x="1" y="197"/>
                  <a:pt x="4" y="182"/>
                </a:cubicBezTo>
                <a:cubicBezTo>
                  <a:pt x="7" y="167"/>
                  <a:pt x="11" y="153"/>
                  <a:pt x="17" y="140"/>
                </a:cubicBezTo>
                <a:cubicBezTo>
                  <a:pt x="23" y="126"/>
                  <a:pt x="30" y="113"/>
                  <a:pt x="38" y="100"/>
                </a:cubicBezTo>
                <a:cubicBezTo>
                  <a:pt x="46" y="88"/>
                  <a:pt x="56" y="77"/>
                  <a:pt x="66" y="66"/>
                </a:cubicBezTo>
                <a:cubicBezTo>
                  <a:pt x="77" y="55"/>
                  <a:pt x="88" y="46"/>
                  <a:pt x="101" y="38"/>
                </a:cubicBezTo>
                <a:cubicBezTo>
                  <a:pt x="113" y="30"/>
                  <a:pt x="126" y="23"/>
                  <a:pt x="140" y="17"/>
                </a:cubicBezTo>
                <a:cubicBezTo>
                  <a:pt x="154" y="11"/>
                  <a:pt x="168" y="7"/>
                  <a:pt x="182" y="4"/>
                </a:cubicBezTo>
                <a:cubicBezTo>
                  <a:pt x="197" y="1"/>
                  <a:pt x="212" y="0"/>
                  <a:pt x="227" y="0"/>
                </a:cubicBezTo>
                <a:lnTo>
                  <a:pt x="3795" y="0"/>
                </a:lnTo>
                <a:cubicBezTo>
                  <a:pt x="3811" y="0"/>
                  <a:pt x="3825" y="1"/>
                  <a:pt x="3840" y="4"/>
                </a:cubicBezTo>
                <a:cubicBezTo>
                  <a:pt x="3855" y="7"/>
                  <a:pt x="3869" y="11"/>
                  <a:pt x="3883" y="17"/>
                </a:cubicBezTo>
                <a:cubicBezTo>
                  <a:pt x="3896" y="23"/>
                  <a:pt x="3909" y="29"/>
                  <a:pt x="3922" y="38"/>
                </a:cubicBezTo>
                <a:cubicBezTo>
                  <a:pt x="3934" y="46"/>
                  <a:pt x="3946" y="55"/>
                  <a:pt x="3956" y="66"/>
                </a:cubicBezTo>
                <a:cubicBezTo>
                  <a:pt x="3967" y="77"/>
                  <a:pt x="3976" y="88"/>
                  <a:pt x="3984" y="100"/>
                </a:cubicBezTo>
                <a:cubicBezTo>
                  <a:pt x="3993" y="113"/>
                  <a:pt x="4000" y="126"/>
                  <a:pt x="4005" y="140"/>
                </a:cubicBezTo>
                <a:cubicBezTo>
                  <a:pt x="4011" y="153"/>
                  <a:pt x="4015" y="167"/>
                  <a:pt x="4018" y="182"/>
                </a:cubicBezTo>
                <a:cubicBezTo>
                  <a:pt x="4021" y="197"/>
                  <a:pt x="4023" y="211"/>
                  <a:pt x="4023" y="226"/>
                </a:cubicBezTo>
                <a:lnTo>
                  <a:pt x="4023" y="1572"/>
                </a:lnTo>
                <a:cubicBezTo>
                  <a:pt x="4023" y="1587"/>
                  <a:pt x="4021" y="1602"/>
                  <a:pt x="4018" y="1616"/>
                </a:cubicBezTo>
                <a:cubicBezTo>
                  <a:pt x="4015" y="1631"/>
                  <a:pt x="4011" y="1645"/>
                  <a:pt x="4005" y="1659"/>
                </a:cubicBezTo>
                <a:cubicBezTo>
                  <a:pt x="4000" y="1672"/>
                  <a:pt x="3993" y="1686"/>
                  <a:pt x="3984" y="1698"/>
                </a:cubicBezTo>
                <a:cubicBezTo>
                  <a:pt x="3976" y="1710"/>
                  <a:pt x="3967" y="1722"/>
                  <a:pt x="3956" y="1732"/>
                </a:cubicBezTo>
                <a:cubicBezTo>
                  <a:pt x="3946" y="1744"/>
                  <a:pt x="3934" y="1753"/>
                  <a:pt x="3922" y="1762"/>
                </a:cubicBezTo>
                <a:cubicBezTo>
                  <a:pt x="3909" y="1770"/>
                  <a:pt x="3896" y="1777"/>
                  <a:pt x="3883" y="1782"/>
                </a:cubicBezTo>
                <a:cubicBezTo>
                  <a:pt x="3869" y="1788"/>
                  <a:pt x="3855" y="1792"/>
                  <a:pt x="3840" y="1795"/>
                </a:cubicBezTo>
                <a:cubicBezTo>
                  <a:pt x="3825" y="1798"/>
                  <a:pt x="3811" y="1800"/>
                  <a:pt x="3795" y="1800"/>
                </a:cubicBezTo>
                <a:lnTo>
                  <a:pt x="227" y="1800"/>
                </a:lnTo>
                <a:cubicBezTo>
                  <a:pt x="212" y="1800"/>
                  <a:pt x="197" y="1798"/>
                  <a:pt x="182" y="1795"/>
                </a:cubicBezTo>
                <a:cubicBezTo>
                  <a:pt x="168" y="1792"/>
                  <a:pt x="154" y="1788"/>
                  <a:pt x="140" y="1782"/>
                </a:cubicBezTo>
                <a:cubicBezTo>
                  <a:pt x="126" y="1777"/>
                  <a:pt x="113" y="1770"/>
                  <a:pt x="101" y="1762"/>
                </a:cubicBezTo>
                <a:cubicBezTo>
                  <a:pt x="88" y="1753"/>
                  <a:pt x="77" y="1744"/>
                  <a:pt x="66" y="1732"/>
                </a:cubicBezTo>
                <a:cubicBezTo>
                  <a:pt x="56" y="1722"/>
                  <a:pt x="46" y="1710"/>
                  <a:pt x="38" y="1698"/>
                </a:cubicBezTo>
                <a:cubicBezTo>
                  <a:pt x="30" y="1686"/>
                  <a:pt x="23" y="1672"/>
                  <a:pt x="17" y="1659"/>
                </a:cubicBezTo>
                <a:cubicBezTo>
                  <a:pt x="11" y="1645"/>
                  <a:pt x="7" y="1631"/>
                  <a:pt x="4" y="1616"/>
                </a:cubicBezTo>
                <a:cubicBezTo>
                  <a:pt x="1" y="1602"/>
                  <a:pt x="0" y="1587"/>
                  <a:pt x="0" y="1572"/>
                </a:cubicBezTo>
                <a:close/>
              </a:path>
            </a:pathLst>
          </a:custGeom>
          <a:solidFill>
            <a:srgbClr val="f8f6f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2" name=""/>
          <p:cNvSpPr/>
          <p:nvPr/>
        </p:nvSpPr>
        <p:spPr>
          <a:xfrm>
            <a:off x="2252520" y="1643040"/>
            <a:ext cx="1448280" cy="648000"/>
          </a:xfrm>
          <a:custGeom>
            <a:avLst/>
            <a:gdLst/>
            <a:ahLst/>
            <a:rect l="0" t="0" r="r" b="b"/>
            <a:pathLst>
              <a:path w="4023" h="1800">
                <a:moveTo>
                  <a:pt x="0" y="1572"/>
                </a:moveTo>
                <a:lnTo>
                  <a:pt x="0" y="226"/>
                </a:lnTo>
                <a:cubicBezTo>
                  <a:pt x="0" y="211"/>
                  <a:pt x="1" y="197"/>
                  <a:pt x="4" y="182"/>
                </a:cubicBezTo>
                <a:cubicBezTo>
                  <a:pt x="7" y="167"/>
                  <a:pt x="11" y="153"/>
                  <a:pt x="17" y="140"/>
                </a:cubicBezTo>
                <a:cubicBezTo>
                  <a:pt x="23" y="126"/>
                  <a:pt x="30" y="113"/>
                  <a:pt x="38" y="100"/>
                </a:cubicBezTo>
                <a:cubicBezTo>
                  <a:pt x="46" y="88"/>
                  <a:pt x="56" y="77"/>
                  <a:pt x="66" y="66"/>
                </a:cubicBezTo>
                <a:cubicBezTo>
                  <a:pt x="77" y="55"/>
                  <a:pt x="88" y="46"/>
                  <a:pt x="101" y="38"/>
                </a:cubicBezTo>
                <a:cubicBezTo>
                  <a:pt x="113" y="30"/>
                  <a:pt x="126" y="23"/>
                  <a:pt x="140" y="17"/>
                </a:cubicBezTo>
                <a:cubicBezTo>
                  <a:pt x="154" y="11"/>
                  <a:pt x="168" y="7"/>
                  <a:pt x="182" y="4"/>
                </a:cubicBezTo>
                <a:cubicBezTo>
                  <a:pt x="197" y="1"/>
                  <a:pt x="212" y="0"/>
                  <a:pt x="227" y="0"/>
                </a:cubicBezTo>
                <a:lnTo>
                  <a:pt x="3795" y="0"/>
                </a:lnTo>
                <a:cubicBezTo>
                  <a:pt x="3811" y="0"/>
                  <a:pt x="3825" y="1"/>
                  <a:pt x="3840" y="4"/>
                </a:cubicBezTo>
                <a:cubicBezTo>
                  <a:pt x="3855" y="7"/>
                  <a:pt x="3869" y="11"/>
                  <a:pt x="3883" y="17"/>
                </a:cubicBezTo>
                <a:cubicBezTo>
                  <a:pt x="3896" y="23"/>
                  <a:pt x="3909" y="29"/>
                  <a:pt x="3922" y="38"/>
                </a:cubicBezTo>
                <a:cubicBezTo>
                  <a:pt x="3934" y="46"/>
                  <a:pt x="3946" y="55"/>
                  <a:pt x="3956" y="66"/>
                </a:cubicBezTo>
                <a:cubicBezTo>
                  <a:pt x="3967" y="77"/>
                  <a:pt x="3976" y="88"/>
                  <a:pt x="3984" y="100"/>
                </a:cubicBezTo>
                <a:cubicBezTo>
                  <a:pt x="3993" y="113"/>
                  <a:pt x="4000" y="126"/>
                  <a:pt x="4005" y="140"/>
                </a:cubicBezTo>
                <a:cubicBezTo>
                  <a:pt x="4011" y="153"/>
                  <a:pt x="4015" y="167"/>
                  <a:pt x="4018" y="182"/>
                </a:cubicBezTo>
                <a:cubicBezTo>
                  <a:pt x="4021" y="197"/>
                  <a:pt x="4023" y="211"/>
                  <a:pt x="4023" y="226"/>
                </a:cubicBezTo>
                <a:lnTo>
                  <a:pt x="4023" y="1572"/>
                </a:lnTo>
                <a:cubicBezTo>
                  <a:pt x="4023" y="1587"/>
                  <a:pt x="4021" y="1602"/>
                  <a:pt x="4018" y="1616"/>
                </a:cubicBezTo>
                <a:cubicBezTo>
                  <a:pt x="4015" y="1631"/>
                  <a:pt x="4011" y="1645"/>
                  <a:pt x="4005" y="1659"/>
                </a:cubicBezTo>
                <a:cubicBezTo>
                  <a:pt x="4000" y="1672"/>
                  <a:pt x="3993" y="1686"/>
                  <a:pt x="3984" y="1698"/>
                </a:cubicBezTo>
                <a:cubicBezTo>
                  <a:pt x="3976" y="1710"/>
                  <a:pt x="3967" y="1722"/>
                  <a:pt x="3956" y="1732"/>
                </a:cubicBezTo>
                <a:cubicBezTo>
                  <a:pt x="3946" y="1744"/>
                  <a:pt x="3934" y="1753"/>
                  <a:pt x="3922" y="1762"/>
                </a:cubicBezTo>
                <a:cubicBezTo>
                  <a:pt x="3909" y="1770"/>
                  <a:pt x="3896" y="1777"/>
                  <a:pt x="3883" y="1782"/>
                </a:cubicBezTo>
                <a:cubicBezTo>
                  <a:pt x="3869" y="1788"/>
                  <a:pt x="3855" y="1792"/>
                  <a:pt x="3840" y="1795"/>
                </a:cubicBezTo>
                <a:cubicBezTo>
                  <a:pt x="3825" y="1798"/>
                  <a:pt x="3811" y="1800"/>
                  <a:pt x="3795" y="1800"/>
                </a:cubicBezTo>
                <a:lnTo>
                  <a:pt x="227" y="1800"/>
                </a:lnTo>
                <a:cubicBezTo>
                  <a:pt x="212" y="1800"/>
                  <a:pt x="197" y="1798"/>
                  <a:pt x="182" y="1795"/>
                </a:cubicBezTo>
                <a:cubicBezTo>
                  <a:pt x="168" y="1792"/>
                  <a:pt x="154" y="1788"/>
                  <a:pt x="140" y="1782"/>
                </a:cubicBezTo>
                <a:cubicBezTo>
                  <a:pt x="126" y="1777"/>
                  <a:pt x="113" y="1770"/>
                  <a:pt x="101" y="1762"/>
                </a:cubicBezTo>
                <a:cubicBezTo>
                  <a:pt x="88" y="1753"/>
                  <a:pt x="77" y="1744"/>
                  <a:pt x="66" y="1732"/>
                </a:cubicBezTo>
                <a:cubicBezTo>
                  <a:pt x="56" y="1722"/>
                  <a:pt x="46" y="1710"/>
                  <a:pt x="38" y="1698"/>
                </a:cubicBezTo>
                <a:cubicBezTo>
                  <a:pt x="30" y="1686"/>
                  <a:pt x="23" y="1672"/>
                  <a:pt x="17" y="1659"/>
                </a:cubicBezTo>
                <a:cubicBezTo>
                  <a:pt x="11" y="1645"/>
                  <a:pt x="7" y="1631"/>
                  <a:pt x="4" y="1616"/>
                </a:cubicBezTo>
                <a:cubicBezTo>
                  <a:pt x="1" y="1602"/>
                  <a:pt x="0" y="1587"/>
                  <a:pt x="0" y="1572"/>
                </a:cubicBezTo>
                <a:close/>
              </a:path>
            </a:pathLst>
          </a:custGeom>
          <a:noFill/>
          <a:ln w="9360">
            <a:solidFill>
              <a:srgbClr val="e6e1f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3" name=""/>
          <p:cNvSpPr txBox="1"/>
          <p:nvPr/>
        </p:nvSpPr>
        <p:spPr>
          <a:xfrm>
            <a:off x="801000" y="1954080"/>
            <a:ext cx="494640" cy="178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200" spc="-1" strike="noStrike">
                <a:solidFill>
                  <a:srgbClr val="0e0e14"/>
                </a:solidFill>
                <a:latin typeface="PlayfairDisplay-Semi"/>
                <a:ea typeface="PlayfairDisplay-Semi"/>
              </a:rPr>
              <a:t>Home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4" name=""/>
          <p:cNvSpPr txBox="1"/>
          <p:nvPr/>
        </p:nvSpPr>
        <p:spPr>
          <a:xfrm>
            <a:off x="2403720" y="1784520"/>
            <a:ext cx="60408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00" spc="-1" strike="noStrike">
                <a:solidFill>
                  <a:srgbClr val="6a26d8"/>
                </a:solidFill>
                <a:latin typeface="Inter-Semi"/>
                <a:ea typeface="Inter-Semi"/>
              </a:rPr>
              <a:t>P A G E   0 2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5" name=""/>
          <p:cNvSpPr/>
          <p:nvPr/>
        </p:nvSpPr>
        <p:spPr>
          <a:xfrm>
            <a:off x="3862080" y="1643040"/>
            <a:ext cx="1448280" cy="648000"/>
          </a:xfrm>
          <a:custGeom>
            <a:avLst/>
            <a:gdLst/>
            <a:ahLst/>
            <a:rect l="0" t="0" r="r" b="b"/>
            <a:pathLst>
              <a:path w="4023" h="1800">
                <a:moveTo>
                  <a:pt x="0" y="1572"/>
                </a:moveTo>
                <a:lnTo>
                  <a:pt x="0" y="226"/>
                </a:lnTo>
                <a:cubicBezTo>
                  <a:pt x="0" y="211"/>
                  <a:pt x="2" y="197"/>
                  <a:pt x="5" y="182"/>
                </a:cubicBezTo>
                <a:cubicBezTo>
                  <a:pt x="8" y="167"/>
                  <a:pt x="12" y="153"/>
                  <a:pt x="18" y="140"/>
                </a:cubicBezTo>
                <a:cubicBezTo>
                  <a:pt x="23" y="126"/>
                  <a:pt x="30" y="113"/>
                  <a:pt x="39" y="100"/>
                </a:cubicBezTo>
                <a:cubicBezTo>
                  <a:pt x="47" y="88"/>
                  <a:pt x="56" y="77"/>
                  <a:pt x="67" y="66"/>
                </a:cubicBezTo>
                <a:cubicBezTo>
                  <a:pt x="77" y="55"/>
                  <a:pt x="89" y="46"/>
                  <a:pt x="101" y="38"/>
                </a:cubicBezTo>
                <a:cubicBezTo>
                  <a:pt x="114" y="30"/>
                  <a:pt x="127" y="23"/>
                  <a:pt x="140" y="17"/>
                </a:cubicBezTo>
                <a:cubicBezTo>
                  <a:pt x="154" y="11"/>
                  <a:pt x="168" y="7"/>
                  <a:pt x="183" y="4"/>
                </a:cubicBezTo>
                <a:cubicBezTo>
                  <a:pt x="197" y="1"/>
                  <a:pt x="212" y="0"/>
                  <a:pt x="227" y="0"/>
                </a:cubicBezTo>
                <a:lnTo>
                  <a:pt x="3796" y="0"/>
                </a:lnTo>
                <a:cubicBezTo>
                  <a:pt x="3811" y="0"/>
                  <a:pt x="3826" y="1"/>
                  <a:pt x="3840" y="4"/>
                </a:cubicBezTo>
                <a:cubicBezTo>
                  <a:pt x="3855" y="7"/>
                  <a:pt x="3869" y="11"/>
                  <a:pt x="3883" y="17"/>
                </a:cubicBezTo>
                <a:cubicBezTo>
                  <a:pt x="3897" y="23"/>
                  <a:pt x="3910" y="29"/>
                  <a:pt x="3922" y="38"/>
                </a:cubicBezTo>
                <a:cubicBezTo>
                  <a:pt x="3935" y="46"/>
                  <a:pt x="3946" y="55"/>
                  <a:pt x="3957" y="66"/>
                </a:cubicBezTo>
                <a:cubicBezTo>
                  <a:pt x="3967" y="77"/>
                  <a:pt x="3977" y="88"/>
                  <a:pt x="3985" y="100"/>
                </a:cubicBezTo>
                <a:cubicBezTo>
                  <a:pt x="3993" y="113"/>
                  <a:pt x="4000" y="126"/>
                  <a:pt x="4006" y="140"/>
                </a:cubicBezTo>
                <a:cubicBezTo>
                  <a:pt x="4011" y="153"/>
                  <a:pt x="4016" y="167"/>
                  <a:pt x="4019" y="182"/>
                </a:cubicBezTo>
                <a:cubicBezTo>
                  <a:pt x="4022" y="197"/>
                  <a:pt x="4023" y="211"/>
                  <a:pt x="4023" y="226"/>
                </a:cubicBezTo>
                <a:lnTo>
                  <a:pt x="4023" y="1572"/>
                </a:lnTo>
                <a:cubicBezTo>
                  <a:pt x="4023" y="1587"/>
                  <a:pt x="4022" y="1602"/>
                  <a:pt x="4019" y="1616"/>
                </a:cubicBezTo>
                <a:cubicBezTo>
                  <a:pt x="4016" y="1631"/>
                  <a:pt x="4011" y="1645"/>
                  <a:pt x="4006" y="1659"/>
                </a:cubicBezTo>
                <a:cubicBezTo>
                  <a:pt x="4000" y="1672"/>
                  <a:pt x="3993" y="1686"/>
                  <a:pt x="3985" y="1698"/>
                </a:cubicBezTo>
                <a:cubicBezTo>
                  <a:pt x="3977" y="1710"/>
                  <a:pt x="3967" y="1722"/>
                  <a:pt x="3957" y="1732"/>
                </a:cubicBezTo>
                <a:cubicBezTo>
                  <a:pt x="3946" y="1744"/>
                  <a:pt x="3935" y="1753"/>
                  <a:pt x="3922" y="1762"/>
                </a:cubicBezTo>
                <a:cubicBezTo>
                  <a:pt x="3910" y="1770"/>
                  <a:pt x="3897" y="1777"/>
                  <a:pt x="3883" y="1782"/>
                </a:cubicBezTo>
                <a:cubicBezTo>
                  <a:pt x="3869" y="1788"/>
                  <a:pt x="3855" y="1792"/>
                  <a:pt x="3840" y="1795"/>
                </a:cubicBezTo>
                <a:cubicBezTo>
                  <a:pt x="3826" y="1798"/>
                  <a:pt x="3811" y="1800"/>
                  <a:pt x="3796" y="1800"/>
                </a:cubicBezTo>
                <a:lnTo>
                  <a:pt x="227" y="1800"/>
                </a:lnTo>
                <a:cubicBezTo>
                  <a:pt x="212" y="1800"/>
                  <a:pt x="197" y="1798"/>
                  <a:pt x="183" y="1795"/>
                </a:cubicBezTo>
                <a:cubicBezTo>
                  <a:pt x="168" y="1792"/>
                  <a:pt x="154" y="1788"/>
                  <a:pt x="140" y="1782"/>
                </a:cubicBezTo>
                <a:cubicBezTo>
                  <a:pt x="127" y="1777"/>
                  <a:pt x="114" y="1770"/>
                  <a:pt x="101" y="1762"/>
                </a:cubicBezTo>
                <a:cubicBezTo>
                  <a:pt x="89" y="1753"/>
                  <a:pt x="77" y="1744"/>
                  <a:pt x="67" y="1732"/>
                </a:cubicBezTo>
                <a:cubicBezTo>
                  <a:pt x="56" y="1722"/>
                  <a:pt x="47" y="1710"/>
                  <a:pt x="39" y="1698"/>
                </a:cubicBezTo>
                <a:cubicBezTo>
                  <a:pt x="30" y="1686"/>
                  <a:pt x="23" y="1672"/>
                  <a:pt x="18" y="1659"/>
                </a:cubicBezTo>
                <a:cubicBezTo>
                  <a:pt x="12" y="1645"/>
                  <a:pt x="8" y="1631"/>
                  <a:pt x="5" y="1616"/>
                </a:cubicBezTo>
                <a:cubicBezTo>
                  <a:pt x="2" y="1602"/>
                  <a:pt x="0" y="1587"/>
                  <a:pt x="0" y="1572"/>
                </a:cubicBezTo>
                <a:close/>
              </a:path>
            </a:pathLst>
          </a:custGeom>
          <a:solidFill>
            <a:srgbClr val="f8f6f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6" name=""/>
          <p:cNvSpPr/>
          <p:nvPr/>
        </p:nvSpPr>
        <p:spPr>
          <a:xfrm>
            <a:off x="3862080" y="1643040"/>
            <a:ext cx="1448280" cy="648000"/>
          </a:xfrm>
          <a:custGeom>
            <a:avLst/>
            <a:gdLst/>
            <a:ahLst/>
            <a:rect l="0" t="0" r="r" b="b"/>
            <a:pathLst>
              <a:path w="4023" h="1800">
                <a:moveTo>
                  <a:pt x="0" y="1572"/>
                </a:moveTo>
                <a:lnTo>
                  <a:pt x="0" y="226"/>
                </a:lnTo>
                <a:cubicBezTo>
                  <a:pt x="0" y="211"/>
                  <a:pt x="2" y="197"/>
                  <a:pt x="5" y="182"/>
                </a:cubicBezTo>
                <a:cubicBezTo>
                  <a:pt x="8" y="167"/>
                  <a:pt x="12" y="153"/>
                  <a:pt x="18" y="140"/>
                </a:cubicBezTo>
                <a:cubicBezTo>
                  <a:pt x="23" y="126"/>
                  <a:pt x="30" y="113"/>
                  <a:pt x="39" y="100"/>
                </a:cubicBezTo>
                <a:cubicBezTo>
                  <a:pt x="47" y="88"/>
                  <a:pt x="56" y="77"/>
                  <a:pt x="67" y="66"/>
                </a:cubicBezTo>
                <a:cubicBezTo>
                  <a:pt x="77" y="55"/>
                  <a:pt x="89" y="46"/>
                  <a:pt x="101" y="38"/>
                </a:cubicBezTo>
                <a:cubicBezTo>
                  <a:pt x="114" y="30"/>
                  <a:pt x="127" y="23"/>
                  <a:pt x="140" y="17"/>
                </a:cubicBezTo>
                <a:cubicBezTo>
                  <a:pt x="154" y="11"/>
                  <a:pt x="168" y="7"/>
                  <a:pt x="183" y="4"/>
                </a:cubicBezTo>
                <a:cubicBezTo>
                  <a:pt x="197" y="1"/>
                  <a:pt x="212" y="0"/>
                  <a:pt x="227" y="0"/>
                </a:cubicBezTo>
                <a:lnTo>
                  <a:pt x="3796" y="0"/>
                </a:lnTo>
                <a:cubicBezTo>
                  <a:pt x="3811" y="0"/>
                  <a:pt x="3826" y="1"/>
                  <a:pt x="3840" y="4"/>
                </a:cubicBezTo>
                <a:cubicBezTo>
                  <a:pt x="3855" y="7"/>
                  <a:pt x="3869" y="11"/>
                  <a:pt x="3883" y="17"/>
                </a:cubicBezTo>
                <a:cubicBezTo>
                  <a:pt x="3897" y="23"/>
                  <a:pt x="3910" y="29"/>
                  <a:pt x="3922" y="38"/>
                </a:cubicBezTo>
                <a:cubicBezTo>
                  <a:pt x="3935" y="46"/>
                  <a:pt x="3946" y="55"/>
                  <a:pt x="3957" y="66"/>
                </a:cubicBezTo>
                <a:cubicBezTo>
                  <a:pt x="3967" y="77"/>
                  <a:pt x="3977" y="88"/>
                  <a:pt x="3985" y="100"/>
                </a:cubicBezTo>
                <a:cubicBezTo>
                  <a:pt x="3993" y="113"/>
                  <a:pt x="4000" y="126"/>
                  <a:pt x="4006" y="140"/>
                </a:cubicBezTo>
                <a:cubicBezTo>
                  <a:pt x="4011" y="153"/>
                  <a:pt x="4016" y="167"/>
                  <a:pt x="4019" y="182"/>
                </a:cubicBezTo>
                <a:cubicBezTo>
                  <a:pt x="4022" y="197"/>
                  <a:pt x="4023" y="211"/>
                  <a:pt x="4023" y="226"/>
                </a:cubicBezTo>
                <a:lnTo>
                  <a:pt x="4023" y="1572"/>
                </a:lnTo>
                <a:cubicBezTo>
                  <a:pt x="4023" y="1587"/>
                  <a:pt x="4022" y="1602"/>
                  <a:pt x="4019" y="1616"/>
                </a:cubicBezTo>
                <a:cubicBezTo>
                  <a:pt x="4016" y="1631"/>
                  <a:pt x="4011" y="1645"/>
                  <a:pt x="4006" y="1659"/>
                </a:cubicBezTo>
                <a:cubicBezTo>
                  <a:pt x="4000" y="1672"/>
                  <a:pt x="3993" y="1686"/>
                  <a:pt x="3985" y="1698"/>
                </a:cubicBezTo>
                <a:cubicBezTo>
                  <a:pt x="3977" y="1710"/>
                  <a:pt x="3967" y="1722"/>
                  <a:pt x="3957" y="1732"/>
                </a:cubicBezTo>
                <a:cubicBezTo>
                  <a:pt x="3946" y="1744"/>
                  <a:pt x="3935" y="1753"/>
                  <a:pt x="3922" y="1762"/>
                </a:cubicBezTo>
                <a:cubicBezTo>
                  <a:pt x="3910" y="1770"/>
                  <a:pt x="3897" y="1777"/>
                  <a:pt x="3883" y="1782"/>
                </a:cubicBezTo>
                <a:cubicBezTo>
                  <a:pt x="3869" y="1788"/>
                  <a:pt x="3855" y="1792"/>
                  <a:pt x="3840" y="1795"/>
                </a:cubicBezTo>
                <a:cubicBezTo>
                  <a:pt x="3826" y="1798"/>
                  <a:pt x="3811" y="1800"/>
                  <a:pt x="3796" y="1800"/>
                </a:cubicBezTo>
                <a:lnTo>
                  <a:pt x="227" y="1800"/>
                </a:lnTo>
                <a:cubicBezTo>
                  <a:pt x="212" y="1800"/>
                  <a:pt x="197" y="1798"/>
                  <a:pt x="183" y="1795"/>
                </a:cubicBezTo>
                <a:cubicBezTo>
                  <a:pt x="168" y="1792"/>
                  <a:pt x="154" y="1788"/>
                  <a:pt x="140" y="1782"/>
                </a:cubicBezTo>
                <a:cubicBezTo>
                  <a:pt x="127" y="1777"/>
                  <a:pt x="114" y="1770"/>
                  <a:pt x="101" y="1762"/>
                </a:cubicBezTo>
                <a:cubicBezTo>
                  <a:pt x="89" y="1753"/>
                  <a:pt x="77" y="1744"/>
                  <a:pt x="67" y="1732"/>
                </a:cubicBezTo>
                <a:cubicBezTo>
                  <a:pt x="56" y="1722"/>
                  <a:pt x="47" y="1710"/>
                  <a:pt x="39" y="1698"/>
                </a:cubicBezTo>
                <a:cubicBezTo>
                  <a:pt x="30" y="1686"/>
                  <a:pt x="23" y="1672"/>
                  <a:pt x="18" y="1659"/>
                </a:cubicBezTo>
                <a:cubicBezTo>
                  <a:pt x="12" y="1645"/>
                  <a:pt x="8" y="1631"/>
                  <a:pt x="5" y="1616"/>
                </a:cubicBezTo>
                <a:cubicBezTo>
                  <a:pt x="2" y="1602"/>
                  <a:pt x="0" y="1587"/>
                  <a:pt x="0" y="1572"/>
                </a:cubicBezTo>
                <a:close/>
              </a:path>
            </a:pathLst>
          </a:custGeom>
          <a:noFill/>
          <a:ln w="9360">
            <a:solidFill>
              <a:srgbClr val="e6e1f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7" name=""/>
          <p:cNvSpPr txBox="1"/>
          <p:nvPr/>
        </p:nvSpPr>
        <p:spPr>
          <a:xfrm>
            <a:off x="2403720" y="1954080"/>
            <a:ext cx="780840" cy="178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200" spc="-1" strike="noStrike">
                <a:solidFill>
                  <a:srgbClr val="0e0e14"/>
                </a:solidFill>
                <a:latin typeface="PlayfairDisplay-Semi"/>
                <a:ea typeface="PlayfairDisplay-Semi"/>
              </a:rPr>
              <a:t>About Us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8" name=""/>
          <p:cNvSpPr txBox="1"/>
          <p:nvPr/>
        </p:nvSpPr>
        <p:spPr>
          <a:xfrm>
            <a:off x="4006800" y="1784520"/>
            <a:ext cx="60408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00" spc="-1" strike="noStrike">
                <a:solidFill>
                  <a:srgbClr val="6a26d8"/>
                </a:solidFill>
                <a:latin typeface="Inter-Semi"/>
                <a:ea typeface="Inter-Semi"/>
              </a:rPr>
              <a:t>P A G E   0 3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9" name=""/>
          <p:cNvSpPr/>
          <p:nvPr/>
        </p:nvSpPr>
        <p:spPr>
          <a:xfrm>
            <a:off x="5462280" y="1643040"/>
            <a:ext cx="1448280" cy="648000"/>
          </a:xfrm>
          <a:custGeom>
            <a:avLst/>
            <a:gdLst/>
            <a:ahLst/>
            <a:rect l="0" t="0" r="r" b="b"/>
            <a:pathLst>
              <a:path w="4023" h="1800">
                <a:moveTo>
                  <a:pt x="0" y="1572"/>
                </a:moveTo>
                <a:lnTo>
                  <a:pt x="0" y="226"/>
                </a:lnTo>
                <a:cubicBezTo>
                  <a:pt x="0" y="211"/>
                  <a:pt x="2" y="197"/>
                  <a:pt x="5" y="182"/>
                </a:cubicBezTo>
                <a:cubicBezTo>
                  <a:pt x="8" y="167"/>
                  <a:pt x="12" y="153"/>
                  <a:pt x="18" y="140"/>
                </a:cubicBezTo>
                <a:cubicBezTo>
                  <a:pt x="23" y="126"/>
                  <a:pt x="30" y="113"/>
                  <a:pt x="39" y="100"/>
                </a:cubicBezTo>
                <a:cubicBezTo>
                  <a:pt x="47" y="88"/>
                  <a:pt x="56" y="77"/>
                  <a:pt x="67" y="66"/>
                </a:cubicBezTo>
                <a:cubicBezTo>
                  <a:pt x="77" y="55"/>
                  <a:pt x="89" y="46"/>
                  <a:pt x="101" y="38"/>
                </a:cubicBezTo>
                <a:cubicBezTo>
                  <a:pt x="114" y="30"/>
                  <a:pt x="127" y="23"/>
                  <a:pt x="140" y="17"/>
                </a:cubicBezTo>
                <a:cubicBezTo>
                  <a:pt x="154" y="11"/>
                  <a:pt x="168" y="7"/>
                  <a:pt x="183" y="4"/>
                </a:cubicBezTo>
                <a:cubicBezTo>
                  <a:pt x="197" y="1"/>
                  <a:pt x="212" y="0"/>
                  <a:pt x="227" y="0"/>
                </a:cubicBezTo>
                <a:lnTo>
                  <a:pt x="3796" y="0"/>
                </a:lnTo>
                <a:cubicBezTo>
                  <a:pt x="3811" y="0"/>
                  <a:pt x="3826" y="1"/>
                  <a:pt x="3840" y="4"/>
                </a:cubicBezTo>
                <a:cubicBezTo>
                  <a:pt x="3855" y="7"/>
                  <a:pt x="3869" y="11"/>
                  <a:pt x="3883" y="17"/>
                </a:cubicBezTo>
                <a:cubicBezTo>
                  <a:pt x="3897" y="23"/>
                  <a:pt x="3910" y="29"/>
                  <a:pt x="3922" y="38"/>
                </a:cubicBezTo>
                <a:cubicBezTo>
                  <a:pt x="3935" y="46"/>
                  <a:pt x="3946" y="55"/>
                  <a:pt x="3957" y="66"/>
                </a:cubicBezTo>
                <a:cubicBezTo>
                  <a:pt x="3967" y="77"/>
                  <a:pt x="3977" y="88"/>
                  <a:pt x="3985" y="100"/>
                </a:cubicBezTo>
                <a:cubicBezTo>
                  <a:pt x="3993" y="113"/>
                  <a:pt x="4000" y="126"/>
                  <a:pt x="4006" y="140"/>
                </a:cubicBezTo>
                <a:cubicBezTo>
                  <a:pt x="4011" y="153"/>
                  <a:pt x="4016" y="167"/>
                  <a:pt x="4019" y="182"/>
                </a:cubicBezTo>
                <a:cubicBezTo>
                  <a:pt x="4022" y="197"/>
                  <a:pt x="4023" y="211"/>
                  <a:pt x="4023" y="226"/>
                </a:cubicBezTo>
                <a:lnTo>
                  <a:pt x="4023" y="1572"/>
                </a:lnTo>
                <a:cubicBezTo>
                  <a:pt x="4023" y="1587"/>
                  <a:pt x="4022" y="1602"/>
                  <a:pt x="4019" y="1616"/>
                </a:cubicBezTo>
                <a:cubicBezTo>
                  <a:pt x="4016" y="1631"/>
                  <a:pt x="4011" y="1645"/>
                  <a:pt x="4006" y="1659"/>
                </a:cubicBezTo>
                <a:cubicBezTo>
                  <a:pt x="4000" y="1672"/>
                  <a:pt x="3993" y="1686"/>
                  <a:pt x="3985" y="1698"/>
                </a:cubicBezTo>
                <a:cubicBezTo>
                  <a:pt x="3977" y="1710"/>
                  <a:pt x="3967" y="1722"/>
                  <a:pt x="3957" y="1732"/>
                </a:cubicBezTo>
                <a:cubicBezTo>
                  <a:pt x="3946" y="1744"/>
                  <a:pt x="3935" y="1753"/>
                  <a:pt x="3922" y="1762"/>
                </a:cubicBezTo>
                <a:cubicBezTo>
                  <a:pt x="3910" y="1770"/>
                  <a:pt x="3897" y="1777"/>
                  <a:pt x="3883" y="1782"/>
                </a:cubicBezTo>
                <a:cubicBezTo>
                  <a:pt x="3869" y="1788"/>
                  <a:pt x="3855" y="1792"/>
                  <a:pt x="3840" y="1795"/>
                </a:cubicBezTo>
                <a:cubicBezTo>
                  <a:pt x="3826" y="1798"/>
                  <a:pt x="3811" y="1800"/>
                  <a:pt x="3796" y="1800"/>
                </a:cubicBezTo>
                <a:lnTo>
                  <a:pt x="227" y="1800"/>
                </a:lnTo>
                <a:cubicBezTo>
                  <a:pt x="212" y="1800"/>
                  <a:pt x="197" y="1798"/>
                  <a:pt x="183" y="1795"/>
                </a:cubicBezTo>
                <a:cubicBezTo>
                  <a:pt x="168" y="1792"/>
                  <a:pt x="154" y="1788"/>
                  <a:pt x="140" y="1782"/>
                </a:cubicBezTo>
                <a:cubicBezTo>
                  <a:pt x="127" y="1777"/>
                  <a:pt x="114" y="1770"/>
                  <a:pt x="101" y="1762"/>
                </a:cubicBezTo>
                <a:cubicBezTo>
                  <a:pt x="89" y="1753"/>
                  <a:pt x="77" y="1744"/>
                  <a:pt x="67" y="1732"/>
                </a:cubicBezTo>
                <a:cubicBezTo>
                  <a:pt x="56" y="1722"/>
                  <a:pt x="47" y="1710"/>
                  <a:pt x="39" y="1698"/>
                </a:cubicBezTo>
                <a:cubicBezTo>
                  <a:pt x="30" y="1686"/>
                  <a:pt x="23" y="1672"/>
                  <a:pt x="18" y="1659"/>
                </a:cubicBezTo>
                <a:cubicBezTo>
                  <a:pt x="12" y="1645"/>
                  <a:pt x="8" y="1631"/>
                  <a:pt x="5" y="1616"/>
                </a:cubicBezTo>
                <a:cubicBezTo>
                  <a:pt x="2" y="1602"/>
                  <a:pt x="0" y="1587"/>
                  <a:pt x="0" y="1572"/>
                </a:cubicBezTo>
                <a:close/>
              </a:path>
            </a:pathLst>
          </a:custGeom>
          <a:solidFill>
            <a:srgbClr val="f8f6f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0" name=""/>
          <p:cNvSpPr/>
          <p:nvPr/>
        </p:nvSpPr>
        <p:spPr>
          <a:xfrm>
            <a:off x="5462280" y="1643040"/>
            <a:ext cx="1448280" cy="648000"/>
          </a:xfrm>
          <a:custGeom>
            <a:avLst/>
            <a:gdLst/>
            <a:ahLst/>
            <a:rect l="0" t="0" r="r" b="b"/>
            <a:pathLst>
              <a:path w="4023" h="1800">
                <a:moveTo>
                  <a:pt x="0" y="1572"/>
                </a:moveTo>
                <a:lnTo>
                  <a:pt x="0" y="226"/>
                </a:lnTo>
                <a:cubicBezTo>
                  <a:pt x="0" y="211"/>
                  <a:pt x="2" y="197"/>
                  <a:pt x="5" y="182"/>
                </a:cubicBezTo>
                <a:cubicBezTo>
                  <a:pt x="8" y="167"/>
                  <a:pt x="12" y="153"/>
                  <a:pt x="18" y="140"/>
                </a:cubicBezTo>
                <a:cubicBezTo>
                  <a:pt x="23" y="126"/>
                  <a:pt x="30" y="113"/>
                  <a:pt x="39" y="100"/>
                </a:cubicBezTo>
                <a:cubicBezTo>
                  <a:pt x="47" y="88"/>
                  <a:pt x="56" y="77"/>
                  <a:pt x="67" y="66"/>
                </a:cubicBezTo>
                <a:cubicBezTo>
                  <a:pt x="77" y="55"/>
                  <a:pt x="89" y="46"/>
                  <a:pt x="101" y="38"/>
                </a:cubicBezTo>
                <a:cubicBezTo>
                  <a:pt x="114" y="30"/>
                  <a:pt x="127" y="23"/>
                  <a:pt x="140" y="17"/>
                </a:cubicBezTo>
                <a:cubicBezTo>
                  <a:pt x="154" y="11"/>
                  <a:pt x="168" y="7"/>
                  <a:pt x="183" y="4"/>
                </a:cubicBezTo>
                <a:cubicBezTo>
                  <a:pt x="197" y="1"/>
                  <a:pt x="212" y="0"/>
                  <a:pt x="227" y="0"/>
                </a:cubicBezTo>
                <a:lnTo>
                  <a:pt x="3796" y="0"/>
                </a:lnTo>
                <a:cubicBezTo>
                  <a:pt x="3811" y="0"/>
                  <a:pt x="3826" y="1"/>
                  <a:pt x="3840" y="4"/>
                </a:cubicBezTo>
                <a:cubicBezTo>
                  <a:pt x="3855" y="7"/>
                  <a:pt x="3869" y="11"/>
                  <a:pt x="3883" y="17"/>
                </a:cubicBezTo>
                <a:cubicBezTo>
                  <a:pt x="3897" y="23"/>
                  <a:pt x="3910" y="29"/>
                  <a:pt x="3922" y="38"/>
                </a:cubicBezTo>
                <a:cubicBezTo>
                  <a:pt x="3935" y="46"/>
                  <a:pt x="3946" y="55"/>
                  <a:pt x="3957" y="66"/>
                </a:cubicBezTo>
                <a:cubicBezTo>
                  <a:pt x="3967" y="77"/>
                  <a:pt x="3977" y="88"/>
                  <a:pt x="3985" y="100"/>
                </a:cubicBezTo>
                <a:cubicBezTo>
                  <a:pt x="3993" y="113"/>
                  <a:pt x="4000" y="126"/>
                  <a:pt x="4006" y="140"/>
                </a:cubicBezTo>
                <a:cubicBezTo>
                  <a:pt x="4011" y="153"/>
                  <a:pt x="4016" y="167"/>
                  <a:pt x="4019" y="182"/>
                </a:cubicBezTo>
                <a:cubicBezTo>
                  <a:pt x="4022" y="197"/>
                  <a:pt x="4023" y="211"/>
                  <a:pt x="4023" y="226"/>
                </a:cubicBezTo>
                <a:lnTo>
                  <a:pt x="4023" y="1572"/>
                </a:lnTo>
                <a:cubicBezTo>
                  <a:pt x="4023" y="1587"/>
                  <a:pt x="4022" y="1602"/>
                  <a:pt x="4019" y="1616"/>
                </a:cubicBezTo>
                <a:cubicBezTo>
                  <a:pt x="4016" y="1631"/>
                  <a:pt x="4011" y="1645"/>
                  <a:pt x="4006" y="1659"/>
                </a:cubicBezTo>
                <a:cubicBezTo>
                  <a:pt x="4000" y="1672"/>
                  <a:pt x="3993" y="1686"/>
                  <a:pt x="3985" y="1698"/>
                </a:cubicBezTo>
                <a:cubicBezTo>
                  <a:pt x="3977" y="1710"/>
                  <a:pt x="3967" y="1722"/>
                  <a:pt x="3957" y="1732"/>
                </a:cubicBezTo>
                <a:cubicBezTo>
                  <a:pt x="3946" y="1744"/>
                  <a:pt x="3935" y="1753"/>
                  <a:pt x="3922" y="1762"/>
                </a:cubicBezTo>
                <a:cubicBezTo>
                  <a:pt x="3910" y="1770"/>
                  <a:pt x="3897" y="1777"/>
                  <a:pt x="3883" y="1782"/>
                </a:cubicBezTo>
                <a:cubicBezTo>
                  <a:pt x="3869" y="1788"/>
                  <a:pt x="3855" y="1792"/>
                  <a:pt x="3840" y="1795"/>
                </a:cubicBezTo>
                <a:cubicBezTo>
                  <a:pt x="3826" y="1798"/>
                  <a:pt x="3811" y="1800"/>
                  <a:pt x="3796" y="1800"/>
                </a:cubicBezTo>
                <a:lnTo>
                  <a:pt x="227" y="1800"/>
                </a:lnTo>
                <a:cubicBezTo>
                  <a:pt x="212" y="1800"/>
                  <a:pt x="197" y="1798"/>
                  <a:pt x="183" y="1795"/>
                </a:cubicBezTo>
                <a:cubicBezTo>
                  <a:pt x="168" y="1792"/>
                  <a:pt x="154" y="1788"/>
                  <a:pt x="140" y="1782"/>
                </a:cubicBezTo>
                <a:cubicBezTo>
                  <a:pt x="127" y="1777"/>
                  <a:pt x="114" y="1770"/>
                  <a:pt x="101" y="1762"/>
                </a:cubicBezTo>
                <a:cubicBezTo>
                  <a:pt x="89" y="1753"/>
                  <a:pt x="77" y="1744"/>
                  <a:pt x="67" y="1732"/>
                </a:cubicBezTo>
                <a:cubicBezTo>
                  <a:pt x="56" y="1722"/>
                  <a:pt x="47" y="1710"/>
                  <a:pt x="39" y="1698"/>
                </a:cubicBezTo>
                <a:cubicBezTo>
                  <a:pt x="30" y="1686"/>
                  <a:pt x="23" y="1672"/>
                  <a:pt x="18" y="1659"/>
                </a:cubicBezTo>
                <a:cubicBezTo>
                  <a:pt x="12" y="1645"/>
                  <a:pt x="8" y="1631"/>
                  <a:pt x="5" y="1616"/>
                </a:cubicBezTo>
                <a:cubicBezTo>
                  <a:pt x="2" y="1602"/>
                  <a:pt x="0" y="1587"/>
                  <a:pt x="0" y="1572"/>
                </a:cubicBezTo>
                <a:close/>
              </a:path>
            </a:pathLst>
          </a:custGeom>
          <a:noFill/>
          <a:ln w="9360">
            <a:solidFill>
              <a:srgbClr val="e6e1f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1" name=""/>
          <p:cNvSpPr txBox="1"/>
          <p:nvPr/>
        </p:nvSpPr>
        <p:spPr>
          <a:xfrm>
            <a:off x="4006800" y="1954080"/>
            <a:ext cx="724680" cy="178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200" spc="-1" strike="noStrike">
                <a:solidFill>
                  <a:srgbClr val="0e0e14"/>
                </a:solidFill>
                <a:latin typeface="PlayfairDisplay-Semi"/>
                <a:ea typeface="PlayfairDisplay-Semi"/>
              </a:rPr>
              <a:t>Services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2" name=""/>
          <p:cNvSpPr txBox="1"/>
          <p:nvPr/>
        </p:nvSpPr>
        <p:spPr>
          <a:xfrm>
            <a:off x="5609520" y="1784520"/>
            <a:ext cx="60408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00" spc="-1" strike="noStrike">
                <a:solidFill>
                  <a:srgbClr val="6a26d8"/>
                </a:solidFill>
                <a:latin typeface="Inter-Semi"/>
                <a:ea typeface="Inter-Semi"/>
              </a:rPr>
              <a:t>P A G E   0 4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3" name=""/>
          <p:cNvSpPr/>
          <p:nvPr/>
        </p:nvSpPr>
        <p:spPr>
          <a:xfrm>
            <a:off x="652320" y="2442960"/>
            <a:ext cx="1448280" cy="895680"/>
          </a:xfrm>
          <a:custGeom>
            <a:avLst/>
            <a:gdLst/>
            <a:ahLst/>
            <a:rect l="0" t="0" r="r" b="b"/>
            <a:pathLst>
              <a:path w="4023" h="2488">
                <a:moveTo>
                  <a:pt x="0" y="2261"/>
                </a:moveTo>
                <a:lnTo>
                  <a:pt x="0" y="227"/>
                </a:lnTo>
                <a:cubicBezTo>
                  <a:pt x="0" y="212"/>
                  <a:pt x="1" y="197"/>
                  <a:pt x="4" y="183"/>
                </a:cubicBezTo>
                <a:cubicBezTo>
                  <a:pt x="7" y="168"/>
                  <a:pt x="11" y="154"/>
                  <a:pt x="17" y="140"/>
                </a:cubicBezTo>
                <a:cubicBezTo>
                  <a:pt x="23" y="126"/>
                  <a:pt x="30" y="113"/>
                  <a:pt x="38" y="101"/>
                </a:cubicBezTo>
                <a:cubicBezTo>
                  <a:pt x="46" y="88"/>
                  <a:pt x="56" y="77"/>
                  <a:pt x="66" y="66"/>
                </a:cubicBezTo>
                <a:cubicBezTo>
                  <a:pt x="77" y="56"/>
                  <a:pt x="88" y="47"/>
                  <a:pt x="101" y="38"/>
                </a:cubicBezTo>
                <a:cubicBezTo>
                  <a:pt x="113" y="30"/>
                  <a:pt x="126" y="23"/>
                  <a:pt x="140" y="17"/>
                </a:cubicBezTo>
                <a:cubicBezTo>
                  <a:pt x="154" y="12"/>
                  <a:pt x="168" y="7"/>
                  <a:pt x="182" y="4"/>
                </a:cubicBezTo>
                <a:cubicBezTo>
                  <a:pt x="197" y="2"/>
                  <a:pt x="213" y="0"/>
                  <a:pt x="228" y="0"/>
                </a:cubicBezTo>
                <a:lnTo>
                  <a:pt x="3796" y="0"/>
                </a:lnTo>
                <a:cubicBezTo>
                  <a:pt x="3811" y="0"/>
                  <a:pt x="3825" y="2"/>
                  <a:pt x="3840" y="4"/>
                </a:cubicBezTo>
                <a:cubicBezTo>
                  <a:pt x="3855" y="7"/>
                  <a:pt x="3869" y="12"/>
                  <a:pt x="3883" y="17"/>
                </a:cubicBezTo>
                <a:cubicBezTo>
                  <a:pt x="3896" y="23"/>
                  <a:pt x="3909" y="30"/>
                  <a:pt x="3922" y="38"/>
                </a:cubicBezTo>
                <a:cubicBezTo>
                  <a:pt x="3934" y="47"/>
                  <a:pt x="3946" y="56"/>
                  <a:pt x="3956" y="66"/>
                </a:cubicBezTo>
                <a:cubicBezTo>
                  <a:pt x="3967" y="77"/>
                  <a:pt x="3976" y="88"/>
                  <a:pt x="3984" y="101"/>
                </a:cubicBezTo>
                <a:cubicBezTo>
                  <a:pt x="3993" y="113"/>
                  <a:pt x="4000" y="126"/>
                  <a:pt x="4005" y="140"/>
                </a:cubicBezTo>
                <a:cubicBezTo>
                  <a:pt x="4011" y="154"/>
                  <a:pt x="4015" y="168"/>
                  <a:pt x="4018" y="183"/>
                </a:cubicBezTo>
                <a:cubicBezTo>
                  <a:pt x="4021" y="197"/>
                  <a:pt x="4023" y="212"/>
                  <a:pt x="4023" y="227"/>
                </a:cubicBezTo>
                <a:lnTo>
                  <a:pt x="4023" y="2261"/>
                </a:lnTo>
                <a:cubicBezTo>
                  <a:pt x="4023" y="2276"/>
                  <a:pt x="4021" y="2291"/>
                  <a:pt x="4018" y="2306"/>
                </a:cubicBezTo>
                <a:cubicBezTo>
                  <a:pt x="4015" y="2320"/>
                  <a:pt x="4011" y="2334"/>
                  <a:pt x="4005" y="2348"/>
                </a:cubicBezTo>
                <a:cubicBezTo>
                  <a:pt x="4000" y="2362"/>
                  <a:pt x="3993" y="2375"/>
                  <a:pt x="3984" y="2387"/>
                </a:cubicBezTo>
                <a:cubicBezTo>
                  <a:pt x="3976" y="2400"/>
                  <a:pt x="3967" y="2411"/>
                  <a:pt x="3956" y="2422"/>
                </a:cubicBezTo>
                <a:cubicBezTo>
                  <a:pt x="3946" y="2432"/>
                  <a:pt x="3934" y="2442"/>
                  <a:pt x="3922" y="2450"/>
                </a:cubicBezTo>
                <a:cubicBezTo>
                  <a:pt x="3909" y="2458"/>
                  <a:pt x="3896" y="2465"/>
                  <a:pt x="3883" y="2471"/>
                </a:cubicBezTo>
                <a:cubicBezTo>
                  <a:pt x="3869" y="2477"/>
                  <a:pt x="3855" y="2481"/>
                  <a:pt x="3840" y="2484"/>
                </a:cubicBezTo>
                <a:cubicBezTo>
                  <a:pt x="3825" y="2487"/>
                  <a:pt x="3811" y="2488"/>
                  <a:pt x="3796" y="2488"/>
                </a:cubicBezTo>
                <a:lnTo>
                  <a:pt x="228" y="2488"/>
                </a:lnTo>
                <a:cubicBezTo>
                  <a:pt x="213" y="2488"/>
                  <a:pt x="197" y="2487"/>
                  <a:pt x="182" y="2484"/>
                </a:cubicBezTo>
                <a:cubicBezTo>
                  <a:pt x="168" y="2481"/>
                  <a:pt x="154" y="2477"/>
                  <a:pt x="140" y="2471"/>
                </a:cubicBezTo>
                <a:cubicBezTo>
                  <a:pt x="126" y="2465"/>
                  <a:pt x="113" y="2458"/>
                  <a:pt x="101" y="2450"/>
                </a:cubicBezTo>
                <a:cubicBezTo>
                  <a:pt x="88" y="2442"/>
                  <a:pt x="77" y="2432"/>
                  <a:pt x="66" y="2422"/>
                </a:cubicBezTo>
                <a:cubicBezTo>
                  <a:pt x="56" y="2411"/>
                  <a:pt x="46" y="2400"/>
                  <a:pt x="38" y="2387"/>
                </a:cubicBezTo>
                <a:cubicBezTo>
                  <a:pt x="30" y="2375"/>
                  <a:pt x="23" y="2362"/>
                  <a:pt x="17" y="2348"/>
                </a:cubicBezTo>
                <a:cubicBezTo>
                  <a:pt x="11" y="2334"/>
                  <a:pt x="7" y="2320"/>
                  <a:pt x="4" y="2306"/>
                </a:cubicBezTo>
                <a:cubicBezTo>
                  <a:pt x="1" y="2291"/>
                  <a:pt x="0" y="2276"/>
                  <a:pt x="0" y="2261"/>
                </a:cubicBezTo>
                <a:close/>
              </a:path>
            </a:pathLst>
          </a:custGeom>
          <a:solidFill>
            <a:srgbClr val="f8f6f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4" name=""/>
          <p:cNvSpPr/>
          <p:nvPr/>
        </p:nvSpPr>
        <p:spPr>
          <a:xfrm>
            <a:off x="652320" y="2442960"/>
            <a:ext cx="1448280" cy="895680"/>
          </a:xfrm>
          <a:custGeom>
            <a:avLst/>
            <a:gdLst/>
            <a:ahLst/>
            <a:rect l="0" t="0" r="r" b="b"/>
            <a:pathLst>
              <a:path w="4023" h="2488">
                <a:moveTo>
                  <a:pt x="0" y="2261"/>
                </a:moveTo>
                <a:lnTo>
                  <a:pt x="0" y="227"/>
                </a:lnTo>
                <a:cubicBezTo>
                  <a:pt x="0" y="212"/>
                  <a:pt x="1" y="197"/>
                  <a:pt x="4" y="183"/>
                </a:cubicBezTo>
                <a:cubicBezTo>
                  <a:pt x="7" y="168"/>
                  <a:pt x="11" y="154"/>
                  <a:pt x="17" y="140"/>
                </a:cubicBezTo>
                <a:cubicBezTo>
                  <a:pt x="23" y="126"/>
                  <a:pt x="30" y="113"/>
                  <a:pt x="38" y="101"/>
                </a:cubicBezTo>
                <a:cubicBezTo>
                  <a:pt x="46" y="88"/>
                  <a:pt x="56" y="77"/>
                  <a:pt x="66" y="66"/>
                </a:cubicBezTo>
                <a:cubicBezTo>
                  <a:pt x="77" y="56"/>
                  <a:pt x="88" y="47"/>
                  <a:pt x="101" y="38"/>
                </a:cubicBezTo>
                <a:cubicBezTo>
                  <a:pt x="113" y="30"/>
                  <a:pt x="126" y="23"/>
                  <a:pt x="140" y="17"/>
                </a:cubicBezTo>
                <a:cubicBezTo>
                  <a:pt x="154" y="12"/>
                  <a:pt x="168" y="7"/>
                  <a:pt x="182" y="4"/>
                </a:cubicBezTo>
                <a:cubicBezTo>
                  <a:pt x="197" y="2"/>
                  <a:pt x="213" y="0"/>
                  <a:pt x="228" y="0"/>
                </a:cubicBezTo>
                <a:lnTo>
                  <a:pt x="3796" y="0"/>
                </a:lnTo>
                <a:cubicBezTo>
                  <a:pt x="3811" y="0"/>
                  <a:pt x="3825" y="2"/>
                  <a:pt x="3840" y="4"/>
                </a:cubicBezTo>
                <a:cubicBezTo>
                  <a:pt x="3855" y="7"/>
                  <a:pt x="3869" y="12"/>
                  <a:pt x="3883" y="17"/>
                </a:cubicBezTo>
                <a:cubicBezTo>
                  <a:pt x="3896" y="23"/>
                  <a:pt x="3909" y="30"/>
                  <a:pt x="3922" y="38"/>
                </a:cubicBezTo>
                <a:cubicBezTo>
                  <a:pt x="3934" y="47"/>
                  <a:pt x="3946" y="56"/>
                  <a:pt x="3956" y="66"/>
                </a:cubicBezTo>
                <a:cubicBezTo>
                  <a:pt x="3967" y="77"/>
                  <a:pt x="3976" y="88"/>
                  <a:pt x="3984" y="101"/>
                </a:cubicBezTo>
                <a:cubicBezTo>
                  <a:pt x="3993" y="113"/>
                  <a:pt x="4000" y="126"/>
                  <a:pt x="4005" y="140"/>
                </a:cubicBezTo>
                <a:cubicBezTo>
                  <a:pt x="4011" y="154"/>
                  <a:pt x="4015" y="168"/>
                  <a:pt x="4018" y="183"/>
                </a:cubicBezTo>
                <a:cubicBezTo>
                  <a:pt x="4021" y="197"/>
                  <a:pt x="4023" y="212"/>
                  <a:pt x="4023" y="227"/>
                </a:cubicBezTo>
                <a:lnTo>
                  <a:pt x="4023" y="2261"/>
                </a:lnTo>
                <a:cubicBezTo>
                  <a:pt x="4023" y="2276"/>
                  <a:pt x="4021" y="2291"/>
                  <a:pt x="4018" y="2306"/>
                </a:cubicBezTo>
                <a:cubicBezTo>
                  <a:pt x="4015" y="2320"/>
                  <a:pt x="4011" y="2334"/>
                  <a:pt x="4005" y="2348"/>
                </a:cubicBezTo>
                <a:cubicBezTo>
                  <a:pt x="4000" y="2362"/>
                  <a:pt x="3993" y="2375"/>
                  <a:pt x="3984" y="2387"/>
                </a:cubicBezTo>
                <a:cubicBezTo>
                  <a:pt x="3976" y="2400"/>
                  <a:pt x="3967" y="2411"/>
                  <a:pt x="3956" y="2422"/>
                </a:cubicBezTo>
                <a:cubicBezTo>
                  <a:pt x="3946" y="2432"/>
                  <a:pt x="3934" y="2442"/>
                  <a:pt x="3922" y="2450"/>
                </a:cubicBezTo>
                <a:cubicBezTo>
                  <a:pt x="3909" y="2458"/>
                  <a:pt x="3896" y="2465"/>
                  <a:pt x="3883" y="2471"/>
                </a:cubicBezTo>
                <a:cubicBezTo>
                  <a:pt x="3869" y="2477"/>
                  <a:pt x="3855" y="2481"/>
                  <a:pt x="3840" y="2484"/>
                </a:cubicBezTo>
                <a:cubicBezTo>
                  <a:pt x="3825" y="2487"/>
                  <a:pt x="3811" y="2488"/>
                  <a:pt x="3796" y="2488"/>
                </a:cubicBezTo>
                <a:lnTo>
                  <a:pt x="228" y="2488"/>
                </a:lnTo>
                <a:cubicBezTo>
                  <a:pt x="213" y="2488"/>
                  <a:pt x="197" y="2487"/>
                  <a:pt x="182" y="2484"/>
                </a:cubicBezTo>
                <a:cubicBezTo>
                  <a:pt x="168" y="2481"/>
                  <a:pt x="154" y="2477"/>
                  <a:pt x="140" y="2471"/>
                </a:cubicBezTo>
                <a:cubicBezTo>
                  <a:pt x="126" y="2465"/>
                  <a:pt x="113" y="2458"/>
                  <a:pt x="101" y="2450"/>
                </a:cubicBezTo>
                <a:cubicBezTo>
                  <a:pt x="88" y="2442"/>
                  <a:pt x="77" y="2432"/>
                  <a:pt x="66" y="2422"/>
                </a:cubicBezTo>
                <a:cubicBezTo>
                  <a:pt x="56" y="2411"/>
                  <a:pt x="46" y="2400"/>
                  <a:pt x="38" y="2387"/>
                </a:cubicBezTo>
                <a:cubicBezTo>
                  <a:pt x="30" y="2375"/>
                  <a:pt x="23" y="2362"/>
                  <a:pt x="17" y="2348"/>
                </a:cubicBezTo>
                <a:cubicBezTo>
                  <a:pt x="11" y="2334"/>
                  <a:pt x="7" y="2320"/>
                  <a:pt x="4" y="2306"/>
                </a:cubicBezTo>
                <a:cubicBezTo>
                  <a:pt x="1" y="2291"/>
                  <a:pt x="0" y="2276"/>
                  <a:pt x="0" y="2261"/>
                </a:cubicBezTo>
                <a:close/>
              </a:path>
            </a:pathLst>
          </a:custGeom>
          <a:noFill/>
          <a:ln w="9360">
            <a:solidFill>
              <a:srgbClr val="e6e1f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5" name=""/>
          <p:cNvSpPr txBox="1"/>
          <p:nvPr/>
        </p:nvSpPr>
        <p:spPr>
          <a:xfrm>
            <a:off x="5609520" y="1954080"/>
            <a:ext cx="744480" cy="178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200" spc="-1" strike="noStrike">
                <a:solidFill>
                  <a:srgbClr val="0e0e14"/>
                </a:solidFill>
                <a:latin typeface="PlayfairDisplay-Semi"/>
                <a:ea typeface="PlayfairDisplay-Semi"/>
              </a:rPr>
              <a:t>Portfolio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6" name=""/>
          <p:cNvSpPr txBox="1"/>
          <p:nvPr/>
        </p:nvSpPr>
        <p:spPr>
          <a:xfrm>
            <a:off x="801000" y="2584440"/>
            <a:ext cx="60408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00" spc="-1" strike="noStrike">
                <a:solidFill>
                  <a:srgbClr val="6a26d8"/>
                </a:solidFill>
                <a:latin typeface="Inter-Semi"/>
                <a:ea typeface="Inter-Semi"/>
              </a:rPr>
              <a:t>P A G E   0 5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7" name=""/>
          <p:cNvSpPr/>
          <p:nvPr/>
        </p:nvSpPr>
        <p:spPr>
          <a:xfrm>
            <a:off x="2252520" y="2442960"/>
            <a:ext cx="1448280" cy="895680"/>
          </a:xfrm>
          <a:custGeom>
            <a:avLst/>
            <a:gdLst/>
            <a:ahLst/>
            <a:rect l="0" t="0" r="r" b="b"/>
            <a:pathLst>
              <a:path w="4023" h="2488">
                <a:moveTo>
                  <a:pt x="0" y="2261"/>
                </a:moveTo>
                <a:lnTo>
                  <a:pt x="0" y="227"/>
                </a:lnTo>
                <a:cubicBezTo>
                  <a:pt x="0" y="212"/>
                  <a:pt x="1" y="197"/>
                  <a:pt x="4" y="183"/>
                </a:cubicBezTo>
                <a:cubicBezTo>
                  <a:pt x="7" y="168"/>
                  <a:pt x="11" y="154"/>
                  <a:pt x="17" y="140"/>
                </a:cubicBezTo>
                <a:cubicBezTo>
                  <a:pt x="23" y="126"/>
                  <a:pt x="30" y="113"/>
                  <a:pt x="38" y="101"/>
                </a:cubicBezTo>
                <a:cubicBezTo>
                  <a:pt x="46" y="88"/>
                  <a:pt x="56" y="77"/>
                  <a:pt x="66" y="66"/>
                </a:cubicBezTo>
                <a:cubicBezTo>
                  <a:pt x="77" y="56"/>
                  <a:pt x="88" y="47"/>
                  <a:pt x="101" y="38"/>
                </a:cubicBezTo>
                <a:cubicBezTo>
                  <a:pt x="113" y="30"/>
                  <a:pt x="126" y="23"/>
                  <a:pt x="140" y="17"/>
                </a:cubicBezTo>
                <a:cubicBezTo>
                  <a:pt x="154" y="12"/>
                  <a:pt x="168" y="7"/>
                  <a:pt x="182" y="4"/>
                </a:cubicBezTo>
                <a:cubicBezTo>
                  <a:pt x="197" y="2"/>
                  <a:pt x="212" y="0"/>
                  <a:pt x="227" y="0"/>
                </a:cubicBezTo>
                <a:lnTo>
                  <a:pt x="3795" y="0"/>
                </a:lnTo>
                <a:cubicBezTo>
                  <a:pt x="3811" y="0"/>
                  <a:pt x="3825" y="2"/>
                  <a:pt x="3840" y="4"/>
                </a:cubicBezTo>
                <a:cubicBezTo>
                  <a:pt x="3855" y="7"/>
                  <a:pt x="3869" y="12"/>
                  <a:pt x="3883" y="17"/>
                </a:cubicBezTo>
                <a:cubicBezTo>
                  <a:pt x="3896" y="23"/>
                  <a:pt x="3909" y="30"/>
                  <a:pt x="3922" y="38"/>
                </a:cubicBezTo>
                <a:cubicBezTo>
                  <a:pt x="3934" y="47"/>
                  <a:pt x="3946" y="56"/>
                  <a:pt x="3956" y="66"/>
                </a:cubicBezTo>
                <a:cubicBezTo>
                  <a:pt x="3967" y="77"/>
                  <a:pt x="3976" y="88"/>
                  <a:pt x="3984" y="101"/>
                </a:cubicBezTo>
                <a:cubicBezTo>
                  <a:pt x="3993" y="113"/>
                  <a:pt x="4000" y="126"/>
                  <a:pt x="4005" y="140"/>
                </a:cubicBezTo>
                <a:cubicBezTo>
                  <a:pt x="4011" y="154"/>
                  <a:pt x="4015" y="168"/>
                  <a:pt x="4018" y="183"/>
                </a:cubicBezTo>
                <a:cubicBezTo>
                  <a:pt x="4021" y="197"/>
                  <a:pt x="4023" y="212"/>
                  <a:pt x="4023" y="227"/>
                </a:cubicBezTo>
                <a:lnTo>
                  <a:pt x="4023" y="2261"/>
                </a:lnTo>
                <a:cubicBezTo>
                  <a:pt x="4023" y="2276"/>
                  <a:pt x="4021" y="2291"/>
                  <a:pt x="4018" y="2306"/>
                </a:cubicBezTo>
                <a:cubicBezTo>
                  <a:pt x="4015" y="2320"/>
                  <a:pt x="4011" y="2334"/>
                  <a:pt x="4005" y="2348"/>
                </a:cubicBezTo>
                <a:cubicBezTo>
                  <a:pt x="4000" y="2362"/>
                  <a:pt x="3993" y="2375"/>
                  <a:pt x="3984" y="2387"/>
                </a:cubicBezTo>
                <a:cubicBezTo>
                  <a:pt x="3976" y="2400"/>
                  <a:pt x="3967" y="2411"/>
                  <a:pt x="3956" y="2422"/>
                </a:cubicBezTo>
                <a:cubicBezTo>
                  <a:pt x="3946" y="2432"/>
                  <a:pt x="3934" y="2442"/>
                  <a:pt x="3922" y="2450"/>
                </a:cubicBezTo>
                <a:cubicBezTo>
                  <a:pt x="3909" y="2458"/>
                  <a:pt x="3896" y="2465"/>
                  <a:pt x="3883" y="2471"/>
                </a:cubicBezTo>
                <a:cubicBezTo>
                  <a:pt x="3869" y="2477"/>
                  <a:pt x="3855" y="2481"/>
                  <a:pt x="3840" y="2484"/>
                </a:cubicBezTo>
                <a:cubicBezTo>
                  <a:pt x="3825" y="2487"/>
                  <a:pt x="3811" y="2488"/>
                  <a:pt x="3795" y="2488"/>
                </a:cubicBezTo>
                <a:lnTo>
                  <a:pt x="227" y="2488"/>
                </a:lnTo>
                <a:cubicBezTo>
                  <a:pt x="212" y="2488"/>
                  <a:pt x="197" y="2487"/>
                  <a:pt x="182" y="2484"/>
                </a:cubicBezTo>
                <a:cubicBezTo>
                  <a:pt x="168" y="2481"/>
                  <a:pt x="154" y="2477"/>
                  <a:pt x="140" y="2471"/>
                </a:cubicBezTo>
                <a:cubicBezTo>
                  <a:pt x="126" y="2465"/>
                  <a:pt x="113" y="2458"/>
                  <a:pt x="101" y="2450"/>
                </a:cubicBezTo>
                <a:cubicBezTo>
                  <a:pt x="88" y="2442"/>
                  <a:pt x="77" y="2432"/>
                  <a:pt x="66" y="2422"/>
                </a:cubicBezTo>
                <a:cubicBezTo>
                  <a:pt x="56" y="2411"/>
                  <a:pt x="46" y="2400"/>
                  <a:pt x="38" y="2387"/>
                </a:cubicBezTo>
                <a:cubicBezTo>
                  <a:pt x="30" y="2375"/>
                  <a:pt x="23" y="2362"/>
                  <a:pt x="17" y="2348"/>
                </a:cubicBezTo>
                <a:cubicBezTo>
                  <a:pt x="11" y="2334"/>
                  <a:pt x="7" y="2320"/>
                  <a:pt x="4" y="2306"/>
                </a:cubicBezTo>
                <a:cubicBezTo>
                  <a:pt x="1" y="2291"/>
                  <a:pt x="0" y="2276"/>
                  <a:pt x="0" y="2261"/>
                </a:cubicBezTo>
                <a:close/>
              </a:path>
            </a:pathLst>
          </a:custGeom>
          <a:solidFill>
            <a:srgbClr val="f8f6f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8" name=""/>
          <p:cNvSpPr/>
          <p:nvPr/>
        </p:nvSpPr>
        <p:spPr>
          <a:xfrm>
            <a:off x="2252520" y="2442960"/>
            <a:ext cx="1448280" cy="895680"/>
          </a:xfrm>
          <a:custGeom>
            <a:avLst/>
            <a:gdLst/>
            <a:ahLst/>
            <a:rect l="0" t="0" r="r" b="b"/>
            <a:pathLst>
              <a:path w="4023" h="2488">
                <a:moveTo>
                  <a:pt x="0" y="2261"/>
                </a:moveTo>
                <a:lnTo>
                  <a:pt x="0" y="227"/>
                </a:lnTo>
                <a:cubicBezTo>
                  <a:pt x="0" y="212"/>
                  <a:pt x="1" y="197"/>
                  <a:pt x="4" y="183"/>
                </a:cubicBezTo>
                <a:cubicBezTo>
                  <a:pt x="7" y="168"/>
                  <a:pt x="11" y="154"/>
                  <a:pt x="17" y="140"/>
                </a:cubicBezTo>
                <a:cubicBezTo>
                  <a:pt x="23" y="126"/>
                  <a:pt x="30" y="113"/>
                  <a:pt x="38" y="101"/>
                </a:cubicBezTo>
                <a:cubicBezTo>
                  <a:pt x="46" y="88"/>
                  <a:pt x="56" y="77"/>
                  <a:pt x="66" y="66"/>
                </a:cubicBezTo>
                <a:cubicBezTo>
                  <a:pt x="77" y="56"/>
                  <a:pt x="88" y="47"/>
                  <a:pt x="101" y="38"/>
                </a:cubicBezTo>
                <a:cubicBezTo>
                  <a:pt x="113" y="30"/>
                  <a:pt x="126" y="23"/>
                  <a:pt x="140" y="17"/>
                </a:cubicBezTo>
                <a:cubicBezTo>
                  <a:pt x="154" y="12"/>
                  <a:pt x="168" y="7"/>
                  <a:pt x="182" y="4"/>
                </a:cubicBezTo>
                <a:cubicBezTo>
                  <a:pt x="197" y="2"/>
                  <a:pt x="212" y="0"/>
                  <a:pt x="227" y="0"/>
                </a:cubicBezTo>
                <a:lnTo>
                  <a:pt x="3795" y="0"/>
                </a:lnTo>
                <a:cubicBezTo>
                  <a:pt x="3811" y="0"/>
                  <a:pt x="3825" y="2"/>
                  <a:pt x="3840" y="4"/>
                </a:cubicBezTo>
                <a:cubicBezTo>
                  <a:pt x="3855" y="7"/>
                  <a:pt x="3869" y="12"/>
                  <a:pt x="3883" y="17"/>
                </a:cubicBezTo>
                <a:cubicBezTo>
                  <a:pt x="3896" y="23"/>
                  <a:pt x="3909" y="30"/>
                  <a:pt x="3922" y="38"/>
                </a:cubicBezTo>
                <a:cubicBezTo>
                  <a:pt x="3934" y="47"/>
                  <a:pt x="3946" y="56"/>
                  <a:pt x="3956" y="66"/>
                </a:cubicBezTo>
                <a:cubicBezTo>
                  <a:pt x="3967" y="77"/>
                  <a:pt x="3976" y="88"/>
                  <a:pt x="3984" y="101"/>
                </a:cubicBezTo>
                <a:cubicBezTo>
                  <a:pt x="3993" y="113"/>
                  <a:pt x="4000" y="126"/>
                  <a:pt x="4005" y="140"/>
                </a:cubicBezTo>
                <a:cubicBezTo>
                  <a:pt x="4011" y="154"/>
                  <a:pt x="4015" y="168"/>
                  <a:pt x="4018" y="183"/>
                </a:cubicBezTo>
                <a:cubicBezTo>
                  <a:pt x="4021" y="197"/>
                  <a:pt x="4023" y="212"/>
                  <a:pt x="4023" y="227"/>
                </a:cubicBezTo>
                <a:lnTo>
                  <a:pt x="4023" y="2261"/>
                </a:lnTo>
                <a:cubicBezTo>
                  <a:pt x="4023" y="2276"/>
                  <a:pt x="4021" y="2291"/>
                  <a:pt x="4018" y="2306"/>
                </a:cubicBezTo>
                <a:cubicBezTo>
                  <a:pt x="4015" y="2320"/>
                  <a:pt x="4011" y="2334"/>
                  <a:pt x="4005" y="2348"/>
                </a:cubicBezTo>
                <a:cubicBezTo>
                  <a:pt x="4000" y="2362"/>
                  <a:pt x="3993" y="2375"/>
                  <a:pt x="3984" y="2387"/>
                </a:cubicBezTo>
                <a:cubicBezTo>
                  <a:pt x="3976" y="2400"/>
                  <a:pt x="3967" y="2411"/>
                  <a:pt x="3956" y="2422"/>
                </a:cubicBezTo>
                <a:cubicBezTo>
                  <a:pt x="3946" y="2432"/>
                  <a:pt x="3934" y="2442"/>
                  <a:pt x="3922" y="2450"/>
                </a:cubicBezTo>
                <a:cubicBezTo>
                  <a:pt x="3909" y="2458"/>
                  <a:pt x="3896" y="2465"/>
                  <a:pt x="3883" y="2471"/>
                </a:cubicBezTo>
                <a:cubicBezTo>
                  <a:pt x="3869" y="2477"/>
                  <a:pt x="3855" y="2481"/>
                  <a:pt x="3840" y="2484"/>
                </a:cubicBezTo>
                <a:cubicBezTo>
                  <a:pt x="3825" y="2487"/>
                  <a:pt x="3811" y="2488"/>
                  <a:pt x="3795" y="2488"/>
                </a:cubicBezTo>
                <a:lnTo>
                  <a:pt x="227" y="2488"/>
                </a:lnTo>
                <a:cubicBezTo>
                  <a:pt x="212" y="2488"/>
                  <a:pt x="197" y="2487"/>
                  <a:pt x="182" y="2484"/>
                </a:cubicBezTo>
                <a:cubicBezTo>
                  <a:pt x="168" y="2481"/>
                  <a:pt x="154" y="2477"/>
                  <a:pt x="140" y="2471"/>
                </a:cubicBezTo>
                <a:cubicBezTo>
                  <a:pt x="126" y="2465"/>
                  <a:pt x="113" y="2458"/>
                  <a:pt x="101" y="2450"/>
                </a:cubicBezTo>
                <a:cubicBezTo>
                  <a:pt x="88" y="2442"/>
                  <a:pt x="77" y="2432"/>
                  <a:pt x="66" y="2422"/>
                </a:cubicBezTo>
                <a:cubicBezTo>
                  <a:pt x="56" y="2411"/>
                  <a:pt x="46" y="2400"/>
                  <a:pt x="38" y="2387"/>
                </a:cubicBezTo>
                <a:cubicBezTo>
                  <a:pt x="30" y="2375"/>
                  <a:pt x="23" y="2362"/>
                  <a:pt x="17" y="2348"/>
                </a:cubicBezTo>
                <a:cubicBezTo>
                  <a:pt x="11" y="2334"/>
                  <a:pt x="7" y="2320"/>
                  <a:pt x="4" y="2306"/>
                </a:cubicBezTo>
                <a:cubicBezTo>
                  <a:pt x="1" y="2291"/>
                  <a:pt x="0" y="2276"/>
                  <a:pt x="0" y="2261"/>
                </a:cubicBezTo>
                <a:close/>
              </a:path>
            </a:pathLst>
          </a:custGeom>
          <a:noFill/>
          <a:ln w="9360">
            <a:solidFill>
              <a:srgbClr val="e6e1f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9" name=""/>
          <p:cNvSpPr txBox="1"/>
          <p:nvPr/>
        </p:nvSpPr>
        <p:spPr>
          <a:xfrm>
            <a:off x="801000" y="2754000"/>
            <a:ext cx="592200" cy="178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200" spc="-1" strike="noStrike">
                <a:solidFill>
                  <a:srgbClr val="0e0e14"/>
                </a:solidFill>
                <a:latin typeface="PlayfairDisplay-Semi"/>
                <a:ea typeface="PlayfairDisplay-Semi"/>
              </a:rPr>
              <a:t>Clients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0" name=""/>
          <p:cNvSpPr txBox="1"/>
          <p:nvPr/>
        </p:nvSpPr>
        <p:spPr>
          <a:xfrm>
            <a:off x="2403720" y="2584440"/>
            <a:ext cx="60408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00" spc="-1" strike="noStrike">
                <a:solidFill>
                  <a:srgbClr val="6a26d8"/>
                </a:solidFill>
                <a:latin typeface="Inter-Semi"/>
                <a:ea typeface="Inter-Semi"/>
              </a:rPr>
              <a:t>P A G E   0 6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1" name=""/>
          <p:cNvSpPr txBox="1"/>
          <p:nvPr/>
        </p:nvSpPr>
        <p:spPr>
          <a:xfrm>
            <a:off x="2403720" y="2754000"/>
            <a:ext cx="313200" cy="178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200" spc="-1" strike="noStrike">
                <a:solidFill>
                  <a:srgbClr val="0e0e14"/>
                </a:solidFill>
                <a:latin typeface="PlayfairDisplay-Semi"/>
                <a:ea typeface="PlayfairDisplay-Semi"/>
              </a:rPr>
              <a:t>Our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2" name=""/>
          <p:cNvSpPr/>
          <p:nvPr/>
        </p:nvSpPr>
        <p:spPr>
          <a:xfrm>
            <a:off x="3862080" y="2442960"/>
            <a:ext cx="1448280" cy="895680"/>
          </a:xfrm>
          <a:custGeom>
            <a:avLst/>
            <a:gdLst/>
            <a:ahLst/>
            <a:rect l="0" t="0" r="r" b="b"/>
            <a:pathLst>
              <a:path w="4023" h="2488">
                <a:moveTo>
                  <a:pt x="0" y="2261"/>
                </a:moveTo>
                <a:lnTo>
                  <a:pt x="0" y="227"/>
                </a:lnTo>
                <a:cubicBezTo>
                  <a:pt x="0" y="212"/>
                  <a:pt x="2" y="197"/>
                  <a:pt x="5" y="183"/>
                </a:cubicBezTo>
                <a:cubicBezTo>
                  <a:pt x="8" y="168"/>
                  <a:pt x="12" y="154"/>
                  <a:pt x="18" y="140"/>
                </a:cubicBezTo>
                <a:cubicBezTo>
                  <a:pt x="23" y="126"/>
                  <a:pt x="30" y="113"/>
                  <a:pt x="39" y="101"/>
                </a:cubicBezTo>
                <a:cubicBezTo>
                  <a:pt x="47" y="88"/>
                  <a:pt x="56" y="77"/>
                  <a:pt x="67" y="66"/>
                </a:cubicBezTo>
                <a:cubicBezTo>
                  <a:pt x="77" y="56"/>
                  <a:pt x="89" y="47"/>
                  <a:pt x="101" y="38"/>
                </a:cubicBezTo>
                <a:cubicBezTo>
                  <a:pt x="114" y="30"/>
                  <a:pt x="127" y="23"/>
                  <a:pt x="140" y="17"/>
                </a:cubicBezTo>
                <a:cubicBezTo>
                  <a:pt x="154" y="12"/>
                  <a:pt x="168" y="7"/>
                  <a:pt x="183" y="4"/>
                </a:cubicBezTo>
                <a:cubicBezTo>
                  <a:pt x="197" y="2"/>
                  <a:pt x="212" y="0"/>
                  <a:pt x="227" y="0"/>
                </a:cubicBezTo>
                <a:lnTo>
                  <a:pt x="3796" y="0"/>
                </a:lnTo>
                <a:cubicBezTo>
                  <a:pt x="3811" y="0"/>
                  <a:pt x="3826" y="2"/>
                  <a:pt x="3840" y="4"/>
                </a:cubicBezTo>
                <a:cubicBezTo>
                  <a:pt x="3855" y="7"/>
                  <a:pt x="3869" y="12"/>
                  <a:pt x="3883" y="17"/>
                </a:cubicBezTo>
                <a:cubicBezTo>
                  <a:pt x="3897" y="23"/>
                  <a:pt x="3910" y="30"/>
                  <a:pt x="3922" y="38"/>
                </a:cubicBezTo>
                <a:cubicBezTo>
                  <a:pt x="3935" y="47"/>
                  <a:pt x="3946" y="56"/>
                  <a:pt x="3957" y="66"/>
                </a:cubicBezTo>
                <a:cubicBezTo>
                  <a:pt x="3967" y="77"/>
                  <a:pt x="3977" y="88"/>
                  <a:pt x="3985" y="101"/>
                </a:cubicBezTo>
                <a:cubicBezTo>
                  <a:pt x="3993" y="113"/>
                  <a:pt x="4000" y="126"/>
                  <a:pt x="4006" y="140"/>
                </a:cubicBezTo>
                <a:cubicBezTo>
                  <a:pt x="4011" y="154"/>
                  <a:pt x="4016" y="168"/>
                  <a:pt x="4019" y="183"/>
                </a:cubicBezTo>
                <a:cubicBezTo>
                  <a:pt x="4022" y="197"/>
                  <a:pt x="4023" y="212"/>
                  <a:pt x="4023" y="227"/>
                </a:cubicBezTo>
                <a:lnTo>
                  <a:pt x="4023" y="2261"/>
                </a:lnTo>
                <a:cubicBezTo>
                  <a:pt x="4023" y="2276"/>
                  <a:pt x="4022" y="2291"/>
                  <a:pt x="4019" y="2306"/>
                </a:cubicBezTo>
                <a:cubicBezTo>
                  <a:pt x="4016" y="2320"/>
                  <a:pt x="4011" y="2334"/>
                  <a:pt x="4006" y="2348"/>
                </a:cubicBezTo>
                <a:cubicBezTo>
                  <a:pt x="4000" y="2362"/>
                  <a:pt x="3993" y="2375"/>
                  <a:pt x="3985" y="2387"/>
                </a:cubicBezTo>
                <a:cubicBezTo>
                  <a:pt x="3977" y="2400"/>
                  <a:pt x="3967" y="2411"/>
                  <a:pt x="3957" y="2422"/>
                </a:cubicBezTo>
                <a:cubicBezTo>
                  <a:pt x="3946" y="2432"/>
                  <a:pt x="3935" y="2442"/>
                  <a:pt x="3922" y="2450"/>
                </a:cubicBezTo>
                <a:cubicBezTo>
                  <a:pt x="3910" y="2458"/>
                  <a:pt x="3897" y="2465"/>
                  <a:pt x="3883" y="2471"/>
                </a:cubicBezTo>
                <a:cubicBezTo>
                  <a:pt x="3869" y="2477"/>
                  <a:pt x="3855" y="2481"/>
                  <a:pt x="3840" y="2484"/>
                </a:cubicBezTo>
                <a:cubicBezTo>
                  <a:pt x="3826" y="2487"/>
                  <a:pt x="3811" y="2488"/>
                  <a:pt x="3796" y="2488"/>
                </a:cubicBezTo>
                <a:lnTo>
                  <a:pt x="227" y="2488"/>
                </a:lnTo>
                <a:cubicBezTo>
                  <a:pt x="212" y="2488"/>
                  <a:pt x="197" y="2487"/>
                  <a:pt x="183" y="2484"/>
                </a:cubicBezTo>
                <a:cubicBezTo>
                  <a:pt x="168" y="2481"/>
                  <a:pt x="154" y="2477"/>
                  <a:pt x="140" y="2471"/>
                </a:cubicBezTo>
                <a:cubicBezTo>
                  <a:pt x="127" y="2465"/>
                  <a:pt x="114" y="2458"/>
                  <a:pt x="101" y="2450"/>
                </a:cubicBezTo>
                <a:cubicBezTo>
                  <a:pt x="89" y="2442"/>
                  <a:pt x="77" y="2432"/>
                  <a:pt x="67" y="2422"/>
                </a:cubicBezTo>
                <a:cubicBezTo>
                  <a:pt x="56" y="2411"/>
                  <a:pt x="47" y="2400"/>
                  <a:pt x="39" y="2387"/>
                </a:cubicBezTo>
                <a:cubicBezTo>
                  <a:pt x="30" y="2375"/>
                  <a:pt x="23" y="2362"/>
                  <a:pt x="18" y="2348"/>
                </a:cubicBezTo>
                <a:cubicBezTo>
                  <a:pt x="12" y="2334"/>
                  <a:pt x="8" y="2320"/>
                  <a:pt x="5" y="2306"/>
                </a:cubicBezTo>
                <a:cubicBezTo>
                  <a:pt x="2" y="2291"/>
                  <a:pt x="0" y="2276"/>
                  <a:pt x="0" y="2261"/>
                </a:cubicBezTo>
                <a:close/>
              </a:path>
            </a:pathLst>
          </a:custGeom>
          <a:solidFill>
            <a:srgbClr val="f8f6f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3" name=""/>
          <p:cNvSpPr/>
          <p:nvPr/>
        </p:nvSpPr>
        <p:spPr>
          <a:xfrm>
            <a:off x="3862080" y="2442960"/>
            <a:ext cx="1448280" cy="895680"/>
          </a:xfrm>
          <a:custGeom>
            <a:avLst/>
            <a:gdLst/>
            <a:ahLst/>
            <a:rect l="0" t="0" r="r" b="b"/>
            <a:pathLst>
              <a:path w="4023" h="2488">
                <a:moveTo>
                  <a:pt x="0" y="2261"/>
                </a:moveTo>
                <a:lnTo>
                  <a:pt x="0" y="227"/>
                </a:lnTo>
                <a:cubicBezTo>
                  <a:pt x="0" y="212"/>
                  <a:pt x="2" y="197"/>
                  <a:pt x="5" y="183"/>
                </a:cubicBezTo>
                <a:cubicBezTo>
                  <a:pt x="8" y="168"/>
                  <a:pt x="12" y="154"/>
                  <a:pt x="18" y="140"/>
                </a:cubicBezTo>
                <a:cubicBezTo>
                  <a:pt x="23" y="126"/>
                  <a:pt x="30" y="113"/>
                  <a:pt x="39" y="101"/>
                </a:cubicBezTo>
                <a:cubicBezTo>
                  <a:pt x="47" y="88"/>
                  <a:pt x="56" y="77"/>
                  <a:pt x="67" y="66"/>
                </a:cubicBezTo>
                <a:cubicBezTo>
                  <a:pt x="77" y="56"/>
                  <a:pt x="89" y="47"/>
                  <a:pt x="101" y="38"/>
                </a:cubicBezTo>
                <a:cubicBezTo>
                  <a:pt x="114" y="30"/>
                  <a:pt x="127" y="23"/>
                  <a:pt x="140" y="17"/>
                </a:cubicBezTo>
                <a:cubicBezTo>
                  <a:pt x="154" y="12"/>
                  <a:pt x="168" y="7"/>
                  <a:pt x="183" y="4"/>
                </a:cubicBezTo>
                <a:cubicBezTo>
                  <a:pt x="197" y="2"/>
                  <a:pt x="212" y="0"/>
                  <a:pt x="227" y="0"/>
                </a:cubicBezTo>
                <a:lnTo>
                  <a:pt x="3796" y="0"/>
                </a:lnTo>
                <a:cubicBezTo>
                  <a:pt x="3811" y="0"/>
                  <a:pt x="3826" y="2"/>
                  <a:pt x="3840" y="4"/>
                </a:cubicBezTo>
                <a:cubicBezTo>
                  <a:pt x="3855" y="7"/>
                  <a:pt x="3869" y="12"/>
                  <a:pt x="3883" y="17"/>
                </a:cubicBezTo>
                <a:cubicBezTo>
                  <a:pt x="3897" y="23"/>
                  <a:pt x="3910" y="30"/>
                  <a:pt x="3922" y="38"/>
                </a:cubicBezTo>
                <a:cubicBezTo>
                  <a:pt x="3935" y="47"/>
                  <a:pt x="3946" y="56"/>
                  <a:pt x="3957" y="66"/>
                </a:cubicBezTo>
                <a:cubicBezTo>
                  <a:pt x="3967" y="77"/>
                  <a:pt x="3977" y="88"/>
                  <a:pt x="3985" y="101"/>
                </a:cubicBezTo>
                <a:cubicBezTo>
                  <a:pt x="3993" y="113"/>
                  <a:pt x="4000" y="126"/>
                  <a:pt x="4006" y="140"/>
                </a:cubicBezTo>
                <a:cubicBezTo>
                  <a:pt x="4011" y="154"/>
                  <a:pt x="4016" y="168"/>
                  <a:pt x="4019" y="183"/>
                </a:cubicBezTo>
                <a:cubicBezTo>
                  <a:pt x="4022" y="197"/>
                  <a:pt x="4023" y="212"/>
                  <a:pt x="4023" y="227"/>
                </a:cubicBezTo>
                <a:lnTo>
                  <a:pt x="4023" y="2261"/>
                </a:lnTo>
                <a:cubicBezTo>
                  <a:pt x="4023" y="2276"/>
                  <a:pt x="4022" y="2291"/>
                  <a:pt x="4019" y="2306"/>
                </a:cubicBezTo>
                <a:cubicBezTo>
                  <a:pt x="4016" y="2320"/>
                  <a:pt x="4011" y="2334"/>
                  <a:pt x="4006" y="2348"/>
                </a:cubicBezTo>
                <a:cubicBezTo>
                  <a:pt x="4000" y="2362"/>
                  <a:pt x="3993" y="2375"/>
                  <a:pt x="3985" y="2387"/>
                </a:cubicBezTo>
                <a:cubicBezTo>
                  <a:pt x="3977" y="2400"/>
                  <a:pt x="3967" y="2411"/>
                  <a:pt x="3957" y="2422"/>
                </a:cubicBezTo>
                <a:cubicBezTo>
                  <a:pt x="3946" y="2432"/>
                  <a:pt x="3935" y="2442"/>
                  <a:pt x="3922" y="2450"/>
                </a:cubicBezTo>
                <a:cubicBezTo>
                  <a:pt x="3910" y="2458"/>
                  <a:pt x="3897" y="2465"/>
                  <a:pt x="3883" y="2471"/>
                </a:cubicBezTo>
                <a:cubicBezTo>
                  <a:pt x="3869" y="2477"/>
                  <a:pt x="3855" y="2481"/>
                  <a:pt x="3840" y="2484"/>
                </a:cubicBezTo>
                <a:cubicBezTo>
                  <a:pt x="3826" y="2487"/>
                  <a:pt x="3811" y="2488"/>
                  <a:pt x="3796" y="2488"/>
                </a:cubicBezTo>
                <a:lnTo>
                  <a:pt x="227" y="2488"/>
                </a:lnTo>
                <a:cubicBezTo>
                  <a:pt x="212" y="2488"/>
                  <a:pt x="197" y="2487"/>
                  <a:pt x="183" y="2484"/>
                </a:cubicBezTo>
                <a:cubicBezTo>
                  <a:pt x="168" y="2481"/>
                  <a:pt x="154" y="2477"/>
                  <a:pt x="140" y="2471"/>
                </a:cubicBezTo>
                <a:cubicBezTo>
                  <a:pt x="127" y="2465"/>
                  <a:pt x="114" y="2458"/>
                  <a:pt x="101" y="2450"/>
                </a:cubicBezTo>
                <a:cubicBezTo>
                  <a:pt x="89" y="2442"/>
                  <a:pt x="77" y="2432"/>
                  <a:pt x="67" y="2422"/>
                </a:cubicBezTo>
                <a:cubicBezTo>
                  <a:pt x="56" y="2411"/>
                  <a:pt x="47" y="2400"/>
                  <a:pt x="39" y="2387"/>
                </a:cubicBezTo>
                <a:cubicBezTo>
                  <a:pt x="30" y="2375"/>
                  <a:pt x="23" y="2362"/>
                  <a:pt x="18" y="2348"/>
                </a:cubicBezTo>
                <a:cubicBezTo>
                  <a:pt x="12" y="2334"/>
                  <a:pt x="8" y="2320"/>
                  <a:pt x="5" y="2306"/>
                </a:cubicBezTo>
                <a:cubicBezTo>
                  <a:pt x="2" y="2291"/>
                  <a:pt x="0" y="2276"/>
                  <a:pt x="0" y="2261"/>
                </a:cubicBezTo>
                <a:close/>
              </a:path>
            </a:pathLst>
          </a:custGeom>
          <a:noFill/>
          <a:ln w="9360">
            <a:solidFill>
              <a:srgbClr val="e6e1f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4" name=""/>
          <p:cNvSpPr txBox="1"/>
          <p:nvPr/>
        </p:nvSpPr>
        <p:spPr>
          <a:xfrm>
            <a:off x="2403720" y="3001680"/>
            <a:ext cx="1122480" cy="178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200" spc="-1" strike="noStrike">
                <a:solidFill>
                  <a:srgbClr val="0e0e14"/>
                </a:solidFill>
                <a:latin typeface="PlayfairDisplay-Semi"/>
                <a:ea typeface="PlayfairDisplay-Semi"/>
              </a:rPr>
              <a:t>Management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5" name=""/>
          <p:cNvSpPr txBox="1"/>
          <p:nvPr/>
        </p:nvSpPr>
        <p:spPr>
          <a:xfrm>
            <a:off x="4006800" y="2584440"/>
            <a:ext cx="60408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00" spc="-1" strike="noStrike">
                <a:solidFill>
                  <a:srgbClr val="6a26d8"/>
                </a:solidFill>
                <a:latin typeface="Inter-Semi"/>
                <a:ea typeface="Inter-Semi"/>
              </a:rPr>
              <a:t>P A G E   0 7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6" name=""/>
          <p:cNvSpPr/>
          <p:nvPr/>
        </p:nvSpPr>
        <p:spPr>
          <a:xfrm>
            <a:off x="5462280" y="2442960"/>
            <a:ext cx="1448280" cy="895680"/>
          </a:xfrm>
          <a:custGeom>
            <a:avLst/>
            <a:gdLst/>
            <a:ahLst/>
            <a:rect l="0" t="0" r="r" b="b"/>
            <a:pathLst>
              <a:path w="4023" h="2488">
                <a:moveTo>
                  <a:pt x="0" y="2261"/>
                </a:moveTo>
                <a:lnTo>
                  <a:pt x="0" y="227"/>
                </a:lnTo>
                <a:cubicBezTo>
                  <a:pt x="0" y="212"/>
                  <a:pt x="2" y="197"/>
                  <a:pt x="5" y="183"/>
                </a:cubicBezTo>
                <a:cubicBezTo>
                  <a:pt x="8" y="168"/>
                  <a:pt x="12" y="154"/>
                  <a:pt x="18" y="140"/>
                </a:cubicBezTo>
                <a:cubicBezTo>
                  <a:pt x="23" y="126"/>
                  <a:pt x="30" y="113"/>
                  <a:pt x="39" y="101"/>
                </a:cubicBezTo>
                <a:cubicBezTo>
                  <a:pt x="47" y="88"/>
                  <a:pt x="56" y="77"/>
                  <a:pt x="67" y="66"/>
                </a:cubicBezTo>
                <a:cubicBezTo>
                  <a:pt x="77" y="56"/>
                  <a:pt x="89" y="47"/>
                  <a:pt x="101" y="38"/>
                </a:cubicBezTo>
                <a:cubicBezTo>
                  <a:pt x="114" y="30"/>
                  <a:pt x="127" y="23"/>
                  <a:pt x="140" y="17"/>
                </a:cubicBezTo>
                <a:cubicBezTo>
                  <a:pt x="154" y="12"/>
                  <a:pt x="168" y="7"/>
                  <a:pt x="183" y="4"/>
                </a:cubicBezTo>
                <a:cubicBezTo>
                  <a:pt x="197" y="2"/>
                  <a:pt x="212" y="0"/>
                  <a:pt x="227" y="0"/>
                </a:cubicBezTo>
                <a:lnTo>
                  <a:pt x="3796" y="0"/>
                </a:lnTo>
                <a:cubicBezTo>
                  <a:pt x="3811" y="0"/>
                  <a:pt x="3826" y="2"/>
                  <a:pt x="3840" y="4"/>
                </a:cubicBezTo>
                <a:cubicBezTo>
                  <a:pt x="3855" y="7"/>
                  <a:pt x="3869" y="12"/>
                  <a:pt x="3883" y="17"/>
                </a:cubicBezTo>
                <a:cubicBezTo>
                  <a:pt x="3897" y="23"/>
                  <a:pt x="3910" y="30"/>
                  <a:pt x="3922" y="38"/>
                </a:cubicBezTo>
                <a:cubicBezTo>
                  <a:pt x="3935" y="47"/>
                  <a:pt x="3946" y="56"/>
                  <a:pt x="3957" y="66"/>
                </a:cubicBezTo>
                <a:cubicBezTo>
                  <a:pt x="3967" y="77"/>
                  <a:pt x="3977" y="88"/>
                  <a:pt x="3985" y="101"/>
                </a:cubicBezTo>
                <a:cubicBezTo>
                  <a:pt x="3993" y="113"/>
                  <a:pt x="4000" y="126"/>
                  <a:pt x="4006" y="140"/>
                </a:cubicBezTo>
                <a:cubicBezTo>
                  <a:pt x="4011" y="154"/>
                  <a:pt x="4016" y="168"/>
                  <a:pt x="4019" y="183"/>
                </a:cubicBezTo>
                <a:cubicBezTo>
                  <a:pt x="4022" y="197"/>
                  <a:pt x="4023" y="212"/>
                  <a:pt x="4023" y="227"/>
                </a:cubicBezTo>
                <a:lnTo>
                  <a:pt x="4023" y="2261"/>
                </a:lnTo>
                <a:cubicBezTo>
                  <a:pt x="4023" y="2276"/>
                  <a:pt x="4022" y="2291"/>
                  <a:pt x="4019" y="2306"/>
                </a:cubicBezTo>
                <a:cubicBezTo>
                  <a:pt x="4016" y="2320"/>
                  <a:pt x="4011" y="2334"/>
                  <a:pt x="4006" y="2348"/>
                </a:cubicBezTo>
                <a:cubicBezTo>
                  <a:pt x="4000" y="2362"/>
                  <a:pt x="3993" y="2375"/>
                  <a:pt x="3985" y="2387"/>
                </a:cubicBezTo>
                <a:cubicBezTo>
                  <a:pt x="3977" y="2400"/>
                  <a:pt x="3967" y="2411"/>
                  <a:pt x="3957" y="2422"/>
                </a:cubicBezTo>
                <a:cubicBezTo>
                  <a:pt x="3946" y="2432"/>
                  <a:pt x="3935" y="2442"/>
                  <a:pt x="3922" y="2450"/>
                </a:cubicBezTo>
                <a:cubicBezTo>
                  <a:pt x="3910" y="2458"/>
                  <a:pt x="3897" y="2465"/>
                  <a:pt x="3883" y="2471"/>
                </a:cubicBezTo>
                <a:cubicBezTo>
                  <a:pt x="3869" y="2477"/>
                  <a:pt x="3855" y="2481"/>
                  <a:pt x="3840" y="2484"/>
                </a:cubicBezTo>
                <a:cubicBezTo>
                  <a:pt x="3826" y="2487"/>
                  <a:pt x="3811" y="2488"/>
                  <a:pt x="3796" y="2488"/>
                </a:cubicBezTo>
                <a:lnTo>
                  <a:pt x="227" y="2488"/>
                </a:lnTo>
                <a:cubicBezTo>
                  <a:pt x="212" y="2488"/>
                  <a:pt x="197" y="2487"/>
                  <a:pt x="183" y="2484"/>
                </a:cubicBezTo>
                <a:cubicBezTo>
                  <a:pt x="168" y="2481"/>
                  <a:pt x="154" y="2477"/>
                  <a:pt x="140" y="2471"/>
                </a:cubicBezTo>
                <a:cubicBezTo>
                  <a:pt x="127" y="2465"/>
                  <a:pt x="114" y="2458"/>
                  <a:pt x="101" y="2450"/>
                </a:cubicBezTo>
                <a:cubicBezTo>
                  <a:pt x="89" y="2442"/>
                  <a:pt x="77" y="2432"/>
                  <a:pt x="67" y="2422"/>
                </a:cubicBezTo>
                <a:cubicBezTo>
                  <a:pt x="56" y="2411"/>
                  <a:pt x="47" y="2400"/>
                  <a:pt x="39" y="2387"/>
                </a:cubicBezTo>
                <a:cubicBezTo>
                  <a:pt x="30" y="2375"/>
                  <a:pt x="23" y="2362"/>
                  <a:pt x="18" y="2348"/>
                </a:cubicBezTo>
                <a:cubicBezTo>
                  <a:pt x="12" y="2334"/>
                  <a:pt x="8" y="2320"/>
                  <a:pt x="5" y="2306"/>
                </a:cubicBezTo>
                <a:cubicBezTo>
                  <a:pt x="2" y="2291"/>
                  <a:pt x="0" y="2276"/>
                  <a:pt x="0" y="2261"/>
                </a:cubicBezTo>
                <a:close/>
              </a:path>
            </a:pathLst>
          </a:custGeom>
          <a:solidFill>
            <a:srgbClr val="120e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27" name=""/>
          <p:cNvSpPr/>
          <p:nvPr/>
        </p:nvSpPr>
        <p:spPr>
          <a:xfrm>
            <a:off x="5462280" y="2442960"/>
            <a:ext cx="1448280" cy="895680"/>
          </a:xfrm>
          <a:custGeom>
            <a:avLst/>
            <a:gdLst/>
            <a:ahLst/>
            <a:rect l="0" t="0" r="r" b="b"/>
            <a:pathLst>
              <a:path w="4023" h="2488">
                <a:moveTo>
                  <a:pt x="0" y="2261"/>
                </a:moveTo>
                <a:lnTo>
                  <a:pt x="0" y="227"/>
                </a:lnTo>
                <a:cubicBezTo>
                  <a:pt x="0" y="212"/>
                  <a:pt x="2" y="197"/>
                  <a:pt x="5" y="183"/>
                </a:cubicBezTo>
                <a:cubicBezTo>
                  <a:pt x="8" y="168"/>
                  <a:pt x="12" y="154"/>
                  <a:pt x="18" y="140"/>
                </a:cubicBezTo>
                <a:cubicBezTo>
                  <a:pt x="23" y="126"/>
                  <a:pt x="30" y="113"/>
                  <a:pt x="39" y="101"/>
                </a:cubicBezTo>
                <a:cubicBezTo>
                  <a:pt x="47" y="88"/>
                  <a:pt x="56" y="77"/>
                  <a:pt x="67" y="66"/>
                </a:cubicBezTo>
                <a:cubicBezTo>
                  <a:pt x="77" y="56"/>
                  <a:pt x="89" y="47"/>
                  <a:pt x="101" y="38"/>
                </a:cubicBezTo>
                <a:cubicBezTo>
                  <a:pt x="114" y="30"/>
                  <a:pt x="127" y="23"/>
                  <a:pt x="140" y="17"/>
                </a:cubicBezTo>
                <a:cubicBezTo>
                  <a:pt x="154" y="12"/>
                  <a:pt x="168" y="7"/>
                  <a:pt x="183" y="4"/>
                </a:cubicBezTo>
                <a:cubicBezTo>
                  <a:pt x="197" y="2"/>
                  <a:pt x="212" y="0"/>
                  <a:pt x="227" y="0"/>
                </a:cubicBezTo>
                <a:lnTo>
                  <a:pt x="3796" y="0"/>
                </a:lnTo>
                <a:cubicBezTo>
                  <a:pt x="3811" y="0"/>
                  <a:pt x="3826" y="2"/>
                  <a:pt x="3840" y="4"/>
                </a:cubicBezTo>
                <a:cubicBezTo>
                  <a:pt x="3855" y="7"/>
                  <a:pt x="3869" y="12"/>
                  <a:pt x="3883" y="17"/>
                </a:cubicBezTo>
                <a:cubicBezTo>
                  <a:pt x="3897" y="23"/>
                  <a:pt x="3910" y="30"/>
                  <a:pt x="3922" y="38"/>
                </a:cubicBezTo>
                <a:cubicBezTo>
                  <a:pt x="3935" y="47"/>
                  <a:pt x="3946" y="56"/>
                  <a:pt x="3957" y="66"/>
                </a:cubicBezTo>
                <a:cubicBezTo>
                  <a:pt x="3967" y="77"/>
                  <a:pt x="3977" y="88"/>
                  <a:pt x="3985" y="101"/>
                </a:cubicBezTo>
                <a:cubicBezTo>
                  <a:pt x="3993" y="113"/>
                  <a:pt x="4000" y="126"/>
                  <a:pt x="4006" y="140"/>
                </a:cubicBezTo>
                <a:cubicBezTo>
                  <a:pt x="4011" y="154"/>
                  <a:pt x="4016" y="168"/>
                  <a:pt x="4019" y="183"/>
                </a:cubicBezTo>
                <a:cubicBezTo>
                  <a:pt x="4022" y="197"/>
                  <a:pt x="4023" y="212"/>
                  <a:pt x="4023" y="227"/>
                </a:cubicBezTo>
                <a:lnTo>
                  <a:pt x="4023" y="2261"/>
                </a:lnTo>
                <a:cubicBezTo>
                  <a:pt x="4023" y="2276"/>
                  <a:pt x="4022" y="2291"/>
                  <a:pt x="4019" y="2306"/>
                </a:cubicBezTo>
                <a:cubicBezTo>
                  <a:pt x="4016" y="2320"/>
                  <a:pt x="4011" y="2334"/>
                  <a:pt x="4006" y="2348"/>
                </a:cubicBezTo>
                <a:cubicBezTo>
                  <a:pt x="4000" y="2362"/>
                  <a:pt x="3993" y="2375"/>
                  <a:pt x="3985" y="2387"/>
                </a:cubicBezTo>
                <a:cubicBezTo>
                  <a:pt x="3977" y="2400"/>
                  <a:pt x="3967" y="2411"/>
                  <a:pt x="3957" y="2422"/>
                </a:cubicBezTo>
                <a:cubicBezTo>
                  <a:pt x="3946" y="2432"/>
                  <a:pt x="3935" y="2442"/>
                  <a:pt x="3922" y="2450"/>
                </a:cubicBezTo>
                <a:cubicBezTo>
                  <a:pt x="3910" y="2458"/>
                  <a:pt x="3897" y="2465"/>
                  <a:pt x="3883" y="2471"/>
                </a:cubicBezTo>
                <a:cubicBezTo>
                  <a:pt x="3869" y="2477"/>
                  <a:pt x="3855" y="2481"/>
                  <a:pt x="3840" y="2484"/>
                </a:cubicBezTo>
                <a:cubicBezTo>
                  <a:pt x="3826" y="2487"/>
                  <a:pt x="3811" y="2488"/>
                  <a:pt x="3796" y="2488"/>
                </a:cubicBezTo>
                <a:lnTo>
                  <a:pt x="227" y="2488"/>
                </a:lnTo>
                <a:cubicBezTo>
                  <a:pt x="212" y="2488"/>
                  <a:pt x="197" y="2487"/>
                  <a:pt x="183" y="2484"/>
                </a:cubicBezTo>
                <a:cubicBezTo>
                  <a:pt x="168" y="2481"/>
                  <a:pt x="154" y="2477"/>
                  <a:pt x="140" y="2471"/>
                </a:cubicBezTo>
                <a:cubicBezTo>
                  <a:pt x="127" y="2465"/>
                  <a:pt x="114" y="2458"/>
                  <a:pt x="101" y="2450"/>
                </a:cubicBezTo>
                <a:cubicBezTo>
                  <a:pt x="89" y="2442"/>
                  <a:pt x="77" y="2432"/>
                  <a:pt x="67" y="2422"/>
                </a:cubicBezTo>
                <a:cubicBezTo>
                  <a:pt x="56" y="2411"/>
                  <a:pt x="47" y="2400"/>
                  <a:pt x="39" y="2387"/>
                </a:cubicBezTo>
                <a:cubicBezTo>
                  <a:pt x="30" y="2375"/>
                  <a:pt x="23" y="2362"/>
                  <a:pt x="18" y="2348"/>
                </a:cubicBezTo>
                <a:cubicBezTo>
                  <a:pt x="12" y="2334"/>
                  <a:pt x="8" y="2320"/>
                  <a:pt x="5" y="2306"/>
                </a:cubicBezTo>
                <a:cubicBezTo>
                  <a:pt x="2" y="2291"/>
                  <a:pt x="0" y="2276"/>
                  <a:pt x="0" y="2261"/>
                </a:cubicBezTo>
                <a:close/>
              </a:path>
            </a:pathLst>
          </a:custGeom>
          <a:noFill/>
          <a:ln w="9360">
            <a:solidFill>
              <a:srgbClr val="0e0e14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8" name=""/>
          <p:cNvSpPr txBox="1"/>
          <p:nvPr/>
        </p:nvSpPr>
        <p:spPr>
          <a:xfrm>
            <a:off x="4006800" y="2754000"/>
            <a:ext cx="932040" cy="178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200" spc="-1" strike="noStrike">
                <a:solidFill>
                  <a:srgbClr val="0e0e14"/>
                </a:solidFill>
                <a:latin typeface="PlayfairDisplay-Semi"/>
                <a:ea typeface="PlayfairDisplay-Semi"/>
              </a:rPr>
              <a:t>Contact Us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9" name=""/>
          <p:cNvSpPr txBox="1"/>
          <p:nvPr/>
        </p:nvSpPr>
        <p:spPr>
          <a:xfrm>
            <a:off x="5609520" y="2584440"/>
            <a:ext cx="54180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00" spc="-1" strike="noStrike">
                <a:solidFill>
                  <a:srgbClr val="c9b4ff"/>
                </a:solidFill>
                <a:latin typeface="Inter-Semi"/>
                <a:ea typeface="Inter-Semi"/>
              </a:rPr>
              <a:t>S T A T U S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0" name=""/>
          <p:cNvSpPr txBox="1"/>
          <p:nvPr/>
        </p:nvSpPr>
        <p:spPr>
          <a:xfrm>
            <a:off x="5609520" y="2734920"/>
            <a:ext cx="921240" cy="142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60" spc="-1" strike="noStrike">
                <a:solidFill>
                  <a:srgbClr val="ffffff"/>
                </a:solidFill>
                <a:latin typeface="Inter-Semi"/>
                <a:ea typeface="Inter-Semi"/>
              </a:rPr>
              <a:t>Final touches</a:t>
            </a:r>
            <a:endParaRPr b="0" lang="en-US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1" name=""/>
          <p:cNvSpPr txBox="1"/>
          <p:nvPr/>
        </p:nvSpPr>
        <p:spPr>
          <a:xfrm>
            <a:off x="647640" y="3506400"/>
            <a:ext cx="1026360" cy="11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800" spc="-1" strike="noStrike">
                <a:solidFill>
                  <a:srgbClr val="0e0e14"/>
                </a:solidFill>
                <a:latin typeface="Inter-Semi"/>
                <a:ea typeface="Inter-Semi"/>
              </a:rPr>
              <a:t>Content received: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2" name=""/>
          <p:cNvSpPr txBox="1"/>
          <p:nvPr/>
        </p:nvSpPr>
        <p:spPr>
          <a:xfrm>
            <a:off x="1522080" y="3502080"/>
            <a:ext cx="528120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2a2934"/>
                </a:solidFill>
                <a:latin typeface="Inter"/>
                <a:ea typeface="Inter"/>
              </a:rPr>
              <a:t> </a:t>
            </a:r>
            <a:r>
              <a:rPr b="0" lang="en-US" sz="800" spc="-1" strike="noStrike">
                <a:solidFill>
                  <a:srgbClr val="2a2934"/>
                </a:solidFill>
                <a:latin typeface="Inter"/>
                <a:ea typeface="Inter"/>
              </a:rPr>
              <a:t>CEO &amp; COO photos for the Management page, Client logos for the Clients page, Portfolio images. Thank you.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3" name=""/>
          <p:cNvSpPr txBox="1"/>
          <p:nvPr/>
        </p:nvSpPr>
        <p:spPr>
          <a:xfrm>
            <a:off x="647640" y="3924360"/>
            <a:ext cx="11941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050" spc="-1" strike="noStrike">
                <a:solidFill>
                  <a:srgbClr val="0e0e14"/>
                </a:solidFill>
                <a:latin typeface="Inter-Semi"/>
                <a:ea typeface="Inter-Semi"/>
              </a:rPr>
              <a:t>Launch timeline</a:t>
            </a:r>
            <a:endParaRPr b="0" lang="en-US" sz="10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4" name=""/>
          <p:cNvSpPr txBox="1"/>
          <p:nvPr/>
        </p:nvSpPr>
        <p:spPr>
          <a:xfrm>
            <a:off x="909360" y="8080560"/>
            <a:ext cx="133740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00" spc="-1" strike="noStrike">
                <a:solidFill>
                  <a:srgbClr val="c9b4ff"/>
                </a:solidFill>
                <a:latin typeface="Inter-Semi"/>
                <a:ea typeface="Inter-Semi"/>
              </a:rPr>
              <a:t>O U R   C O M M I T M E N T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5" name=""/>
          <p:cNvSpPr txBox="1"/>
          <p:nvPr/>
        </p:nvSpPr>
        <p:spPr>
          <a:xfrm>
            <a:off x="909360" y="8289000"/>
            <a:ext cx="5601600" cy="21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1300" spc="-1" strike="noStrike">
                <a:solidFill>
                  <a:srgbClr val="ffffff"/>
                </a:solidFill>
                <a:latin typeface="PlayfairDisplay-Medium"/>
                <a:ea typeface="PlayfairDisplay-Medium"/>
              </a:rPr>
              <a:t>Your domain, hosting and email accounts are registered in GFX-T's name and</a:t>
            </a:r>
            <a:endParaRPr b="0" lang="en-US" sz="13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6" name=""/>
          <p:cNvSpPr/>
          <p:nvPr/>
        </p:nvSpPr>
        <p:spPr>
          <a:xfrm>
            <a:off x="752400" y="4162320"/>
            <a:ext cx="9720" cy="3457800"/>
          </a:xfrm>
          <a:custGeom>
            <a:avLst/>
            <a:gdLst/>
            <a:ahLst/>
            <a:rect l="0" t="0" r="r" b="b"/>
            <a:pathLst>
              <a:path w="27" h="9605">
                <a:moveTo>
                  <a:pt x="0" y="0"/>
                </a:moveTo>
                <a:lnTo>
                  <a:pt x="27" y="0"/>
                </a:lnTo>
                <a:lnTo>
                  <a:pt x="27" y="9605"/>
                </a:lnTo>
                <a:lnTo>
                  <a:pt x="0" y="9605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7" name=""/>
          <p:cNvSpPr txBox="1"/>
          <p:nvPr/>
        </p:nvSpPr>
        <p:spPr>
          <a:xfrm>
            <a:off x="909360" y="8536680"/>
            <a:ext cx="4432680" cy="21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1300" spc="-1" strike="noStrike">
                <a:solidFill>
                  <a:srgbClr val="ffffff"/>
                </a:solidFill>
                <a:latin typeface="PlayfairDisplay-Medium"/>
                <a:ea typeface="PlayfairDisplay-Medium"/>
              </a:rPr>
              <a:t>belong to you. We take no commission on third-party services.</a:t>
            </a:r>
            <a:endParaRPr b="0" lang="en-US" sz="13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8" name=""/>
          <p:cNvSpPr txBox="1"/>
          <p:nvPr/>
        </p:nvSpPr>
        <p:spPr>
          <a:xfrm>
            <a:off x="1017000" y="4175280"/>
            <a:ext cx="49464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00" spc="-1" strike="noStrike">
                <a:solidFill>
                  <a:srgbClr val="6a26d8"/>
                </a:solidFill>
                <a:latin typeface="Inter-Semi"/>
                <a:ea typeface="Inter-Semi"/>
              </a:rPr>
              <a:t>S T E P   1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9" name=""/>
          <p:cNvSpPr txBox="1"/>
          <p:nvPr/>
        </p:nvSpPr>
        <p:spPr>
          <a:xfrm>
            <a:off x="1017000" y="4330440"/>
            <a:ext cx="7902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000" spc="-1" strike="noStrike">
                <a:solidFill>
                  <a:srgbClr val="0e0e14"/>
                </a:solidFill>
                <a:latin typeface="Inter-Semi"/>
                <a:ea typeface="Inter-Semi"/>
              </a:rPr>
              <a:t>Agreement</a:t>
            </a:r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0" name=""/>
          <p:cNvSpPr/>
          <p:nvPr/>
        </p:nvSpPr>
        <p:spPr>
          <a:xfrm>
            <a:off x="690480" y="4205160"/>
            <a:ext cx="133560" cy="143640"/>
          </a:xfrm>
          <a:custGeom>
            <a:avLst/>
            <a:gdLst/>
            <a:ahLst/>
            <a:rect l="0" t="0" r="r" b="b"/>
            <a:pathLst>
              <a:path w="371" h="399">
                <a:moveTo>
                  <a:pt x="0" y="213"/>
                </a:moveTo>
                <a:lnTo>
                  <a:pt x="0" y="186"/>
                </a:lnTo>
                <a:cubicBezTo>
                  <a:pt x="0" y="174"/>
                  <a:pt x="1" y="162"/>
                  <a:pt x="3" y="150"/>
                </a:cubicBezTo>
                <a:cubicBezTo>
                  <a:pt x="6" y="138"/>
                  <a:pt x="9" y="126"/>
                  <a:pt x="14" y="115"/>
                </a:cubicBezTo>
                <a:cubicBezTo>
                  <a:pt x="18" y="104"/>
                  <a:pt x="24" y="93"/>
                  <a:pt x="31" y="83"/>
                </a:cubicBezTo>
                <a:cubicBezTo>
                  <a:pt x="38" y="73"/>
                  <a:pt x="45" y="64"/>
                  <a:pt x="54" y="55"/>
                </a:cubicBezTo>
                <a:cubicBezTo>
                  <a:pt x="63" y="46"/>
                  <a:pt x="72" y="39"/>
                  <a:pt x="82" y="32"/>
                </a:cubicBezTo>
                <a:cubicBezTo>
                  <a:pt x="92" y="25"/>
                  <a:pt x="103" y="20"/>
                  <a:pt x="114" y="15"/>
                </a:cubicBezTo>
                <a:cubicBezTo>
                  <a:pt x="126" y="10"/>
                  <a:pt x="138" y="7"/>
                  <a:pt x="150" y="4"/>
                </a:cubicBezTo>
                <a:cubicBezTo>
                  <a:pt x="162" y="2"/>
                  <a:pt x="174" y="0"/>
                  <a:pt x="186" y="0"/>
                </a:cubicBezTo>
                <a:cubicBezTo>
                  <a:pt x="198" y="0"/>
                  <a:pt x="210" y="2"/>
                  <a:pt x="222" y="4"/>
                </a:cubicBezTo>
                <a:cubicBezTo>
                  <a:pt x="234" y="7"/>
                  <a:pt x="246" y="10"/>
                  <a:pt x="257" y="15"/>
                </a:cubicBezTo>
                <a:cubicBezTo>
                  <a:pt x="268" y="20"/>
                  <a:pt x="279" y="25"/>
                  <a:pt x="289" y="32"/>
                </a:cubicBezTo>
                <a:cubicBezTo>
                  <a:pt x="299" y="39"/>
                  <a:pt x="308" y="46"/>
                  <a:pt x="317" y="55"/>
                </a:cubicBezTo>
                <a:cubicBezTo>
                  <a:pt x="325" y="64"/>
                  <a:pt x="333" y="73"/>
                  <a:pt x="340" y="83"/>
                </a:cubicBezTo>
                <a:cubicBezTo>
                  <a:pt x="347" y="93"/>
                  <a:pt x="352" y="104"/>
                  <a:pt x="357" y="115"/>
                </a:cubicBezTo>
                <a:cubicBezTo>
                  <a:pt x="362" y="126"/>
                  <a:pt x="365" y="138"/>
                  <a:pt x="368" y="150"/>
                </a:cubicBezTo>
                <a:cubicBezTo>
                  <a:pt x="370" y="162"/>
                  <a:pt x="371" y="174"/>
                  <a:pt x="371" y="186"/>
                </a:cubicBezTo>
                <a:lnTo>
                  <a:pt x="371" y="213"/>
                </a:lnTo>
                <a:cubicBezTo>
                  <a:pt x="371" y="225"/>
                  <a:pt x="370" y="237"/>
                  <a:pt x="368" y="249"/>
                </a:cubicBezTo>
                <a:cubicBezTo>
                  <a:pt x="365" y="261"/>
                  <a:pt x="362" y="272"/>
                  <a:pt x="357" y="283"/>
                </a:cubicBezTo>
                <a:cubicBezTo>
                  <a:pt x="352" y="295"/>
                  <a:pt x="347" y="305"/>
                  <a:pt x="340" y="315"/>
                </a:cubicBezTo>
                <a:cubicBezTo>
                  <a:pt x="333" y="326"/>
                  <a:pt x="325" y="335"/>
                  <a:pt x="317" y="343"/>
                </a:cubicBezTo>
                <a:cubicBezTo>
                  <a:pt x="308" y="352"/>
                  <a:pt x="299" y="360"/>
                  <a:pt x="289" y="367"/>
                </a:cubicBezTo>
                <a:cubicBezTo>
                  <a:pt x="279" y="373"/>
                  <a:pt x="268" y="379"/>
                  <a:pt x="257" y="384"/>
                </a:cubicBezTo>
                <a:cubicBezTo>
                  <a:pt x="246" y="388"/>
                  <a:pt x="234" y="392"/>
                  <a:pt x="222" y="394"/>
                </a:cubicBezTo>
                <a:cubicBezTo>
                  <a:pt x="210" y="397"/>
                  <a:pt x="198" y="399"/>
                  <a:pt x="186" y="399"/>
                </a:cubicBezTo>
                <a:cubicBezTo>
                  <a:pt x="174" y="399"/>
                  <a:pt x="162" y="397"/>
                  <a:pt x="150" y="394"/>
                </a:cubicBezTo>
                <a:cubicBezTo>
                  <a:pt x="138" y="392"/>
                  <a:pt x="126" y="388"/>
                  <a:pt x="114" y="384"/>
                </a:cubicBezTo>
                <a:cubicBezTo>
                  <a:pt x="103" y="379"/>
                  <a:pt x="92" y="373"/>
                  <a:pt x="82" y="367"/>
                </a:cubicBezTo>
                <a:cubicBezTo>
                  <a:pt x="72" y="360"/>
                  <a:pt x="63" y="352"/>
                  <a:pt x="54" y="343"/>
                </a:cubicBezTo>
                <a:cubicBezTo>
                  <a:pt x="45" y="335"/>
                  <a:pt x="38" y="326"/>
                  <a:pt x="31" y="315"/>
                </a:cubicBezTo>
                <a:cubicBezTo>
                  <a:pt x="24" y="305"/>
                  <a:pt x="18" y="295"/>
                  <a:pt x="14" y="283"/>
                </a:cubicBezTo>
                <a:cubicBezTo>
                  <a:pt x="9" y="272"/>
                  <a:pt x="6" y="261"/>
                  <a:pt x="3" y="249"/>
                </a:cubicBezTo>
                <a:cubicBezTo>
                  <a:pt x="1" y="237"/>
                  <a:pt x="0" y="225"/>
                  <a:pt x="0" y="21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1" name=""/>
          <p:cNvSpPr/>
          <p:nvPr/>
        </p:nvSpPr>
        <p:spPr>
          <a:xfrm>
            <a:off x="690480" y="4205160"/>
            <a:ext cx="133560" cy="143640"/>
          </a:xfrm>
          <a:custGeom>
            <a:avLst/>
            <a:gdLst/>
            <a:ahLst/>
            <a:rect l="0" t="0" r="r" b="b"/>
            <a:pathLst>
              <a:path w="371" h="399">
                <a:moveTo>
                  <a:pt x="0" y="213"/>
                </a:moveTo>
                <a:lnTo>
                  <a:pt x="0" y="186"/>
                </a:lnTo>
                <a:cubicBezTo>
                  <a:pt x="0" y="174"/>
                  <a:pt x="1" y="162"/>
                  <a:pt x="3" y="150"/>
                </a:cubicBezTo>
                <a:cubicBezTo>
                  <a:pt x="6" y="138"/>
                  <a:pt x="9" y="126"/>
                  <a:pt x="14" y="115"/>
                </a:cubicBezTo>
                <a:cubicBezTo>
                  <a:pt x="18" y="104"/>
                  <a:pt x="24" y="93"/>
                  <a:pt x="31" y="83"/>
                </a:cubicBezTo>
                <a:cubicBezTo>
                  <a:pt x="38" y="73"/>
                  <a:pt x="45" y="64"/>
                  <a:pt x="54" y="55"/>
                </a:cubicBezTo>
                <a:cubicBezTo>
                  <a:pt x="63" y="46"/>
                  <a:pt x="72" y="39"/>
                  <a:pt x="82" y="32"/>
                </a:cubicBezTo>
                <a:cubicBezTo>
                  <a:pt x="92" y="25"/>
                  <a:pt x="103" y="20"/>
                  <a:pt x="114" y="15"/>
                </a:cubicBezTo>
                <a:cubicBezTo>
                  <a:pt x="126" y="10"/>
                  <a:pt x="138" y="7"/>
                  <a:pt x="150" y="4"/>
                </a:cubicBezTo>
                <a:cubicBezTo>
                  <a:pt x="162" y="2"/>
                  <a:pt x="174" y="0"/>
                  <a:pt x="186" y="0"/>
                </a:cubicBezTo>
                <a:cubicBezTo>
                  <a:pt x="198" y="0"/>
                  <a:pt x="210" y="2"/>
                  <a:pt x="222" y="4"/>
                </a:cubicBezTo>
                <a:cubicBezTo>
                  <a:pt x="234" y="7"/>
                  <a:pt x="246" y="10"/>
                  <a:pt x="257" y="15"/>
                </a:cubicBezTo>
                <a:cubicBezTo>
                  <a:pt x="268" y="20"/>
                  <a:pt x="279" y="25"/>
                  <a:pt x="289" y="32"/>
                </a:cubicBezTo>
                <a:cubicBezTo>
                  <a:pt x="299" y="39"/>
                  <a:pt x="308" y="46"/>
                  <a:pt x="317" y="55"/>
                </a:cubicBezTo>
                <a:cubicBezTo>
                  <a:pt x="325" y="64"/>
                  <a:pt x="333" y="73"/>
                  <a:pt x="340" y="83"/>
                </a:cubicBezTo>
                <a:cubicBezTo>
                  <a:pt x="347" y="93"/>
                  <a:pt x="352" y="104"/>
                  <a:pt x="357" y="115"/>
                </a:cubicBezTo>
                <a:cubicBezTo>
                  <a:pt x="362" y="126"/>
                  <a:pt x="365" y="138"/>
                  <a:pt x="368" y="150"/>
                </a:cubicBezTo>
                <a:cubicBezTo>
                  <a:pt x="370" y="162"/>
                  <a:pt x="371" y="174"/>
                  <a:pt x="371" y="186"/>
                </a:cubicBezTo>
                <a:lnTo>
                  <a:pt x="371" y="213"/>
                </a:lnTo>
                <a:cubicBezTo>
                  <a:pt x="371" y="225"/>
                  <a:pt x="370" y="237"/>
                  <a:pt x="368" y="249"/>
                </a:cubicBezTo>
                <a:cubicBezTo>
                  <a:pt x="365" y="261"/>
                  <a:pt x="362" y="272"/>
                  <a:pt x="357" y="283"/>
                </a:cubicBezTo>
                <a:cubicBezTo>
                  <a:pt x="352" y="295"/>
                  <a:pt x="347" y="305"/>
                  <a:pt x="340" y="315"/>
                </a:cubicBezTo>
                <a:cubicBezTo>
                  <a:pt x="333" y="326"/>
                  <a:pt x="325" y="335"/>
                  <a:pt x="317" y="343"/>
                </a:cubicBezTo>
                <a:cubicBezTo>
                  <a:pt x="308" y="352"/>
                  <a:pt x="299" y="360"/>
                  <a:pt x="289" y="367"/>
                </a:cubicBezTo>
                <a:cubicBezTo>
                  <a:pt x="279" y="373"/>
                  <a:pt x="268" y="379"/>
                  <a:pt x="257" y="384"/>
                </a:cubicBezTo>
                <a:cubicBezTo>
                  <a:pt x="246" y="388"/>
                  <a:pt x="234" y="392"/>
                  <a:pt x="222" y="394"/>
                </a:cubicBezTo>
                <a:cubicBezTo>
                  <a:pt x="210" y="397"/>
                  <a:pt x="198" y="399"/>
                  <a:pt x="186" y="399"/>
                </a:cubicBezTo>
                <a:cubicBezTo>
                  <a:pt x="174" y="399"/>
                  <a:pt x="162" y="397"/>
                  <a:pt x="150" y="394"/>
                </a:cubicBezTo>
                <a:cubicBezTo>
                  <a:pt x="138" y="392"/>
                  <a:pt x="126" y="388"/>
                  <a:pt x="114" y="384"/>
                </a:cubicBezTo>
                <a:cubicBezTo>
                  <a:pt x="103" y="379"/>
                  <a:pt x="92" y="373"/>
                  <a:pt x="82" y="367"/>
                </a:cubicBezTo>
                <a:cubicBezTo>
                  <a:pt x="72" y="360"/>
                  <a:pt x="63" y="352"/>
                  <a:pt x="54" y="343"/>
                </a:cubicBezTo>
                <a:cubicBezTo>
                  <a:pt x="45" y="335"/>
                  <a:pt x="38" y="326"/>
                  <a:pt x="31" y="315"/>
                </a:cubicBezTo>
                <a:cubicBezTo>
                  <a:pt x="24" y="305"/>
                  <a:pt x="18" y="295"/>
                  <a:pt x="14" y="283"/>
                </a:cubicBezTo>
                <a:cubicBezTo>
                  <a:pt x="9" y="272"/>
                  <a:pt x="6" y="261"/>
                  <a:pt x="3" y="249"/>
                </a:cubicBezTo>
                <a:cubicBezTo>
                  <a:pt x="1" y="237"/>
                  <a:pt x="0" y="225"/>
                  <a:pt x="0" y="213"/>
                </a:cubicBezTo>
                <a:close/>
              </a:path>
            </a:pathLst>
          </a:custGeom>
          <a:noFill/>
          <a:ln w="9360">
            <a:solidFill>
              <a:srgbClr val="6a26d8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2" name=""/>
          <p:cNvSpPr txBox="1"/>
          <p:nvPr/>
        </p:nvSpPr>
        <p:spPr>
          <a:xfrm>
            <a:off x="1017000" y="4549680"/>
            <a:ext cx="351360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6b6878"/>
                </a:solidFill>
                <a:latin typeface="Inter"/>
                <a:ea typeface="Inter"/>
              </a:rPr>
              <a:t>Review and sign the Service Agreement, and settle the development fee.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3" name=""/>
          <p:cNvSpPr txBox="1"/>
          <p:nvPr/>
        </p:nvSpPr>
        <p:spPr>
          <a:xfrm>
            <a:off x="1017000" y="4870440"/>
            <a:ext cx="213120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00" spc="-1" strike="noStrike">
                <a:solidFill>
                  <a:srgbClr val="6a26d8"/>
                </a:solidFill>
                <a:latin typeface="Inter-Semi"/>
                <a:ea typeface="Inter-Semi"/>
              </a:rPr>
              <a:t>S T E P   2   ·   1 – 2   W O R K I N G   D AY S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4" name=""/>
          <p:cNvSpPr txBox="1"/>
          <p:nvPr/>
        </p:nvSpPr>
        <p:spPr>
          <a:xfrm>
            <a:off x="1017000" y="5025600"/>
            <a:ext cx="12780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000" spc="-1" strike="noStrike">
                <a:solidFill>
                  <a:srgbClr val="0e0e14"/>
                </a:solidFill>
                <a:latin typeface="Inter-Semi"/>
                <a:ea typeface="Inter-Semi"/>
              </a:rPr>
              <a:t>Domain &amp; hosting</a:t>
            </a:r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5" name=""/>
          <p:cNvSpPr txBox="1"/>
          <p:nvPr/>
        </p:nvSpPr>
        <p:spPr>
          <a:xfrm>
            <a:off x="1017000" y="5235480"/>
            <a:ext cx="166788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6b6878"/>
                </a:solidFill>
                <a:latin typeface="Inter"/>
                <a:ea typeface="Inter"/>
              </a:rPr>
              <a:t>We guide you through purchasing 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6" name=""/>
          <p:cNvSpPr txBox="1"/>
          <p:nvPr/>
        </p:nvSpPr>
        <p:spPr>
          <a:xfrm>
            <a:off x="2665080" y="5239800"/>
            <a:ext cx="508320" cy="11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800" spc="-1" strike="noStrike">
                <a:solidFill>
                  <a:srgbClr val="0e0e14"/>
                </a:solidFill>
                <a:latin typeface="Inter-Semi"/>
                <a:ea typeface="Inter-Semi"/>
              </a:rPr>
              <a:t>gfxt.com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7" name=""/>
          <p:cNvSpPr/>
          <p:nvPr/>
        </p:nvSpPr>
        <p:spPr>
          <a:xfrm>
            <a:off x="690480" y="4900320"/>
            <a:ext cx="133560" cy="133920"/>
          </a:xfrm>
          <a:custGeom>
            <a:avLst/>
            <a:gdLst/>
            <a:ahLst/>
            <a:rect l="0" t="0" r="r" b="b"/>
            <a:pathLst>
              <a:path w="371" h="372">
                <a:moveTo>
                  <a:pt x="371" y="186"/>
                </a:moveTo>
                <a:cubicBezTo>
                  <a:pt x="371" y="198"/>
                  <a:pt x="370" y="210"/>
                  <a:pt x="368" y="222"/>
                </a:cubicBezTo>
                <a:cubicBezTo>
                  <a:pt x="365" y="234"/>
                  <a:pt x="362" y="245"/>
                  <a:pt x="357" y="256"/>
                </a:cubicBezTo>
                <a:cubicBezTo>
                  <a:pt x="352" y="269"/>
                  <a:pt x="347" y="279"/>
                  <a:pt x="340" y="289"/>
                </a:cubicBezTo>
                <a:cubicBezTo>
                  <a:pt x="333" y="300"/>
                  <a:pt x="325" y="309"/>
                  <a:pt x="317" y="317"/>
                </a:cubicBezTo>
                <a:cubicBezTo>
                  <a:pt x="308" y="326"/>
                  <a:pt x="299" y="334"/>
                  <a:pt x="289" y="341"/>
                </a:cubicBezTo>
                <a:cubicBezTo>
                  <a:pt x="279" y="347"/>
                  <a:pt x="268" y="353"/>
                  <a:pt x="257" y="358"/>
                </a:cubicBezTo>
                <a:cubicBezTo>
                  <a:pt x="246" y="362"/>
                  <a:pt x="234" y="366"/>
                  <a:pt x="222" y="368"/>
                </a:cubicBezTo>
                <a:cubicBezTo>
                  <a:pt x="210" y="371"/>
                  <a:pt x="198" y="372"/>
                  <a:pt x="186" y="372"/>
                </a:cubicBezTo>
                <a:cubicBezTo>
                  <a:pt x="174" y="372"/>
                  <a:pt x="162" y="371"/>
                  <a:pt x="150" y="368"/>
                </a:cubicBezTo>
                <a:cubicBezTo>
                  <a:pt x="138" y="366"/>
                  <a:pt x="126" y="362"/>
                  <a:pt x="114" y="358"/>
                </a:cubicBezTo>
                <a:cubicBezTo>
                  <a:pt x="103" y="353"/>
                  <a:pt x="92" y="347"/>
                  <a:pt x="82" y="341"/>
                </a:cubicBezTo>
                <a:cubicBezTo>
                  <a:pt x="72" y="334"/>
                  <a:pt x="63" y="326"/>
                  <a:pt x="54" y="317"/>
                </a:cubicBezTo>
                <a:cubicBezTo>
                  <a:pt x="45" y="309"/>
                  <a:pt x="38" y="300"/>
                  <a:pt x="31" y="289"/>
                </a:cubicBezTo>
                <a:cubicBezTo>
                  <a:pt x="24" y="279"/>
                  <a:pt x="18" y="269"/>
                  <a:pt x="14" y="256"/>
                </a:cubicBezTo>
                <a:cubicBezTo>
                  <a:pt x="9" y="245"/>
                  <a:pt x="6" y="234"/>
                  <a:pt x="3" y="222"/>
                </a:cubicBezTo>
                <a:cubicBezTo>
                  <a:pt x="1" y="210"/>
                  <a:pt x="0" y="198"/>
                  <a:pt x="0" y="186"/>
                </a:cubicBezTo>
                <a:cubicBezTo>
                  <a:pt x="0" y="173"/>
                  <a:pt x="1" y="161"/>
                  <a:pt x="3" y="149"/>
                </a:cubicBezTo>
                <a:cubicBezTo>
                  <a:pt x="6" y="137"/>
                  <a:pt x="9" y="126"/>
                  <a:pt x="14" y="115"/>
                </a:cubicBezTo>
                <a:cubicBezTo>
                  <a:pt x="18" y="103"/>
                  <a:pt x="24" y="93"/>
                  <a:pt x="31" y="83"/>
                </a:cubicBezTo>
                <a:cubicBezTo>
                  <a:pt x="38" y="73"/>
                  <a:pt x="45" y="63"/>
                  <a:pt x="54" y="55"/>
                </a:cubicBezTo>
                <a:cubicBezTo>
                  <a:pt x="63" y="46"/>
                  <a:pt x="72" y="38"/>
                  <a:pt x="82" y="32"/>
                </a:cubicBezTo>
                <a:cubicBezTo>
                  <a:pt x="92" y="25"/>
                  <a:pt x="103" y="19"/>
                  <a:pt x="114" y="14"/>
                </a:cubicBezTo>
                <a:cubicBezTo>
                  <a:pt x="126" y="10"/>
                  <a:pt x="138" y="6"/>
                  <a:pt x="150" y="4"/>
                </a:cubicBezTo>
                <a:cubicBezTo>
                  <a:pt x="162" y="1"/>
                  <a:pt x="174" y="0"/>
                  <a:pt x="186" y="0"/>
                </a:cubicBezTo>
                <a:cubicBezTo>
                  <a:pt x="198" y="0"/>
                  <a:pt x="210" y="1"/>
                  <a:pt x="222" y="4"/>
                </a:cubicBezTo>
                <a:cubicBezTo>
                  <a:pt x="234" y="6"/>
                  <a:pt x="246" y="10"/>
                  <a:pt x="257" y="14"/>
                </a:cubicBezTo>
                <a:cubicBezTo>
                  <a:pt x="268" y="19"/>
                  <a:pt x="279" y="25"/>
                  <a:pt x="289" y="32"/>
                </a:cubicBezTo>
                <a:cubicBezTo>
                  <a:pt x="299" y="38"/>
                  <a:pt x="308" y="46"/>
                  <a:pt x="317" y="55"/>
                </a:cubicBezTo>
                <a:cubicBezTo>
                  <a:pt x="325" y="63"/>
                  <a:pt x="333" y="73"/>
                  <a:pt x="340" y="83"/>
                </a:cubicBezTo>
                <a:cubicBezTo>
                  <a:pt x="347" y="93"/>
                  <a:pt x="352" y="103"/>
                  <a:pt x="357" y="115"/>
                </a:cubicBezTo>
                <a:cubicBezTo>
                  <a:pt x="362" y="126"/>
                  <a:pt x="365" y="137"/>
                  <a:pt x="368" y="149"/>
                </a:cubicBezTo>
                <a:cubicBezTo>
                  <a:pt x="370" y="161"/>
                  <a:pt x="371" y="173"/>
                  <a:pt x="371" y="18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8" name=""/>
          <p:cNvSpPr/>
          <p:nvPr/>
        </p:nvSpPr>
        <p:spPr>
          <a:xfrm>
            <a:off x="690480" y="4900320"/>
            <a:ext cx="133560" cy="133920"/>
          </a:xfrm>
          <a:custGeom>
            <a:avLst/>
            <a:gdLst/>
            <a:ahLst/>
            <a:rect l="0" t="0" r="r" b="b"/>
            <a:pathLst>
              <a:path w="371" h="372">
                <a:moveTo>
                  <a:pt x="371" y="186"/>
                </a:moveTo>
                <a:cubicBezTo>
                  <a:pt x="371" y="198"/>
                  <a:pt x="370" y="210"/>
                  <a:pt x="368" y="222"/>
                </a:cubicBezTo>
                <a:cubicBezTo>
                  <a:pt x="365" y="234"/>
                  <a:pt x="362" y="245"/>
                  <a:pt x="357" y="256"/>
                </a:cubicBezTo>
                <a:cubicBezTo>
                  <a:pt x="352" y="269"/>
                  <a:pt x="347" y="279"/>
                  <a:pt x="340" y="289"/>
                </a:cubicBezTo>
                <a:cubicBezTo>
                  <a:pt x="333" y="300"/>
                  <a:pt x="325" y="309"/>
                  <a:pt x="317" y="317"/>
                </a:cubicBezTo>
                <a:cubicBezTo>
                  <a:pt x="308" y="326"/>
                  <a:pt x="299" y="334"/>
                  <a:pt x="289" y="341"/>
                </a:cubicBezTo>
                <a:cubicBezTo>
                  <a:pt x="279" y="347"/>
                  <a:pt x="268" y="353"/>
                  <a:pt x="257" y="358"/>
                </a:cubicBezTo>
                <a:cubicBezTo>
                  <a:pt x="246" y="362"/>
                  <a:pt x="234" y="366"/>
                  <a:pt x="222" y="368"/>
                </a:cubicBezTo>
                <a:cubicBezTo>
                  <a:pt x="210" y="371"/>
                  <a:pt x="198" y="372"/>
                  <a:pt x="186" y="372"/>
                </a:cubicBezTo>
                <a:cubicBezTo>
                  <a:pt x="174" y="372"/>
                  <a:pt x="162" y="371"/>
                  <a:pt x="150" y="368"/>
                </a:cubicBezTo>
                <a:cubicBezTo>
                  <a:pt x="138" y="366"/>
                  <a:pt x="126" y="362"/>
                  <a:pt x="114" y="358"/>
                </a:cubicBezTo>
                <a:cubicBezTo>
                  <a:pt x="103" y="353"/>
                  <a:pt x="92" y="347"/>
                  <a:pt x="82" y="341"/>
                </a:cubicBezTo>
                <a:cubicBezTo>
                  <a:pt x="72" y="334"/>
                  <a:pt x="63" y="326"/>
                  <a:pt x="54" y="317"/>
                </a:cubicBezTo>
                <a:cubicBezTo>
                  <a:pt x="45" y="309"/>
                  <a:pt x="38" y="300"/>
                  <a:pt x="31" y="289"/>
                </a:cubicBezTo>
                <a:cubicBezTo>
                  <a:pt x="24" y="279"/>
                  <a:pt x="18" y="269"/>
                  <a:pt x="14" y="256"/>
                </a:cubicBezTo>
                <a:cubicBezTo>
                  <a:pt x="9" y="245"/>
                  <a:pt x="6" y="234"/>
                  <a:pt x="3" y="222"/>
                </a:cubicBezTo>
                <a:cubicBezTo>
                  <a:pt x="1" y="210"/>
                  <a:pt x="0" y="198"/>
                  <a:pt x="0" y="186"/>
                </a:cubicBezTo>
                <a:cubicBezTo>
                  <a:pt x="0" y="173"/>
                  <a:pt x="1" y="161"/>
                  <a:pt x="3" y="149"/>
                </a:cubicBezTo>
                <a:cubicBezTo>
                  <a:pt x="6" y="137"/>
                  <a:pt x="9" y="126"/>
                  <a:pt x="14" y="115"/>
                </a:cubicBezTo>
                <a:cubicBezTo>
                  <a:pt x="18" y="103"/>
                  <a:pt x="24" y="93"/>
                  <a:pt x="31" y="83"/>
                </a:cubicBezTo>
                <a:cubicBezTo>
                  <a:pt x="38" y="73"/>
                  <a:pt x="45" y="63"/>
                  <a:pt x="54" y="55"/>
                </a:cubicBezTo>
                <a:cubicBezTo>
                  <a:pt x="63" y="46"/>
                  <a:pt x="72" y="38"/>
                  <a:pt x="82" y="32"/>
                </a:cubicBezTo>
                <a:cubicBezTo>
                  <a:pt x="92" y="25"/>
                  <a:pt x="103" y="19"/>
                  <a:pt x="114" y="14"/>
                </a:cubicBezTo>
                <a:cubicBezTo>
                  <a:pt x="126" y="10"/>
                  <a:pt x="138" y="6"/>
                  <a:pt x="150" y="4"/>
                </a:cubicBezTo>
                <a:cubicBezTo>
                  <a:pt x="162" y="1"/>
                  <a:pt x="174" y="0"/>
                  <a:pt x="186" y="0"/>
                </a:cubicBezTo>
                <a:cubicBezTo>
                  <a:pt x="198" y="0"/>
                  <a:pt x="210" y="1"/>
                  <a:pt x="222" y="4"/>
                </a:cubicBezTo>
                <a:cubicBezTo>
                  <a:pt x="234" y="6"/>
                  <a:pt x="246" y="10"/>
                  <a:pt x="257" y="14"/>
                </a:cubicBezTo>
                <a:cubicBezTo>
                  <a:pt x="268" y="19"/>
                  <a:pt x="279" y="25"/>
                  <a:pt x="289" y="32"/>
                </a:cubicBezTo>
                <a:cubicBezTo>
                  <a:pt x="299" y="38"/>
                  <a:pt x="308" y="46"/>
                  <a:pt x="317" y="55"/>
                </a:cubicBezTo>
                <a:cubicBezTo>
                  <a:pt x="325" y="63"/>
                  <a:pt x="333" y="73"/>
                  <a:pt x="340" y="83"/>
                </a:cubicBezTo>
                <a:cubicBezTo>
                  <a:pt x="347" y="93"/>
                  <a:pt x="352" y="103"/>
                  <a:pt x="357" y="115"/>
                </a:cubicBezTo>
                <a:cubicBezTo>
                  <a:pt x="362" y="126"/>
                  <a:pt x="365" y="137"/>
                  <a:pt x="368" y="149"/>
                </a:cubicBezTo>
                <a:cubicBezTo>
                  <a:pt x="370" y="161"/>
                  <a:pt x="371" y="173"/>
                  <a:pt x="371" y="186"/>
                </a:cubicBezTo>
                <a:close/>
              </a:path>
            </a:pathLst>
          </a:custGeom>
          <a:noFill/>
          <a:ln w="9360">
            <a:solidFill>
              <a:srgbClr val="6a26d8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9" name=""/>
          <p:cNvSpPr txBox="1"/>
          <p:nvPr/>
        </p:nvSpPr>
        <p:spPr>
          <a:xfrm>
            <a:off x="3107880" y="5235480"/>
            <a:ext cx="355932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6b6878"/>
                </a:solidFill>
                <a:latin typeface="Inter"/>
                <a:ea typeface="Inter"/>
              </a:rPr>
              <a:t> </a:t>
            </a:r>
            <a:r>
              <a:rPr b="0" lang="en-US" sz="800" spc="-1" strike="noStrike">
                <a:solidFill>
                  <a:srgbClr val="6b6878"/>
                </a:solidFill>
                <a:latin typeface="Inter"/>
                <a:ea typeface="Inter"/>
              </a:rPr>
              <a:t>(or the closest available option) and hosting, registered in GFXT's name.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0" name=""/>
          <p:cNvSpPr txBox="1"/>
          <p:nvPr/>
        </p:nvSpPr>
        <p:spPr>
          <a:xfrm>
            <a:off x="1017000" y="5565960"/>
            <a:ext cx="213120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00" spc="-1" strike="noStrike">
                <a:solidFill>
                  <a:srgbClr val="6a26d8"/>
                </a:solidFill>
                <a:latin typeface="Inter-Semi"/>
                <a:ea typeface="Inter-Semi"/>
              </a:rPr>
              <a:t>S T E P   3   ·   2 – 3   W O R K I N G   D AY S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1" name=""/>
          <p:cNvSpPr txBox="1"/>
          <p:nvPr/>
        </p:nvSpPr>
        <p:spPr>
          <a:xfrm>
            <a:off x="1017000" y="5721120"/>
            <a:ext cx="8618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000" spc="-1" strike="noStrike">
                <a:solidFill>
                  <a:srgbClr val="0e0e14"/>
                </a:solidFill>
                <a:latin typeface="Inter-Semi"/>
                <a:ea typeface="Inter-Semi"/>
              </a:rPr>
              <a:t>Deployment</a:t>
            </a:r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2" name=""/>
          <p:cNvSpPr/>
          <p:nvPr/>
        </p:nvSpPr>
        <p:spPr>
          <a:xfrm>
            <a:off x="690480" y="5586120"/>
            <a:ext cx="133560" cy="143280"/>
          </a:xfrm>
          <a:custGeom>
            <a:avLst/>
            <a:gdLst/>
            <a:ahLst/>
            <a:rect l="0" t="0" r="r" b="b"/>
            <a:pathLst>
              <a:path w="371" h="398">
                <a:moveTo>
                  <a:pt x="0" y="213"/>
                </a:moveTo>
                <a:lnTo>
                  <a:pt x="0" y="187"/>
                </a:lnTo>
                <a:cubicBezTo>
                  <a:pt x="0" y="174"/>
                  <a:pt x="1" y="162"/>
                  <a:pt x="3" y="150"/>
                </a:cubicBezTo>
                <a:cubicBezTo>
                  <a:pt x="6" y="138"/>
                  <a:pt x="9" y="127"/>
                  <a:pt x="14" y="115"/>
                </a:cubicBezTo>
                <a:cubicBezTo>
                  <a:pt x="18" y="103"/>
                  <a:pt x="24" y="93"/>
                  <a:pt x="31" y="83"/>
                </a:cubicBezTo>
                <a:cubicBezTo>
                  <a:pt x="38" y="73"/>
                  <a:pt x="45" y="63"/>
                  <a:pt x="54" y="55"/>
                </a:cubicBezTo>
                <a:cubicBezTo>
                  <a:pt x="63" y="46"/>
                  <a:pt x="72" y="38"/>
                  <a:pt x="82" y="32"/>
                </a:cubicBezTo>
                <a:cubicBezTo>
                  <a:pt x="92" y="25"/>
                  <a:pt x="103" y="19"/>
                  <a:pt x="114" y="14"/>
                </a:cubicBezTo>
                <a:cubicBezTo>
                  <a:pt x="126" y="10"/>
                  <a:pt x="138" y="6"/>
                  <a:pt x="150" y="4"/>
                </a:cubicBezTo>
                <a:cubicBezTo>
                  <a:pt x="162" y="1"/>
                  <a:pt x="174" y="0"/>
                  <a:pt x="186" y="0"/>
                </a:cubicBezTo>
                <a:cubicBezTo>
                  <a:pt x="198" y="0"/>
                  <a:pt x="210" y="1"/>
                  <a:pt x="222" y="4"/>
                </a:cubicBezTo>
                <a:cubicBezTo>
                  <a:pt x="234" y="6"/>
                  <a:pt x="246" y="10"/>
                  <a:pt x="257" y="14"/>
                </a:cubicBezTo>
                <a:cubicBezTo>
                  <a:pt x="268" y="19"/>
                  <a:pt x="279" y="25"/>
                  <a:pt x="289" y="32"/>
                </a:cubicBezTo>
                <a:cubicBezTo>
                  <a:pt x="299" y="38"/>
                  <a:pt x="308" y="46"/>
                  <a:pt x="317" y="55"/>
                </a:cubicBezTo>
                <a:cubicBezTo>
                  <a:pt x="325" y="63"/>
                  <a:pt x="333" y="73"/>
                  <a:pt x="340" y="83"/>
                </a:cubicBezTo>
                <a:cubicBezTo>
                  <a:pt x="347" y="93"/>
                  <a:pt x="352" y="103"/>
                  <a:pt x="357" y="115"/>
                </a:cubicBezTo>
                <a:cubicBezTo>
                  <a:pt x="362" y="127"/>
                  <a:pt x="365" y="138"/>
                  <a:pt x="368" y="150"/>
                </a:cubicBezTo>
                <a:cubicBezTo>
                  <a:pt x="370" y="162"/>
                  <a:pt x="371" y="174"/>
                  <a:pt x="371" y="187"/>
                </a:cubicBezTo>
                <a:lnTo>
                  <a:pt x="371" y="213"/>
                </a:lnTo>
                <a:cubicBezTo>
                  <a:pt x="371" y="225"/>
                  <a:pt x="370" y="237"/>
                  <a:pt x="368" y="249"/>
                </a:cubicBezTo>
                <a:cubicBezTo>
                  <a:pt x="365" y="261"/>
                  <a:pt x="362" y="273"/>
                  <a:pt x="357" y="284"/>
                </a:cubicBezTo>
                <a:cubicBezTo>
                  <a:pt x="352" y="295"/>
                  <a:pt x="347" y="306"/>
                  <a:pt x="340" y="316"/>
                </a:cubicBezTo>
                <a:cubicBezTo>
                  <a:pt x="333" y="326"/>
                  <a:pt x="325" y="335"/>
                  <a:pt x="317" y="344"/>
                </a:cubicBezTo>
                <a:cubicBezTo>
                  <a:pt x="308" y="353"/>
                  <a:pt x="299" y="360"/>
                  <a:pt x="289" y="367"/>
                </a:cubicBezTo>
                <a:cubicBezTo>
                  <a:pt x="279" y="374"/>
                  <a:pt x="268" y="379"/>
                  <a:pt x="257" y="384"/>
                </a:cubicBezTo>
                <a:cubicBezTo>
                  <a:pt x="246" y="389"/>
                  <a:pt x="234" y="392"/>
                  <a:pt x="222" y="395"/>
                </a:cubicBezTo>
                <a:cubicBezTo>
                  <a:pt x="210" y="397"/>
                  <a:pt x="198" y="398"/>
                  <a:pt x="186" y="398"/>
                </a:cubicBezTo>
                <a:cubicBezTo>
                  <a:pt x="174" y="398"/>
                  <a:pt x="162" y="397"/>
                  <a:pt x="150" y="395"/>
                </a:cubicBezTo>
                <a:cubicBezTo>
                  <a:pt x="138" y="392"/>
                  <a:pt x="126" y="389"/>
                  <a:pt x="114" y="384"/>
                </a:cubicBezTo>
                <a:cubicBezTo>
                  <a:pt x="103" y="379"/>
                  <a:pt x="92" y="374"/>
                  <a:pt x="82" y="367"/>
                </a:cubicBezTo>
                <a:cubicBezTo>
                  <a:pt x="72" y="360"/>
                  <a:pt x="63" y="353"/>
                  <a:pt x="54" y="344"/>
                </a:cubicBezTo>
                <a:cubicBezTo>
                  <a:pt x="45" y="335"/>
                  <a:pt x="38" y="326"/>
                  <a:pt x="31" y="316"/>
                </a:cubicBezTo>
                <a:cubicBezTo>
                  <a:pt x="24" y="306"/>
                  <a:pt x="18" y="295"/>
                  <a:pt x="14" y="284"/>
                </a:cubicBezTo>
                <a:cubicBezTo>
                  <a:pt x="9" y="273"/>
                  <a:pt x="6" y="261"/>
                  <a:pt x="3" y="249"/>
                </a:cubicBezTo>
                <a:cubicBezTo>
                  <a:pt x="1" y="237"/>
                  <a:pt x="0" y="225"/>
                  <a:pt x="0" y="21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3" name=""/>
          <p:cNvSpPr/>
          <p:nvPr/>
        </p:nvSpPr>
        <p:spPr>
          <a:xfrm>
            <a:off x="690480" y="5586120"/>
            <a:ext cx="133560" cy="143280"/>
          </a:xfrm>
          <a:custGeom>
            <a:avLst/>
            <a:gdLst/>
            <a:ahLst/>
            <a:rect l="0" t="0" r="r" b="b"/>
            <a:pathLst>
              <a:path w="371" h="398">
                <a:moveTo>
                  <a:pt x="0" y="213"/>
                </a:moveTo>
                <a:lnTo>
                  <a:pt x="0" y="187"/>
                </a:lnTo>
                <a:cubicBezTo>
                  <a:pt x="0" y="174"/>
                  <a:pt x="1" y="162"/>
                  <a:pt x="3" y="150"/>
                </a:cubicBezTo>
                <a:cubicBezTo>
                  <a:pt x="6" y="138"/>
                  <a:pt x="9" y="127"/>
                  <a:pt x="14" y="115"/>
                </a:cubicBezTo>
                <a:cubicBezTo>
                  <a:pt x="18" y="103"/>
                  <a:pt x="24" y="93"/>
                  <a:pt x="31" y="83"/>
                </a:cubicBezTo>
                <a:cubicBezTo>
                  <a:pt x="38" y="73"/>
                  <a:pt x="45" y="63"/>
                  <a:pt x="54" y="55"/>
                </a:cubicBezTo>
                <a:cubicBezTo>
                  <a:pt x="63" y="46"/>
                  <a:pt x="72" y="38"/>
                  <a:pt x="82" y="32"/>
                </a:cubicBezTo>
                <a:cubicBezTo>
                  <a:pt x="92" y="25"/>
                  <a:pt x="103" y="19"/>
                  <a:pt x="114" y="14"/>
                </a:cubicBezTo>
                <a:cubicBezTo>
                  <a:pt x="126" y="10"/>
                  <a:pt x="138" y="6"/>
                  <a:pt x="150" y="4"/>
                </a:cubicBezTo>
                <a:cubicBezTo>
                  <a:pt x="162" y="1"/>
                  <a:pt x="174" y="0"/>
                  <a:pt x="186" y="0"/>
                </a:cubicBezTo>
                <a:cubicBezTo>
                  <a:pt x="198" y="0"/>
                  <a:pt x="210" y="1"/>
                  <a:pt x="222" y="4"/>
                </a:cubicBezTo>
                <a:cubicBezTo>
                  <a:pt x="234" y="6"/>
                  <a:pt x="246" y="10"/>
                  <a:pt x="257" y="14"/>
                </a:cubicBezTo>
                <a:cubicBezTo>
                  <a:pt x="268" y="19"/>
                  <a:pt x="279" y="25"/>
                  <a:pt x="289" y="32"/>
                </a:cubicBezTo>
                <a:cubicBezTo>
                  <a:pt x="299" y="38"/>
                  <a:pt x="308" y="46"/>
                  <a:pt x="317" y="55"/>
                </a:cubicBezTo>
                <a:cubicBezTo>
                  <a:pt x="325" y="63"/>
                  <a:pt x="333" y="73"/>
                  <a:pt x="340" y="83"/>
                </a:cubicBezTo>
                <a:cubicBezTo>
                  <a:pt x="347" y="93"/>
                  <a:pt x="352" y="103"/>
                  <a:pt x="357" y="115"/>
                </a:cubicBezTo>
                <a:cubicBezTo>
                  <a:pt x="362" y="127"/>
                  <a:pt x="365" y="138"/>
                  <a:pt x="368" y="150"/>
                </a:cubicBezTo>
                <a:cubicBezTo>
                  <a:pt x="370" y="162"/>
                  <a:pt x="371" y="174"/>
                  <a:pt x="371" y="187"/>
                </a:cubicBezTo>
                <a:lnTo>
                  <a:pt x="371" y="213"/>
                </a:lnTo>
                <a:cubicBezTo>
                  <a:pt x="371" y="225"/>
                  <a:pt x="370" y="237"/>
                  <a:pt x="368" y="249"/>
                </a:cubicBezTo>
                <a:cubicBezTo>
                  <a:pt x="365" y="261"/>
                  <a:pt x="362" y="273"/>
                  <a:pt x="357" y="284"/>
                </a:cubicBezTo>
                <a:cubicBezTo>
                  <a:pt x="352" y="295"/>
                  <a:pt x="347" y="306"/>
                  <a:pt x="340" y="316"/>
                </a:cubicBezTo>
                <a:cubicBezTo>
                  <a:pt x="333" y="326"/>
                  <a:pt x="325" y="335"/>
                  <a:pt x="317" y="344"/>
                </a:cubicBezTo>
                <a:cubicBezTo>
                  <a:pt x="308" y="353"/>
                  <a:pt x="299" y="360"/>
                  <a:pt x="289" y="367"/>
                </a:cubicBezTo>
                <a:cubicBezTo>
                  <a:pt x="279" y="374"/>
                  <a:pt x="268" y="379"/>
                  <a:pt x="257" y="384"/>
                </a:cubicBezTo>
                <a:cubicBezTo>
                  <a:pt x="246" y="389"/>
                  <a:pt x="234" y="392"/>
                  <a:pt x="222" y="395"/>
                </a:cubicBezTo>
                <a:cubicBezTo>
                  <a:pt x="210" y="397"/>
                  <a:pt x="198" y="398"/>
                  <a:pt x="186" y="398"/>
                </a:cubicBezTo>
                <a:cubicBezTo>
                  <a:pt x="174" y="398"/>
                  <a:pt x="162" y="397"/>
                  <a:pt x="150" y="395"/>
                </a:cubicBezTo>
                <a:cubicBezTo>
                  <a:pt x="138" y="392"/>
                  <a:pt x="126" y="389"/>
                  <a:pt x="114" y="384"/>
                </a:cubicBezTo>
                <a:cubicBezTo>
                  <a:pt x="103" y="379"/>
                  <a:pt x="92" y="374"/>
                  <a:pt x="82" y="367"/>
                </a:cubicBezTo>
                <a:cubicBezTo>
                  <a:pt x="72" y="360"/>
                  <a:pt x="63" y="353"/>
                  <a:pt x="54" y="344"/>
                </a:cubicBezTo>
                <a:cubicBezTo>
                  <a:pt x="45" y="335"/>
                  <a:pt x="38" y="326"/>
                  <a:pt x="31" y="316"/>
                </a:cubicBezTo>
                <a:cubicBezTo>
                  <a:pt x="24" y="306"/>
                  <a:pt x="18" y="295"/>
                  <a:pt x="14" y="284"/>
                </a:cubicBezTo>
                <a:cubicBezTo>
                  <a:pt x="9" y="273"/>
                  <a:pt x="6" y="261"/>
                  <a:pt x="3" y="249"/>
                </a:cubicBezTo>
                <a:cubicBezTo>
                  <a:pt x="1" y="237"/>
                  <a:pt x="0" y="225"/>
                  <a:pt x="0" y="213"/>
                </a:cubicBezTo>
                <a:close/>
              </a:path>
            </a:pathLst>
          </a:custGeom>
          <a:noFill/>
          <a:ln w="9360">
            <a:solidFill>
              <a:srgbClr val="6a26d8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4" name=""/>
          <p:cNvSpPr txBox="1"/>
          <p:nvPr/>
        </p:nvSpPr>
        <p:spPr>
          <a:xfrm>
            <a:off x="1017000" y="5931000"/>
            <a:ext cx="422532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6b6878"/>
                </a:solidFill>
                <a:latin typeface="Inter"/>
                <a:ea typeface="Inter"/>
              </a:rPr>
              <a:t>Website goes live with SSL. We configure info@gfxt.com on one phone and one laptop.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5" name=""/>
          <p:cNvSpPr txBox="1"/>
          <p:nvPr/>
        </p:nvSpPr>
        <p:spPr>
          <a:xfrm>
            <a:off x="1017000" y="6251760"/>
            <a:ext cx="49464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00" spc="-1" strike="noStrike">
                <a:solidFill>
                  <a:srgbClr val="6a26d8"/>
                </a:solidFill>
                <a:latin typeface="Inter-Semi"/>
                <a:ea typeface="Inter-Semi"/>
              </a:rPr>
              <a:t>S T E P   4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6" name=""/>
          <p:cNvSpPr txBox="1"/>
          <p:nvPr/>
        </p:nvSpPr>
        <p:spPr>
          <a:xfrm>
            <a:off x="1017000" y="6406920"/>
            <a:ext cx="13831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000" spc="-1" strike="noStrike">
                <a:solidFill>
                  <a:srgbClr val="0e0e14"/>
                </a:solidFill>
                <a:latin typeface="Inter-Semi"/>
                <a:ea typeface="Inter-Semi"/>
              </a:rPr>
              <a:t>Launch &amp; handover</a:t>
            </a:r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7" name=""/>
          <p:cNvSpPr/>
          <p:nvPr/>
        </p:nvSpPr>
        <p:spPr>
          <a:xfrm>
            <a:off x="690480" y="6281640"/>
            <a:ext cx="133560" cy="143280"/>
          </a:xfrm>
          <a:custGeom>
            <a:avLst/>
            <a:gdLst/>
            <a:ahLst/>
            <a:rect l="0" t="0" r="r" b="b"/>
            <a:pathLst>
              <a:path w="371" h="398">
                <a:moveTo>
                  <a:pt x="0" y="212"/>
                </a:moveTo>
                <a:lnTo>
                  <a:pt x="0" y="186"/>
                </a:lnTo>
                <a:cubicBezTo>
                  <a:pt x="0" y="174"/>
                  <a:pt x="1" y="161"/>
                  <a:pt x="3" y="149"/>
                </a:cubicBezTo>
                <a:cubicBezTo>
                  <a:pt x="6" y="137"/>
                  <a:pt x="9" y="125"/>
                  <a:pt x="14" y="114"/>
                </a:cubicBezTo>
                <a:cubicBezTo>
                  <a:pt x="18" y="103"/>
                  <a:pt x="24" y="92"/>
                  <a:pt x="31" y="82"/>
                </a:cubicBezTo>
                <a:cubicBezTo>
                  <a:pt x="38" y="72"/>
                  <a:pt x="45" y="63"/>
                  <a:pt x="54" y="54"/>
                </a:cubicBezTo>
                <a:cubicBezTo>
                  <a:pt x="63" y="45"/>
                  <a:pt x="72" y="38"/>
                  <a:pt x="82" y="31"/>
                </a:cubicBezTo>
                <a:cubicBezTo>
                  <a:pt x="92" y="24"/>
                  <a:pt x="103" y="19"/>
                  <a:pt x="114" y="14"/>
                </a:cubicBezTo>
                <a:cubicBezTo>
                  <a:pt x="126" y="9"/>
                  <a:pt x="138" y="6"/>
                  <a:pt x="150" y="3"/>
                </a:cubicBezTo>
                <a:cubicBezTo>
                  <a:pt x="162" y="1"/>
                  <a:pt x="174" y="0"/>
                  <a:pt x="186" y="0"/>
                </a:cubicBezTo>
                <a:cubicBezTo>
                  <a:pt x="198" y="0"/>
                  <a:pt x="210" y="1"/>
                  <a:pt x="222" y="3"/>
                </a:cubicBezTo>
                <a:cubicBezTo>
                  <a:pt x="234" y="6"/>
                  <a:pt x="246" y="9"/>
                  <a:pt x="257" y="14"/>
                </a:cubicBezTo>
                <a:cubicBezTo>
                  <a:pt x="268" y="19"/>
                  <a:pt x="279" y="24"/>
                  <a:pt x="289" y="31"/>
                </a:cubicBezTo>
                <a:cubicBezTo>
                  <a:pt x="299" y="38"/>
                  <a:pt x="308" y="45"/>
                  <a:pt x="317" y="54"/>
                </a:cubicBezTo>
                <a:cubicBezTo>
                  <a:pt x="325" y="63"/>
                  <a:pt x="333" y="72"/>
                  <a:pt x="340" y="82"/>
                </a:cubicBezTo>
                <a:cubicBezTo>
                  <a:pt x="347" y="92"/>
                  <a:pt x="352" y="103"/>
                  <a:pt x="357" y="114"/>
                </a:cubicBezTo>
                <a:cubicBezTo>
                  <a:pt x="362" y="125"/>
                  <a:pt x="365" y="137"/>
                  <a:pt x="368" y="149"/>
                </a:cubicBezTo>
                <a:cubicBezTo>
                  <a:pt x="370" y="161"/>
                  <a:pt x="371" y="174"/>
                  <a:pt x="371" y="186"/>
                </a:cubicBezTo>
                <a:lnTo>
                  <a:pt x="371" y="212"/>
                </a:lnTo>
                <a:cubicBezTo>
                  <a:pt x="371" y="225"/>
                  <a:pt x="370" y="237"/>
                  <a:pt x="368" y="249"/>
                </a:cubicBezTo>
                <a:cubicBezTo>
                  <a:pt x="365" y="260"/>
                  <a:pt x="362" y="272"/>
                  <a:pt x="357" y="283"/>
                </a:cubicBezTo>
                <a:cubicBezTo>
                  <a:pt x="352" y="295"/>
                  <a:pt x="347" y="305"/>
                  <a:pt x="340" y="315"/>
                </a:cubicBezTo>
                <a:cubicBezTo>
                  <a:pt x="333" y="325"/>
                  <a:pt x="325" y="335"/>
                  <a:pt x="317" y="343"/>
                </a:cubicBezTo>
                <a:cubicBezTo>
                  <a:pt x="308" y="352"/>
                  <a:pt x="299" y="360"/>
                  <a:pt x="289" y="366"/>
                </a:cubicBezTo>
                <a:cubicBezTo>
                  <a:pt x="279" y="373"/>
                  <a:pt x="268" y="379"/>
                  <a:pt x="257" y="384"/>
                </a:cubicBezTo>
                <a:cubicBezTo>
                  <a:pt x="246" y="388"/>
                  <a:pt x="234" y="392"/>
                  <a:pt x="222" y="394"/>
                </a:cubicBezTo>
                <a:cubicBezTo>
                  <a:pt x="210" y="396"/>
                  <a:pt x="198" y="398"/>
                  <a:pt x="186" y="398"/>
                </a:cubicBezTo>
                <a:cubicBezTo>
                  <a:pt x="174" y="398"/>
                  <a:pt x="162" y="396"/>
                  <a:pt x="150" y="394"/>
                </a:cubicBezTo>
                <a:cubicBezTo>
                  <a:pt x="138" y="392"/>
                  <a:pt x="126" y="388"/>
                  <a:pt x="114" y="384"/>
                </a:cubicBezTo>
                <a:cubicBezTo>
                  <a:pt x="103" y="379"/>
                  <a:pt x="92" y="373"/>
                  <a:pt x="82" y="366"/>
                </a:cubicBezTo>
                <a:cubicBezTo>
                  <a:pt x="72" y="360"/>
                  <a:pt x="63" y="352"/>
                  <a:pt x="54" y="343"/>
                </a:cubicBezTo>
                <a:cubicBezTo>
                  <a:pt x="45" y="335"/>
                  <a:pt x="38" y="325"/>
                  <a:pt x="31" y="315"/>
                </a:cubicBezTo>
                <a:cubicBezTo>
                  <a:pt x="24" y="305"/>
                  <a:pt x="18" y="295"/>
                  <a:pt x="14" y="283"/>
                </a:cubicBezTo>
                <a:cubicBezTo>
                  <a:pt x="9" y="272"/>
                  <a:pt x="6" y="260"/>
                  <a:pt x="3" y="249"/>
                </a:cubicBezTo>
                <a:cubicBezTo>
                  <a:pt x="1" y="237"/>
                  <a:pt x="0" y="225"/>
                  <a:pt x="0" y="21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8" name=""/>
          <p:cNvSpPr/>
          <p:nvPr/>
        </p:nvSpPr>
        <p:spPr>
          <a:xfrm>
            <a:off x="690480" y="6281640"/>
            <a:ext cx="133560" cy="143280"/>
          </a:xfrm>
          <a:custGeom>
            <a:avLst/>
            <a:gdLst/>
            <a:ahLst/>
            <a:rect l="0" t="0" r="r" b="b"/>
            <a:pathLst>
              <a:path w="371" h="398">
                <a:moveTo>
                  <a:pt x="0" y="212"/>
                </a:moveTo>
                <a:lnTo>
                  <a:pt x="0" y="186"/>
                </a:lnTo>
                <a:cubicBezTo>
                  <a:pt x="0" y="174"/>
                  <a:pt x="1" y="161"/>
                  <a:pt x="3" y="149"/>
                </a:cubicBezTo>
                <a:cubicBezTo>
                  <a:pt x="6" y="137"/>
                  <a:pt x="9" y="125"/>
                  <a:pt x="14" y="114"/>
                </a:cubicBezTo>
                <a:cubicBezTo>
                  <a:pt x="18" y="103"/>
                  <a:pt x="24" y="92"/>
                  <a:pt x="31" y="82"/>
                </a:cubicBezTo>
                <a:cubicBezTo>
                  <a:pt x="38" y="72"/>
                  <a:pt x="45" y="63"/>
                  <a:pt x="54" y="54"/>
                </a:cubicBezTo>
                <a:cubicBezTo>
                  <a:pt x="63" y="45"/>
                  <a:pt x="72" y="38"/>
                  <a:pt x="82" y="31"/>
                </a:cubicBezTo>
                <a:cubicBezTo>
                  <a:pt x="92" y="24"/>
                  <a:pt x="103" y="19"/>
                  <a:pt x="114" y="14"/>
                </a:cubicBezTo>
                <a:cubicBezTo>
                  <a:pt x="126" y="9"/>
                  <a:pt x="138" y="6"/>
                  <a:pt x="150" y="3"/>
                </a:cubicBezTo>
                <a:cubicBezTo>
                  <a:pt x="162" y="1"/>
                  <a:pt x="174" y="0"/>
                  <a:pt x="186" y="0"/>
                </a:cubicBezTo>
                <a:cubicBezTo>
                  <a:pt x="198" y="0"/>
                  <a:pt x="210" y="1"/>
                  <a:pt x="222" y="3"/>
                </a:cubicBezTo>
                <a:cubicBezTo>
                  <a:pt x="234" y="6"/>
                  <a:pt x="246" y="9"/>
                  <a:pt x="257" y="14"/>
                </a:cubicBezTo>
                <a:cubicBezTo>
                  <a:pt x="268" y="19"/>
                  <a:pt x="279" y="24"/>
                  <a:pt x="289" y="31"/>
                </a:cubicBezTo>
                <a:cubicBezTo>
                  <a:pt x="299" y="38"/>
                  <a:pt x="308" y="45"/>
                  <a:pt x="317" y="54"/>
                </a:cubicBezTo>
                <a:cubicBezTo>
                  <a:pt x="325" y="63"/>
                  <a:pt x="333" y="72"/>
                  <a:pt x="340" y="82"/>
                </a:cubicBezTo>
                <a:cubicBezTo>
                  <a:pt x="347" y="92"/>
                  <a:pt x="352" y="103"/>
                  <a:pt x="357" y="114"/>
                </a:cubicBezTo>
                <a:cubicBezTo>
                  <a:pt x="362" y="125"/>
                  <a:pt x="365" y="137"/>
                  <a:pt x="368" y="149"/>
                </a:cubicBezTo>
                <a:cubicBezTo>
                  <a:pt x="370" y="161"/>
                  <a:pt x="371" y="174"/>
                  <a:pt x="371" y="186"/>
                </a:cubicBezTo>
                <a:lnTo>
                  <a:pt x="371" y="212"/>
                </a:lnTo>
                <a:cubicBezTo>
                  <a:pt x="371" y="225"/>
                  <a:pt x="370" y="237"/>
                  <a:pt x="368" y="249"/>
                </a:cubicBezTo>
                <a:cubicBezTo>
                  <a:pt x="365" y="260"/>
                  <a:pt x="362" y="272"/>
                  <a:pt x="357" y="283"/>
                </a:cubicBezTo>
                <a:cubicBezTo>
                  <a:pt x="352" y="295"/>
                  <a:pt x="347" y="305"/>
                  <a:pt x="340" y="315"/>
                </a:cubicBezTo>
                <a:cubicBezTo>
                  <a:pt x="333" y="325"/>
                  <a:pt x="325" y="335"/>
                  <a:pt x="317" y="343"/>
                </a:cubicBezTo>
                <a:cubicBezTo>
                  <a:pt x="308" y="352"/>
                  <a:pt x="299" y="360"/>
                  <a:pt x="289" y="366"/>
                </a:cubicBezTo>
                <a:cubicBezTo>
                  <a:pt x="279" y="373"/>
                  <a:pt x="268" y="379"/>
                  <a:pt x="257" y="384"/>
                </a:cubicBezTo>
                <a:cubicBezTo>
                  <a:pt x="246" y="388"/>
                  <a:pt x="234" y="392"/>
                  <a:pt x="222" y="394"/>
                </a:cubicBezTo>
                <a:cubicBezTo>
                  <a:pt x="210" y="396"/>
                  <a:pt x="198" y="398"/>
                  <a:pt x="186" y="398"/>
                </a:cubicBezTo>
                <a:cubicBezTo>
                  <a:pt x="174" y="398"/>
                  <a:pt x="162" y="396"/>
                  <a:pt x="150" y="394"/>
                </a:cubicBezTo>
                <a:cubicBezTo>
                  <a:pt x="138" y="392"/>
                  <a:pt x="126" y="388"/>
                  <a:pt x="114" y="384"/>
                </a:cubicBezTo>
                <a:cubicBezTo>
                  <a:pt x="103" y="379"/>
                  <a:pt x="92" y="373"/>
                  <a:pt x="82" y="366"/>
                </a:cubicBezTo>
                <a:cubicBezTo>
                  <a:pt x="72" y="360"/>
                  <a:pt x="63" y="352"/>
                  <a:pt x="54" y="343"/>
                </a:cubicBezTo>
                <a:cubicBezTo>
                  <a:pt x="45" y="335"/>
                  <a:pt x="38" y="325"/>
                  <a:pt x="31" y="315"/>
                </a:cubicBezTo>
                <a:cubicBezTo>
                  <a:pt x="24" y="305"/>
                  <a:pt x="18" y="295"/>
                  <a:pt x="14" y="283"/>
                </a:cubicBezTo>
                <a:cubicBezTo>
                  <a:pt x="9" y="272"/>
                  <a:pt x="6" y="260"/>
                  <a:pt x="3" y="249"/>
                </a:cubicBezTo>
                <a:cubicBezTo>
                  <a:pt x="1" y="237"/>
                  <a:pt x="0" y="225"/>
                  <a:pt x="0" y="212"/>
                </a:cubicBezTo>
                <a:close/>
              </a:path>
            </a:pathLst>
          </a:custGeom>
          <a:noFill/>
          <a:ln w="9360">
            <a:solidFill>
              <a:srgbClr val="6a26d8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9" name=""/>
          <p:cNvSpPr txBox="1"/>
          <p:nvPr/>
        </p:nvSpPr>
        <p:spPr>
          <a:xfrm>
            <a:off x="1017000" y="6616800"/>
            <a:ext cx="346320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6b6878"/>
                </a:solidFill>
                <a:latin typeface="Inter"/>
                <a:ea typeface="Inter"/>
              </a:rPr>
              <a:t>A final review together, followed by the handover of all account access.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0" name=""/>
          <p:cNvSpPr txBox="1"/>
          <p:nvPr/>
        </p:nvSpPr>
        <p:spPr>
          <a:xfrm>
            <a:off x="1017000" y="6946920"/>
            <a:ext cx="176544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00" spc="-1" strike="noStrike">
                <a:solidFill>
                  <a:srgbClr val="6a26d8"/>
                </a:solidFill>
                <a:latin typeface="Inter-Semi"/>
                <a:ea typeface="Inter-Semi"/>
              </a:rPr>
              <a:t>1 4   D AY S   A F T E R   L A U N C H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1" name=""/>
          <p:cNvSpPr txBox="1"/>
          <p:nvPr/>
        </p:nvSpPr>
        <p:spPr>
          <a:xfrm>
            <a:off x="1017000" y="7102080"/>
            <a:ext cx="111168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000" spc="-1" strike="noStrike">
                <a:solidFill>
                  <a:srgbClr val="0e0e14"/>
                </a:solidFill>
                <a:latin typeface="Inter-Semi"/>
                <a:ea typeface="Inter-Semi"/>
              </a:rPr>
              <a:t>Launch support</a:t>
            </a:r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2" name=""/>
          <p:cNvSpPr/>
          <p:nvPr/>
        </p:nvSpPr>
        <p:spPr>
          <a:xfrm>
            <a:off x="690480" y="6967440"/>
            <a:ext cx="133560" cy="143280"/>
          </a:xfrm>
          <a:custGeom>
            <a:avLst/>
            <a:gdLst/>
            <a:ahLst/>
            <a:rect l="0" t="0" r="r" b="b"/>
            <a:pathLst>
              <a:path w="371" h="398">
                <a:moveTo>
                  <a:pt x="0" y="211"/>
                </a:moveTo>
                <a:lnTo>
                  <a:pt x="0" y="185"/>
                </a:lnTo>
                <a:cubicBezTo>
                  <a:pt x="0" y="173"/>
                  <a:pt x="1" y="161"/>
                  <a:pt x="3" y="149"/>
                </a:cubicBezTo>
                <a:cubicBezTo>
                  <a:pt x="6" y="137"/>
                  <a:pt x="9" y="125"/>
                  <a:pt x="14" y="114"/>
                </a:cubicBezTo>
                <a:cubicBezTo>
                  <a:pt x="18" y="103"/>
                  <a:pt x="24" y="92"/>
                  <a:pt x="31" y="82"/>
                </a:cubicBezTo>
                <a:cubicBezTo>
                  <a:pt x="38" y="72"/>
                  <a:pt x="45" y="63"/>
                  <a:pt x="54" y="54"/>
                </a:cubicBezTo>
                <a:cubicBezTo>
                  <a:pt x="63" y="45"/>
                  <a:pt x="72" y="38"/>
                  <a:pt x="82" y="31"/>
                </a:cubicBezTo>
                <a:cubicBezTo>
                  <a:pt x="92" y="24"/>
                  <a:pt x="103" y="19"/>
                  <a:pt x="114" y="14"/>
                </a:cubicBezTo>
                <a:cubicBezTo>
                  <a:pt x="126" y="9"/>
                  <a:pt x="138" y="6"/>
                  <a:pt x="150" y="3"/>
                </a:cubicBezTo>
                <a:cubicBezTo>
                  <a:pt x="162" y="1"/>
                  <a:pt x="174" y="0"/>
                  <a:pt x="186" y="0"/>
                </a:cubicBezTo>
                <a:cubicBezTo>
                  <a:pt x="198" y="0"/>
                  <a:pt x="210" y="1"/>
                  <a:pt x="222" y="3"/>
                </a:cubicBezTo>
                <a:cubicBezTo>
                  <a:pt x="234" y="6"/>
                  <a:pt x="246" y="9"/>
                  <a:pt x="257" y="14"/>
                </a:cubicBezTo>
                <a:cubicBezTo>
                  <a:pt x="268" y="19"/>
                  <a:pt x="279" y="24"/>
                  <a:pt x="289" y="31"/>
                </a:cubicBezTo>
                <a:cubicBezTo>
                  <a:pt x="299" y="38"/>
                  <a:pt x="308" y="45"/>
                  <a:pt x="317" y="54"/>
                </a:cubicBezTo>
                <a:cubicBezTo>
                  <a:pt x="325" y="63"/>
                  <a:pt x="333" y="72"/>
                  <a:pt x="340" y="82"/>
                </a:cubicBezTo>
                <a:cubicBezTo>
                  <a:pt x="347" y="92"/>
                  <a:pt x="352" y="103"/>
                  <a:pt x="357" y="114"/>
                </a:cubicBezTo>
                <a:cubicBezTo>
                  <a:pt x="362" y="125"/>
                  <a:pt x="365" y="137"/>
                  <a:pt x="368" y="149"/>
                </a:cubicBezTo>
                <a:cubicBezTo>
                  <a:pt x="370" y="161"/>
                  <a:pt x="371" y="173"/>
                  <a:pt x="371" y="185"/>
                </a:cubicBezTo>
                <a:lnTo>
                  <a:pt x="371" y="211"/>
                </a:lnTo>
                <a:cubicBezTo>
                  <a:pt x="371" y="224"/>
                  <a:pt x="370" y="236"/>
                  <a:pt x="368" y="249"/>
                </a:cubicBezTo>
                <a:cubicBezTo>
                  <a:pt x="365" y="260"/>
                  <a:pt x="362" y="272"/>
                  <a:pt x="357" y="283"/>
                </a:cubicBezTo>
                <a:cubicBezTo>
                  <a:pt x="352" y="295"/>
                  <a:pt x="347" y="305"/>
                  <a:pt x="340" y="315"/>
                </a:cubicBezTo>
                <a:cubicBezTo>
                  <a:pt x="333" y="325"/>
                  <a:pt x="325" y="335"/>
                  <a:pt x="317" y="343"/>
                </a:cubicBezTo>
                <a:cubicBezTo>
                  <a:pt x="308" y="352"/>
                  <a:pt x="299" y="360"/>
                  <a:pt x="289" y="366"/>
                </a:cubicBezTo>
                <a:cubicBezTo>
                  <a:pt x="279" y="373"/>
                  <a:pt x="268" y="379"/>
                  <a:pt x="257" y="384"/>
                </a:cubicBezTo>
                <a:cubicBezTo>
                  <a:pt x="246" y="388"/>
                  <a:pt x="234" y="392"/>
                  <a:pt x="222" y="394"/>
                </a:cubicBezTo>
                <a:cubicBezTo>
                  <a:pt x="210" y="396"/>
                  <a:pt x="198" y="398"/>
                  <a:pt x="186" y="398"/>
                </a:cubicBezTo>
                <a:cubicBezTo>
                  <a:pt x="174" y="398"/>
                  <a:pt x="162" y="396"/>
                  <a:pt x="150" y="394"/>
                </a:cubicBezTo>
                <a:cubicBezTo>
                  <a:pt x="138" y="392"/>
                  <a:pt x="126" y="388"/>
                  <a:pt x="114" y="384"/>
                </a:cubicBezTo>
                <a:cubicBezTo>
                  <a:pt x="103" y="379"/>
                  <a:pt x="92" y="373"/>
                  <a:pt x="82" y="366"/>
                </a:cubicBezTo>
                <a:cubicBezTo>
                  <a:pt x="72" y="360"/>
                  <a:pt x="63" y="352"/>
                  <a:pt x="54" y="343"/>
                </a:cubicBezTo>
                <a:cubicBezTo>
                  <a:pt x="45" y="335"/>
                  <a:pt x="38" y="325"/>
                  <a:pt x="31" y="315"/>
                </a:cubicBezTo>
                <a:cubicBezTo>
                  <a:pt x="24" y="305"/>
                  <a:pt x="18" y="295"/>
                  <a:pt x="14" y="283"/>
                </a:cubicBezTo>
                <a:cubicBezTo>
                  <a:pt x="9" y="272"/>
                  <a:pt x="6" y="260"/>
                  <a:pt x="3" y="249"/>
                </a:cubicBezTo>
                <a:cubicBezTo>
                  <a:pt x="1" y="236"/>
                  <a:pt x="0" y="224"/>
                  <a:pt x="0" y="211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3" name=""/>
          <p:cNvSpPr/>
          <p:nvPr/>
        </p:nvSpPr>
        <p:spPr>
          <a:xfrm>
            <a:off x="690480" y="6967440"/>
            <a:ext cx="133560" cy="143280"/>
          </a:xfrm>
          <a:custGeom>
            <a:avLst/>
            <a:gdLst/>
            <a:ahLst/>
            <a:rect l="0" t="0" r="r" b="b"/>
            <a:pathLst>
              <a:path w="371" h="398">
                <a:moveTo>
                  <a:pt x="0" y="211"/>
                </a:moveTo>
                <a:lnTo>
                  <a:pt x="0" y="185"/>
                </a:lnTo>
                <a:cubicBezTo>
                  <a:pt x="0" y="173"/>
                  <a:pt x="1" y="161"/>
                  <a:pt x="3" y="149"/>
                </a:cubicBezTo>
                <a:cubicBezTo>
                  <a:pt x="6" y="137"/>
                  <a:pt x="9" y="125"/>
                  <a:pt x="14" y="114"/>
                </a:cubicBezTo>
                <a:cubicBezTo>
                  <a:pt x="18" y="103"/>
                  <a:pt x="24" y="92"/>
                  <a:pt x="31" y="82"/>
                </a:cubicBezTo>
                <a:cubicBezTo>
                  <a:pt x="38" y="72"/>
                  <a:pt x="45" y="63"/>
                  <a:pt x="54" y="54"/>
                </a:cubicBezTo>
                <a:cubicBezTo>
                  <a:pt x="63" y="45"/>
                  <a:pt x="72" y="38"/>
                  <a:pt x="82" y="31"/>
                </a:cubicBezTo>
                <a:cubicBezTo>
                  <a:pt x="92" y="24"/>
                  <a:pt x="103" y="19"/>
                  <a:pt x="114" y="14"/>
                </a:cubicBezTo>
                <a:cubicBezTo>
                  <a:pt x="126" y="9"/>
                  <a:pt x="138" y="6"/>
                  <a:pt x="150" y="3"/>
                </a:cubicBezTo>
                <a:cubicBezTo>
                  <a:pt x="162" y="1"/>
                  <a:pt x="174" y="0"/>
                  <a:pt x="186" y="0"/>
                </a:cubicBezTo>
                <a:cubicBezTo>
                  <a:pt x="198" y="0"/>
                  <a:pt x="210" y="1"/>
                  <a:pt x="222" y="3"/>
                </a:cubicBezTo>
                <a:cubicBezTo>
                  <a:pt x="234" y="6"/>
                  <a:pt x="246" y="9"/>
                  <a:pt x="257" y="14"/>
                </a:cubicBezTo>
                <a:cubicBezTo>
                  <a:pt x="268" y="19"/>
                  <a:pt x="279" y="24"/>
                  <a:pt x="289" y="31"/>
                </a:cubicBezTo>
                <a:cubicBezTo>
                  <a:pt x="299" y="38"/>
                  <a:pt x="308" y="45"/>
                  <a:pt x="317" y="54"/>
                </a:cubicBezTo>
                <a:cubicBezTo>
                  <a:pt x="325" y="63"/>
                  <a:pt x="333" y="72"/>
                  <a:pt x="340" y="82"/>
                </a:cubicBezTo>
                <a:cubicBezTo>
                  <a:pt x="347" y="92"/>
                  <a:pt x="352" y="103"/>
                  <a:pt x="357" y="114"/>
                </a:cubicBezTo>
                <a:cubicBezTo>
                  <a:pt x="362" y="125"/>
                  <a:pt x="365" y="137"/>
                  <a:pt x="368" y="149"/>
                </a:cubicBezTo>
                <a:cubicBezTo>
                  <a:pt x="370" y="161"/>
                  <a:pt x="371" y="173"/>
                  <a:pt x="371" y="185"/>
                </a:cubicBezTo>
                <a:lnTo>
                  <a:pt x="371" y="211"/>
                </a:lnTo>
                <a:cubicBezTo>
                  <a:pt x="371" y="224"/>
                  <a:pt x="370" y="236"/>
                  <a:pt x="368" y="249"/>
                </a:cubicBezTo>
                <a:cubicBezTo>
                  <a:pt x="365" y="260"/>
                  <a:pt x="362" y="272"/>
                  <a:pt x="357" y="283"/>
                </a:cubicBezTo>
                <a:cubicBezTo>
                  <a:pt x="352" y="295"/>
                  <a:pt x="347" y="305"/>
                  <a:pt x="340" y="315"/>
                </a:cubicBezTo>
                <a:cubicBezTo>
                  <a:pt x="333" y="325"/>
                  <a:pt x="325" y="335"/>
                  <a:pt x="317" y="343"/>
                </a:cubicBezTo>
                <a:cubicBezTo>
                  <a:pt x="308" y="352"/>
                  <a:pt x="299" y="360"/>
                  <a:pt x="289" y="366"/>
                </a:cubicBezTo>
                <a:cubicBezTo>
                  <a:pt x="279" y="373"/>
                  <a:pt x="268" y="379"/>
                  <a:pt x="257" y="384"/>
                </a:cubicBezTo>
                <a:cubicBezTo>
                  <a:pt x="246" y="388"/>
                  <a:pt x="234" y="392"/>
                  <a:pt x="222" y="394"/>
                </a:cubicBezTo>
                <a:cubicBezTo>
                  <a:pt x="210" y="396"/>
                  <a:pt x="198" y="398"/>
                  <a:pt x="186" y="398"/>
                </a:cubicBezTo>
                <a:cubicBezTo>
                  <a:pt x="174" y="398"/>
                  <a:pt x="162" y="396"/>
                  <a:pt x="150" y="394"/>
                </a:cubicBezTo>
                <a:cubicBezTo>
                  <a:pt x="138" y="392"/>
                  <a:pt x="126" y="388"/>
                  <a:pt x="114" y="384"/>
                </a:cubicBezTo>
                <a:cubicBezTo>
                  <a:pt x="103" y="379"/>
                  <a:pt x="92" y="373"/>
                  <a:pt x="82" y="366"/>
                </a:cubicBezTo>
                <a:cubicBezTo>
                  <a:pt x="72" y="360"/>
                  <a:pt x="63" y="352"/>
                  <a:pt x="54" y="343"/>
                </a:cubicBezTo>
                <a:cubicBezTo>
                  <a:pt x="45" y="335"/>
                  <a:pt x="38" y="325"/>
                  <a:pt x="31" y="315"/>
                </a:cubicBezTo>
                <a:cubicBezTo>
                  <a:pt x="24" y="305"/>
                  <a:pt x="18" y="295"/>
                  <a:pt x="14" y="283"/>
                </a:cubicBezTo>
                <a:cubicBezTo>
                  <a:pt x="9" y="272"/>
                  <a:pt x="6" y="260"/>
                  <a:pt x="3" y="249"/>
                </a:cubicBezTo>
                <a:cubicBezTo>
                  <a:pt x="1" y="236"/>
                  <a:pt x="0" y="224"/>
                  <a:pt x="0" y="211"/>
                </a:cubicBezTo>
                <a:close/>
              </a:path>
            </a:pathLst>
          </a:custGeom>
          <a:noFill/>
          <a:ln w="9360">
            <a:solidFill>
              <a:srgbClr val="6a26d8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4" name=""/>
          <p:cNvSpPr txBox="1"/>
          <p:nvPr/>
        </p:nvSpPr>
        <p:spPr>
          <a:xfrm>
            <a:off x="1017000" y="7311960"/>
            <a:ext cx="278676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6b6878"/>
                </a:solidFill>
                <a:latin typeface="Inter"/>
                <a:ea typeface="Inter"/>
              </a:rPr>
              <a:t>We fix any issues you report during this period at no cost.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5" name=""/>
          <p:cNvSpPr/>
          <p:nvPr/>
        </p:nvSpPr>
        <p:spPr>
          <a:xfrm>
            <a:off x="647640" y="866520"/>
            <a:ext cx="6267600" cy="9106200"/>
          </a:xfrm>
          <a:custGeom>
            <a:avLst/>
            <a:gdLst/>
            <a:ahLst/>
            <a:rect l="0" t="0" r="r" b="b"/>
            <a:pathLst>
              <a:path w="17410" h="25295">
                <a:moveTo>
                  <a:pt x="0" y="0"/>
                </a:moveTo>
                <a:lnTo>
                  <a:pt x="17410" y="0"/>
                </a:lnTo>
                <a:lnTo>
                  <a:pt x="17410" y="25295"/>
                </a:lnTo>
                <a:lnTo>
                  <a:pt x="0" y="2529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6" name=""/>
          <p:cNvSpPr txBox="1"/>
          <p:nvPr/>
        </p:nvSpPr>
        <p:spPr>
          <a:xfrm>
            <a:off x="647640" y="647280"/>
            <a:ext cx="1073520" cy="10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00" spc="-1" strike="noStrike">
                <a:solidFill>
                  <a:srgbClr val="6a26d8"/>
                </a:solidFill>
                <a:latin typeface="Inter"/>
                <a:ea typeface="Inter"/>
              </a:rPr>
              <a:t>WELCOME PACK · GFX-T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7" name=""/>
          <p:cNvSpPr txBox="1"/>
          <p:nvPr/>
        </p:nvSpPr>
        <p:spPr>
          <a:xfrm>
            <a:off x="6038280" y="647280"/>
            <a:ext cx="948600" cy="10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00" spc="-1" strike="noStrike">
                <a:solidFill>
                  <a:srgbClr val="9a9496"/>
                </a:solidFill>
                <a:latin typeface="Inter"/>
                <a:ea typeface="Inter"/>
              </a:rPr>
              <a:t>O B D - G F XT-2 0 2 6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8" name=""/>
          <p:cNvSpPr txBox="1"/>
          <p:nvPr/>
        </p:nvSpPr>
        <p:spPr>
          <a:xfrm>
            <a:off x="6352560" y="10286640"/>
            <a:ext cx="482400" cy="10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00" spc="-1" strike="noStrike">
                <a:solidFill>
                  <a:srgbClr val="9a9496"/>
                </a:solidFill>
                <a:latin typeface="Inter"/>
                <a:ea typeface="Inter"/>
              </a:rPr>
              <a:t>Page 4 of 5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9" name=""/>
          <p:cNvSpPr/>
          <p:nvPr/>
        </p:nvSpPr>
        <p:spPr>
          <a:xfrm>
            <a:off x="647640" y="1438200"/>
            <a:ext cx="4320" cy="4320"/>
          </a:xfrm>
          <a:custGeom>
            <a:avLst/>
            <a:gdLst/>
            <a:ahLst/>
            <a:rect l="0" t="0" r="r" b="b"/>
            <a:pathLst>
              <a:path w="12" h="12">
                <a:moveTo>
                  <a:pt x="0" y="0"/>
                </a:moveTo>
                <a:lnTo>
                  <a:pt x="0" y="12"/>
                </a:lnTo>
                <a:lnTo>
                  <a:pt x="12" y="0"/>
                </a:lnTo>
                <a:lnTo>
                  <a:pt x="0" y="0"/>
                </a:lnTo>
                <a:close/>
              </a:path>
            </a:pathLst>
          </a:custGeom>
          <a:solidFill>
            <a:srgbClr val="7b22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70" name=""/>
          <p:cNvSpPr/>
          <p:nvPr/>
        </p:nvSpPr>
        <p:spPr>
          <a:xfrm>
            <a:off x="647640" y="1438200"/>
            <a:ext cx="8280" cy="8280"/>
          </a:xfrm>
          <a:custGeom>
            <a:avLst/>
            <a:gdLst/>
            <a:ahLst/>
            <a:rect l="0" t="0" r="r" b="b"/>
            <a:pathLst>
              <a:path w="23" h="23">
                <a:moveTo>
                  <a:pt x="11" y="0"/>
                </a:moveTo>
                <a:lnTo>
                  <a:pt x="0" y="11"/>
                </a:lnTo>
                <a:lnTo>
                  <a:pt x="0" y="23"/>
                </a:lnTo>
                <a:lnTo>
                  <a:pt x="23" y="0"/>
                </a:lnTo>
                <a:lnTo>
                  <a:pt x="11" y="0"/>
                </a:lnTo>
                <a:close/>
              </a:path>
            </a:pathLst>
          </a:custGeom>
          <a:solidFill>
            <a:srgbClr val="7c22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71" name=""/>
          <p:cNvSpPr/>
          <p:nvPr/>
        </p:nvSpPr>
        <p:spPr>
          <a:xfrm>
            <a:off x="647640" y="1438200"/>
            <a:ext cx="12600" cy="12600"/>
          </a:xfrm>
          <a:custGeom>
            <a:avLst/>
            <a:gdLst/>
            <a:ahLst/>
            <a:rect l="0" t="0" r="r" b="b"/>
            <a:pathLst>
              <a:path w="35" h="35">
                <a:moveTo>
                  <a:pt x="23" y="0"/>
                </a:moveTo>
                <a:lnTo>
                  <a:pt x="0" y="22"/>
                </a:lnTo>
                <a:lnTo>
                  <a:pt x="0" y="35"/>
                </a:lnTo>
                <a:lnTo>
                  <a:pt x="35" y="0"/>
                </a:lnTo>
                <a:lnTo>
                  <a:pt x="23" y="0"/>
                </a:lnTo>
                <a:close/>
              </a:path>
            </a:pathLst>
          </a:custGeom>
          <a:solidFill>
            <a:srgbClr val="7c23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72" name=""/>
          <p:cNvSpPr/>
          <p:nvPr/>
        </p:nvSpPr>
        <p:spPr>
          <a:xfrm>
            <a:off x="647640" y="1438200"/>
            <a:ext cx="16560" cy="16560"/>
          </a:xfrm>
          <a:custGeom>
            <a:avLst/>
            <a:gdLst/>
            <a:ahLst/>
            <a:rect l="0" t="0" r="r" b="b"/>
            <a:pathLst>
              <a:path w="46" h="46">
                <a:moveTo>
                  <a:pt x="35" y="0"/>
                </a:moveTo>
                <a:lnTo>
                  <a:pt x="0" y="35"/>
                </a:lnTo>
                <a:lnTo>
                  <a:pt x="0" y="46"/>
                </a:lnTo>
                <a:lnTo>
                  <a:pt x="46" y="0"/>
                </a:lnTo>
                <a:lnTo>
                  <a:pt x="35" y="0"/>
                </a:lnTo>
                <a:close/>
              </a:path>
            </a:pathLst>
          </a:custGeom>
          <a:solidFill>
            <a:srgbClr val="7d23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73" name=""/>
          <p:cNvSpPr/>
          <p:nvPr/>
        </p:nvSpPr>
        <p:spPr>
          <a:xfrm>
            <a:off x="647640" y="1438200"/>
            <a:ext cx="19440" cy="19440"/>
          </a:xfrm>
          <a:custGeom>
            <a:avLst/>
            <a:gdLst/>
            <a:ahLst/>
            <a:rect l="0" t="0" r="r" b="b"/>
            <a:pathLst>
              <a:path w="54" h="54">
                <a:moveTo>
                  <a:pt x="45" y="0"/>
                </a:moveTo>
                <a:lnTo>
                  <a:pt x="0" y="46"/>
                </a:lnTo>
                <a:lnTo>
                  <a:pt x="0" y="54"/>
                </a:lnTo>
                <a:lnTo>
                  <a:pt x="54" y="0"/>
                </a:lnTo>
                <a:lnTo>
                  <a:pt x="45" y="0"/>
                </a:lnTo>
                <a:close/>
              </a:path>
            </a:pathLst>
          </a:custGeom>
          <a:solidFill>
            <a:srgbClr val="7e23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74" name=""/>
          <p:cNvSpPr/>
          <p:nvPr/>
        </p:nvSpPr>
        <p:spPr>
          <a:xfrm>
            <a:off x="647640" y="1438200"/>
            <a:ext cx="20880" cy="19440"/>
          </a:xfrm>
          <a:custGeom>
            <a:avLst/>
            <a:gdLst/>
            <a:ahLst/>
            <a:rect l="0" t="0" r="r" b="b"/>
            <a:pathLst>
              <a:path w="58" h="54">
                <a:moveTo>
                  <a:pt x="54" y="0"/>
                </a:moveTo>
                <a:lnTo>
                  <a:pt x="0" y="54"/>
                </a:lnTo>
                <a:lnTo>
                  <a:pt x="4" y="54"/>
                </a:lnTo>
                <a:lnTo>
                  <a:pt x="58" y="0"/>
                </a:lnTo>
                <a:lnTo>
                  <a:pt x="54" y="0"/>
                </a:lnTo>
                <a:close/>
              </a:path>
            </a:pathLst>
          </a:custGeom>
          <a:solidFill>
            <a:srgbClr val="7e24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75" name=""/>
          <p:cNvSpPr/>
          <p:nvPr/>
        </p:nvSpPr>
        <p:spPr>
          <a:xfrm>
            <a:off x="64908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7e24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76" name=""/>
          <p:cNvSpPr/>
          <p:nvPr/>
        </p:nvSpPr>
        <p:spPr>
          <a:xfrm>
            <a:off x="6530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7f24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77" name=""/>
          <p:cNvSpPr/>
          <p:nvPr/>
        </p:nvSpPr>
        <p:spPr>
          <a:xfrm>
            <a:off x="65700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3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3" y="0"/>
                </a:lnTo>
                <a:close/>
              </a:path>
            </a:pathLst>
          </a:custGeom>
          <a:solidFill>
            <a:srgbClr val="7f24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78" name=""/>
          <p:cNvSpPr/>
          <p:nvPr/>
        </p:nvSpPr>
        <p:spPr>
          <a:xfrm>
            <a:off x="66132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025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79" name=""/>
          <p:cNvSpPr/>
          <p:nvPr/>
        </p:nvSpPr>
        <p:spPr>
          <a:xfrm>
            <a:off x="66528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025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80" name=""/>
          <p:cNvSpPr/>
          <p:nvPr/>
        </p:nvSpPr>
        <p:spPr>
          <a:xfrm>
            <a:off x="66924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125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81" name=""/>
          <p:cNvSpPr/>
          <p:nvPr/>
        </p:nvSpPr>
        <p:spPr>
          <a:xfrm>
            <a:off x="67356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126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82" name=""/>
          <p:cNvSpPr/>
          <p:nvPr/>
        </p:nvSpPr>
        <p:spPr>
          <a:xfrm>
            <a:off x="67752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226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83" name=""/>
          <p:cNvSpPr/>
          <p:nvPr/>
        </p:nvSpPr>
        <p:spPr>
          <a:xfrm>
            <a:off x="6818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2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2" y="0"/>
                </a:lnTo>
                <a:close/>
              </a:path>
            </a:pathLst>
          </a:custGeom>
          <a:solidFill>
            <a:srgbClr val="8326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84" name=""/>
          <p:cNvSpPr/>
          <p:nvPr/>
        </p:nvSpPr>
        <p:spPr>
          <a:xfrm>
            <a:off x="68580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327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85" name=""/>
          <p:cNvSpPr/>
          <p:nvPr/>
        </p:nvSpPr>
        <p:spPr>
          <a:xfrm>
            <a:off x="68976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427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86" name=""/>
          <p:cNvSpPr/>
          <p:nvPr/>
        </p:nvSpPr>
        <p:spPr>
          <a:xfrm>
            <a:off x="69408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427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87" name=""/>
          <p:cNvSpPr/>
          <p:nvPr/>
        </p:nvSpPr>
        <p:spPr>
          <a:xfrm>
            <a:off x="6980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528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88" name=""/>
          <p:cNvSpPr/>
          <p:nvPr/>
        </p:nvSpPr>
        <p:spPr>
          <a:xfrm>
            <a:off x="70200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528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89" name=""/>
          <p:cNvSpPr/>
          <p:nvPr/>
        </p:nvSpPr>
        <p:spPr>
          <a:xfrm>
            <a:off x="70632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8628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90" name=""/>
          <p:cNvSpPr/>
          <p:nvPr/>
        </p:nvSpPr>
        <p:spPr>
          <a:xfrm>
            <a:off x="71028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629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91" name=""/>
          <p:cNvSpPr/>
          <p:nvPr/>
        </p:nvSpPr>
        <p:spPr>
          <a:xfrm>
            <a:off x="71424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729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92" name=""/>
          <p:cNvSpPr/>
          <p:nvPr/>
        </p:nvSpPr>
        <p:spPr>
          <a:xfrm>
            <a:off x="71856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729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93" name=""/>
          <p:cNvSpPr/>
          <p:nvPr/>
        </p:nvSpPr>
        <p:spPr>
          <a:xfrm>
            <a:off x="72252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82a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94" name=""/>
          <p:cNvSpPr/>
          <p:nvPr/>
        </p:nvSpPr>
        <p:spPr>
          <a:xfrm>
            <a:off x="7268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892a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95" name=""/>
          <p:cNvSpPr/>
          <p:nvPr/>
        </p:nvSpPr>
        <p:spPr>
          <a:xfrm>
            <a:off x="73080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92a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96" name=""/>
          <p:cNvSpPr/>
          <p:nvPr/>
        </p:nvSpPr>
        <p:spPr>
          <a:xfrm>
            <a:off x="73476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a2b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97" name=""/>
          <p:cNvSpPr/>
          <p:nvPr/>
        </p:nvSpPr>
        <p:spPr>
          <a:xfrm>
            <a:off x="73908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a2b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98" name=""/>
          <p:cNvSpPr/>
          <p:nvPr/>
        </p:nvSpPr>
        <p:spPr>
          <a:xfrm>
            <a:off x="7430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b2b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99" name=""/>
          <p:cNvSpPr/>
          <p:nvPr/>
        </p:nvSpPr>
        <p:spPr>
          <a:xfrm>
            <a:off x="74700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b2c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00" name=""/>
          <p:cNvSpPr/>
          <p:nvPr/>
        </p:nvSpPr>
        <p:spPr>
          <a:xfrm>
            <a:off x="75132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8c2c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01" name=""/>
          <p:cNvSpPr/>
          <p:nvPr/>
        </p:nvSpPr>
        <p:spPr>
          <a:xfrm>
            <a:off x="75528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c2c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02" name=""/>
          <p:cNvSpPr/>
          <p:nvPr/>
        </p:nvSpPr>
        <p:spPr>
          <a:xfrm>
            <a:off x="75960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8d2d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03" name=""/>
          <p:cNvSpPr/>
          <p:nvPr/>
        </p:nvSpPr>
        <p:spPr>
          <a:xfrm>
            <a:off x="76356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e2d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04" name=""/>
          <p:cNvSpPr/>
          <p:nvPr/>
        </p:nvSpPr>
        <p:spPr>
          <a:xfrm>
            <a:off x="76752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e2d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05" name=""/>
          <p:cNvSpPr/>
          <p:nvPr/>
        </p:nvSpPr>
        <p:spPr>
          <a:xfrm>
            <a:off x="7718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8f2e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06" name=""/>
          <p:cNvSpPr/>
          <p:nvPr/>
        </p:nvSpPr>
        <p:spPr>
          <a:xfrm>
            <a:off x="77580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f2e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07" name=""/>
          <p:cNvSpPr/>
          <p:nvPr/>
        </p:nvSpPr>
        <p:spPr>
          <a:xfrm>
            <a:off x="77976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02e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08" name=""/>
          <p:cNvSpPr/>
          <p:nvPr/>
        </p:nvSpPr>
        <p:spPr>
          <a:xfrm>
            <a:off x="78408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02f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09" name=""/>
          <p:cNvSpPr/>
          <p:nvPr/>
        </p:nvSpPr>
        <p:spPr>
          <a:xfrm>
            <a:off x="7880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12f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10" name=""/>
          <p:cNvSpPr/>
          <p:nvPr/>
        </p:nvSpPr>
        <p:spPr>
          <a:xfrm>
            <a:off x="79236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912f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11" name=""/>
          <p:cNvSpPr/>
          <p:nvPr/>
        </p:nvSpPr>
        <p:spPr>
          <a:xfrm>
            <a:off x="79632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9230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12" name=""/>
          <p:cNvSpPr/>
          <p:nvPr/>
        </p:nvSpPr>
        <p:spPr>
          <a:xfrm>
            <a:off x="80028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330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13" name=""/>
          <p:cNvSpPr/>
          <p:nvPr/>
        </p:nvSpPr>
        <p:spPr>
          <a:xfrm>
            <a:off x="80460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330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14" name=""/>
          <p:cNvSpPr/>
          <p:nvPr/>
        </p:nvSpPr>
        <p:spPr>
          <a:xfrm>
            <a:off x="80856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43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15" name=""/>
          <p:cNvSpPr/>
          <p:nvPr/>
        </p:nvSpPr>
        <p:spPr>
          <a:xfrm>
            <a:off x="81252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43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16" name=""/>
          <p:cNvSpPr/>
          <p:nvPr/>
        </p:nvSpPr>
        <p:spPr>
          <a:xfrm>
            <a:off x="8168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53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17" name=""/>
          <p:cNvSpPr/>
          <p:nvPr/>
        </p:nvSpPr>
        <p:spPr>
          <a:xfrm>
            <a:off x="82080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953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18" name=""/>
          <p:cNvSpPr/>
          <p:nvPr/>
        </p:nvSpPr>
        <p:spPr>
          <a:xfrm>
            <a:off x="82476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63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19" name=""/>
          <p:cNvSpPr/>
          <p:nvPr/>
        </p:nvSpPr>
        <p:spPr>
          <a:xfrm>
            <a:off x="82908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63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20" name=""/>
          <p:cNvSpPr/>
          <p:nvPr/>
        </p:nvSpPr>
        <p:spPr>
          <a:xfrm>
            <a:off x="8330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733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21" name=""/>
          <p:cNvSpPr/>
          <p:nvPr/>
        </p:nvSpPr>
        <p:spPr>
          <a:xfrm>
            <a:off x="83736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9833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22" name=""/>
          <p:cNvSpPr/>
          <p:nvPr/>
        </p:nvSpPr>
        <p:spPr>
          <a:xfrm>
            <a:off x="84132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9833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23" name=""/>
          <p:cNvSpPr/>
          <p:nvPr/>
        </p:nvSpPr>
        <p:spPr>
          <a:xfrm>
            <a:off x="84528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93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24" name=""/>
          <p:cNvSpPr/>
          <p:nvPr/>
        </p:nvSpPr>
        <p:spPr>
          <a:xfrm>
            <a:off x="84960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93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25" name=""/>
          <p:cNvSpPr/>
          <p:nvPr/>
        </p:nvSpPr>
        <p:spPr>
          <a:xfrm>
            <a:off x="85356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a3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26" name=""/>
          <p:cNvSpPr/>
          <p:nvPr/>
        </p:nvSpPr>
        <p:spPr>
          <a:xfrm>
            <a:off x="857520" y="1438200"/>
            <a:ext cx="27720" cy="19440"/>
          </a:xfrm>
          <a:custGeom>
            <a:avLst/>
            <a:gdLst/>
            <a:ahLst/>
            <a:rect l="0" t="0" r="r" b="b"/>
            <a:pathLst>
              <a:path w="77" h="54">
                <a:moveTo>
                  <a:pt x="53" y="0"/>
                </a:moveTo>
                <a:lnTo>
                  <a:pt x="0" y="54"/>
                </a:lnTo>
                <a:lnTo>
                  <a:pt x="23" y="54"/>
                </a:lnTo>
                <a:lnTo>
                  <a:pt x="77" y="0"/>
                </a:lnTo>
                <a:lnTo>
                  <a:pt x="53" y="0"/>
                </a:lnTo>
                <a:close/>
              </a:path>
            </a:pathLst>
          </a:custGeom>
          <a:solidFill>
            <a:srgbClr val="9a35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27" name=""/>
          <p:cNvSpPr/>
          <p:nvPr/>
        </p:nvSpPr>
        <p:spPr>
          <a:xfrm>
            <a:off x="8658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a35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28" name=""/>
          <p:cNvSpPr/>
          <p:nvPr/>
        </p:nvSpPr>
        <p:spPr>
          <a:xfrm>
            <a:off x="8679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9935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29" name=""/>
          <p:cNvSpPr/>
          <p:nvPr/>
        </p:nvSpPr>
        <p:spPr>
          <a:xfrm>
            <a:off x="8701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9835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30" name=""/>
          <p:cNvSpPr/>
          <p:nvPr/>
        </p:nvSpPr>
        <p:spPr>
          <a:xfrm>
            <a:off x="8719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735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31" name=""/>
          <p:cNvSpPr/>
          <p:nvPr/>
        </p:nvSpPr>
        <p:spPr>
          <a:xfrm>
            <a:off x="8740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96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32" name=""/>
          <p:cNvSpPr/>
          <p:nvPr/>
        </p:nvSpPr>
        <p:spPr>
          <a:xfrm>
            <a:off x="8762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96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33" name=""/>
          <p:cNvSpPr/>
          <p:nvPr/>
        </p:nvSpPr>
        <p:spPr>
          <a:xfrm>
            <a:off x="8780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5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34" name=""/>
          <p:cNvSpPr/>
          <p:nvPr/>
        </p:nvSpPr>
        <p:spPr>
          <a:xfrm>
            <a:off x="8802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4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35" name=""/>
          <p:cNvSpPr/>
          <p:nvPr/>
        </p:nvSpPr>
        <p:spPr>
          <a:xfrm>
            <a:off x="8823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933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36" name=""/>
          <p:cNvSpPr/>
          <p:nvPr/>
        </p:nvSpPr>
        <p:spPr>
          <a:xfrm>
            <a:off x="8841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23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37" name=""/>
          <p:cNvSpPr/>
          <p:nvPr/>
        </p:nvSpPr>
        <p:spPr>
          <a:xfrm>
            <a:off x="8863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23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38" name=""/>
          <p:cNvSpPr/>
          <p:nvPr/>
        </p:nvSpPr>
        <p:spPr>
          <a:xfrm>
            <a:off x="8884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9136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39" name=""/>
          <p:cNvSpPr/>
          <p:nvPr/>
        </p:nvSpPr>
        <p:spPr>
          <a:xfrm>
            <a:off x="8902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036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40" name=""/>
          <p:cNvSpPr/>
          <p:nvPr/>
        </p:nvSpPr>
        <p:spPr>
          <a:xfrm>
            <a:off x="8924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f36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41" name=""/>
          <p:cNvSpPr/>
          <p:nvPr/>
        </p:nvSpPr>
        <p:spPr>
          <a:xfrm>
            <a:off x="8946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e36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42" name=""/>
          <p:cNvSpPr/>
          <p:nvPr/>
        </p:nvSpPr>
        <p:spPr>
          <a:xfrm>
            <a:off x="8964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e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43" name=""/>
          <p:cNvSpPr/>
          <p:nvPr/>
        </p:nvSpPr>
        <p:spPr>
          <a:xfrm>
            <a:off x="8985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d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44" name=""/>
          <p:cNvSpPr/>
          <p:nvPr/>
        </p:nvSpPr>
        <p:spPr>
          <a:xfrm>
            <a:off x="9007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c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45" name=""/>
          <p:cNvSpPr/>
          <p:nvPr/>
        </p:nvSpPr>
        <p:spPr>
          <a:xfrm>
            <a:off x="9025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b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46" name=""/>
          <p:cNvSpPr/>
          <p:nvPr/>
        </p:nvSpPr>
        <p:spPr>
          <a:xfrm>
            <a:off x="9046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a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47" name=""/>
          <p:cNvSpPr/>
          <p:nvPr/>
        </p:nvSpPr>
        <p:spPr>
          <a:xfrm>
            <a:off x="9068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a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48" name=""/>
          <p:cNvSpPr/>
          <p:nvPr/>
        </p:nvSpPr>
        <p:spPr>
          <a:xfrm>
            <a:off x="9090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2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2" y="0"/>
                </a:lnTo>
                <a:close/>
              </a:path>
            </a:pathLst>
          </a:custGeom>
          <a:solidFill>
            <a:srgbClr val="89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49" name=""/>
          <p:cNvSpPr/>
          <p:nvPr/>
        </p:nvSpPr>
        <p:spPr>
          <a:xfrm>
            <a:off x="9108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8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50" name=""/>
          <p:cNvSpPr/>
          <p:nvPr/>
        </p:nvSpPr>
        <p:spPr>
          <a:xfrm>
            <a:off x="9129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736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51" name=""/>
          <p:cNvSpPr/>
          <p:nvPr/>
        </p:nvSpPr>
        <p:spPr>
          <a:xfrm>
            <a:off x="9151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8636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52" name=""/>
          <p:cNvSpPr/>
          <p:nvPr/>
        </p:nvSpPr>
        <p:spPr>
          <a:xfrm>
            <a:off x="9169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636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53" name=""/>
          <p:cNvSpPr/>
          <p:nvPr/>
        </p:nvSpPr>
        <p:spPr>
          <a:xfrm>
            <a:off x="9190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5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54" name=""/>
          <p:cNvSpPr/>
          <p:nvPr/>
        </p:nvSpPr>
        <p:spPr>
          <a:xfrm>
            <a:off x="9212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4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55" name=""/>
          <p:cNvSpPr/>
          <p:nvPr/>
        </p:nvSpPr>
        <p:spPr>
          <a:xfrm>
            <a:off x="9230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3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56" name=""/>
          <p:cNvSpPr/>
          <p:nvPr/>
        </p:nvSpPr>
        <p:spPr>
          <a:xfrm>
            <a:off x="9252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2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57" name=""/>
          <p:cNvSpPr/>
          <p:nvPr/>
        </p:nvSpPr>
        <p:spPr>
          <a:xfrm>
            <a:off x="9273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2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58" name=""/>
          <p:cNvSpPr/>
          <p:nvPr/>
        </p:nvSpPr>
        <p:spPr>
          <a:xfrm>
            <a:off x="9291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3" y="0"/>
                </a:lnTo>
                <a:close/>
              </a:path>
            </a:pathLst>
          </a:custGeom>
          <a:solidFill>
            <a:srgbClr val="81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59" name=""/>
          <p:cNvSpPr/>
          <p:nvPr/>
        </p:nvSpPr>
        <p:spPr>
          <a:xfrm>
            <a:off x="9313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0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60" name=""/>
          <p:cNvSpPr/>
          <p:nvPr/>
        </p:nvSpPr>
        <p:spPr>
          <a:xfrm>
            <a:off x="9334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f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61" name=""/>
          <p:cNvSpPr/>
          <p:nvPr/>
        </p:nvSpPr>
        <p:spPr>
          <a:xfrm>
            <a:off x="9352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f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62" name=""/>
          <p:cNvSpPr/>
          <p:nvPr/>
        </p:nvSpPr>
        <p:spPr>
          <a:xfrm>
            <a:off x="9374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e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63" name=""/>
          <p:cNvSpPr/>
          <p:nvPr/>
        </p:nvSpPr>
        <p:spPr>
          <a:xfrm>
            <a:off x="9396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d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64" name=""/>
          <p:cNvSpPr/>
          <p:nvPr/>
        </p:nvSpPr>
        <p:spPr>
          <a:xfrm>
            <a:off x="9414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c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65" name=""/>
          <p:cNvSpPr/>
          <p:nvPr/>
        </p:nvSpPr>
        <p:spPr>
          <a:xfrm>
            <a:off x="9435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b37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66" name=""/>
          <p:cNvSpPr/>
          <p:nvPr/>
        </p:nvSpPr>
        <p:spPr>
          <a:xfrm>
            <a:off x="9457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b37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67" name=""/>
          <p:cNvSpPr/>
          <p:nvPr/>
        </p:nvSpPr>
        <p:spPr>
          <a:xfrm>
            <a:off x="9478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7a37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68" name=""/>
          <p:cNvSpPr/>
          <p:nvPr/>
        </p:nvSpPr>
        <p:spPr>
          <a:xfrm>
            <a:off x="949680" y="143820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79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69" name=""/>
          <p:cNvSpPr/>
          <p:nvPr/>
        </p:nvSpPr>
        <p:spPr>
          <a:xfrm>
            <a:off x="9518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8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70" name=""/>
          <p:cNvSpPr/>
          <p:nvPr/>
        </p:nvSpPr>
        <p:spPr>
          <a:xfrm>
            <a:off x="9540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77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71" name=""/>
          <p:cNvSpPr/>
          <p:nvPr/>
        </p:nvSpPr>
        <p:spPr>
          <a:xfrm>
            <a:off x="9558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7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72" name=""/>
          <p:cNvSpPr/>
          <p:nvPr/>
        </p:nvSpPr>
        <p:spPr>
          <a:xfrm>
            <a:off x="9579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6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73" name=""/>
          <p:cNvSpPr/>
          <p:nvPr/>
        </p:nvSpPr>
        <p:spPr>
          <a:xfrm>
            <a:off x="9601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5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74" name=""/>
          <p:cNvSpPr/>
          <p:nvPr/>
        </p:nvSpPr>
        <p:spPr>
          <a:xfrm>
            <a:off x="9619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4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75" name=""/>
          <p:cNvSpPr/>
          <p:nvPr/>
        </p:nvSpPr>
        <p:spPr>
          <a:xfrm>
            <a:off x="9640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3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76" name=""/>
          <p:cNvSpPr/>
          <p:nvPr/>
        </p:nvSpPr>
        <p:spPr>
          <a:xfrm>
            <a:off x="9662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337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77" name=""/>
          <p:cNvSpPr/>
          <p:nvPr/>
        </p:nvSpPr>
        <p:spPr>
          <a:xfrm>
            <a:off x="9680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237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78" name=""/>
          <p:cNvSpPr/>
          <p:nvPr/>
        </p:nvSpPr>
        <p:spPr>
          <a:xfrm>
            <a:off x="9702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137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79" name=""/>
          <p:cNvSpPr/>
          <p:nvPr/>
        </p:nvSpPr>
        <p:spPr>
          <a:xfrm>
            <a:off x="9723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70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80" name=""/>
          <p:cNvSpPr/>
          <p:nvPr/>
        </p:nvSpPr>
        <p:spPr>
          <a:xfrm>
            <a:off x="9741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f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81" name=""/>
          <p:cNvSpPr/>
          <p:nvPr/>
        </p:nvSpPr>
        <p:spPr>
          <a:xfrm>
            <a:off x="9763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f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82" name=""/>
          <p:cNvSpPr/>
          <p:nvPr/>
        </p:nvSpPr>
        <p:spPr>
          <a:xfrm>
            <a:off x="9784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e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83" name=""/>
          <p:cNvSpPr/>
          <p:nvPr/>
        </p:nvSpPr>
        <p:spPr>
          <a:xfrm>
            <a:off x="9802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d37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84" name=""/>
          <p:cNvSpPr/>
          <p:nvPr/>
        </p:nvSpPr>
        <p:spPr>
          <a:xfrm>
            <a:off x="9824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c38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85" name=""/>
          <p:cNvSpPr/>
          <p:nvPr/>
        </p:nvSpPr>
        <p:spPr>
          <a:xfrm>
            <a:off x="9846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b38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86" name=""/>
          <p:cNvSpPr/>
          <p:nvPr/>
        </p:nvSpPr>
        <p:spPr>
          <a:xfrm>
            <a:off x="9867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6b38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87" name=""/>
          <p:cNvSpPr/>
          <p:nvPr/>
        </p:nvSpPr>
        <p:spPr>
          <a:xfrm>
            <a:off x="9885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a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88" name=""/>
          <p:cNvSpPr/>
          <p:nvPr/>
        </p:nvSpPr>
        <p:spPr>
          <a:xfrm>
            <a:off x="9907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9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89" name=""/>
          <p:cNvSpPr/>
          <p:nvPr/>
        </p:nvSpPr>
        <p:spPr>
          <a:xfrm>
            <a:off x="9928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2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2" y="0"/>
                </a:lnTo>
                <a:close/>
              </a:path>
            </a:pathLst>
          </a:custGeom>
          <a:solidFill>
            <a:srgbClr val="68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90" name=""/>
          <p:cNvSpPr/>
          <p:nvPr/>
        </p:nvSpPr>
        <p:spPr>
          <a:xfrm>
            <a:off x="9946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7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91" name=""/>
          <p:cNvSpPr/>
          <p:nvPr/>
        </p:nvSpPr>
        <p:spPr>
          <a:xfrm>
            <a:off x="9968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738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92" name=""/>
          <p:cNvSpPr/>
          <p:nvPr/>
        </p:nvSpPr>
        <p:spPr>
          <a:xfrm>
            <a:off x="9990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638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93" name=""/>
          <p:cNvSpPr/>
          <p:nvPr/>
        </p:nvSpPr>
        <p:spPr>
          <a:xfrm>
            <a:off x="10008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538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94" name=""/>
          <p:cNvSpPr/>
          <p:nvPr/>
        </p:nvSpPr>
        <p:spPr>
          <a:xfrm>
            <a:off x="10029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4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95" name=""/>
          <p:cNvSpPr/>
          <p:nvPr/>
        </p:nvSpPr>
        <p:spPr>
          <a:xfrm>
            <a:off x="10051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3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96" name=""/>
          <p:cNvSpPr/>
          <p:nvPr/>
        </p:nvSpPr>
        <p:spPr>
          <a:xfrm>
            <a:off x="10069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3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97" name=""/>
          <p:cNvSpPr/>
          <p:nvPr/>
        </p:nvSpPr>
        <p:spPr>
          <a:xfrm>
            <a:off x="10090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2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98" name=""/>
          <p:cNvSpPr/>
          <p:nvPr/>
        </p:nvSpPr>
        <p:spPr>
          <a:xfrm>
            <a:off x="10112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1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99" name=""/>
          <p:cNvSpPr/>
          <p:nvPr/>
        </p:nvSpPr>
        <p:spPr>
          <a:xfrm>
            <a:off x="10130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3" y="0"/>
                </a:lnTo>
                <a:close/>
              </a:path>
            </a:pathLst>
          </a:custGeom>
          <a:solidFill>
            <a:srgbClr val="60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00" name=""/>
          <p:cNvSpPr/>
          <p:nvPr/>
        </p:nvSpPr>
        <p:spPr>
          <a:xfrm>
            <a:off x="10152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f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01" name=""/>
          <p:cNvSpPr/>
          <p:nvPr/>
        </p:nvSpPr>
        <p:spPr>
          <a:xfrm>
            <a:off x="10173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f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02" name=""/>
          <p:cNvSpPr/>
          <p:nvPr/>
        </p:nvSpPr>
        <p:spPr>
          <a:xfrm>
            <a:off x="10191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e38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03" name=""/>
          <p:cNvSpPr/>
          <p:nvPr/>
        </p:nvSpPr>
        <p:spPr>
          <a:xfrm>
            <a:off x="10213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d38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04" name=""/>
          <p:cNvSpPr/>
          <p:nvPr/>
        </p:nvSpPr>
        <p:spPr>
          <a:xfrm>
            <a:off x="10234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c38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05" name=""/>
          <p:cNvSpPr/>
          <p:nvPr/>
        </p:nvSpPr>
        <p:spPr>
          <a:xfrm>
            <a:off x="10256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5c38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06" name=""/>
          <p:cNvSpPr/>
          <p:nvPr/>
        </p:nvSpPr>
        <p:spPr>
          <a:xfrm>
            <a:off x="10274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b38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07" name=""/>
          <p:cNvSpPr/>
          <p:nvPr/>
        </p:nvSpPr>
        <p:spPr>
          <a:xfrm>
            <a:off x="10296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a38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08" name=""/>
          <p:cNvSpPr/>
          <p:nvPr/>
        </p:nvSpPr>
        <p:spPr>
          <a:xfrm>
            <a:off x="10317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5939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09" name=""/>
          <p:cNvSpPr/>
          <p:nvPr/>
        </p:nvSpPr>
        <p:spPr>
          <a:xfrm>
            <a:off x="10335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3" y="0"/>
                </a:lnTo>
                <a:close/>
              </a:path>
            </a:pathLst>
          </a:custGeom>
          <a:solidFill>
            <a:srgbClr val="58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10" name=""/>
          <p:cNvSpPr/>
          <p:nvPr/>
        </p:nvSpPr>
        <p:spPr>
          <a:xfrm>
            <a:off x="10357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8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11" name=""/>
          <p:cNvSpPr/>
          <p:nvPr/>
        </p:nvSpPr>
        <p:spPr>
          <a:xfrm>
            <a:off x="10378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7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12" name=""/>
          <p:cNvSpPr/>
          <p:nvPr/>
        </p:nvSpPr>
        <p:spPr>
          <a:xfrm>
            <a:off x="10396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6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13" name=""/>
          <p:cNvSpPr/>
          <p:nvPr/>
        </p:nvSpPr>
        <p:spPr>
          <a:xfrm>
            <a:off x="10418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539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14" name=""/>
          <p:cNvSpPr/>
          <p:nvPr/>
        </p:nvSpPr>
        <p:spPr>
          <a:xfrm>
            <a:off x="10440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439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15" name=""/>
          <p:cNvSpPr/>
          <p:nvPr/>
        </p:nvSpPr>
        <p:spPr>
          <a:xfrm>
            <a:off x="10458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439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16" name=""/>
          <p:cNvSpPr/>
          <p:nvPr/>
        </p:nvSpPr>
        <p:spPr>
          <a:xfrm>
            <a:off x="10479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3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17" name=""/>
          <p:cNvSpPr/>
          <p:nvPr/>
        </p:nvSpPr>
        <p:spPr>
          <a:xfrm>
            <a:off x="10501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2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18" name=""/>
          <p:cNvSpPr/>
          <p:nvPr/>
        </p:nvSpPr>
        <p:spPr>
          <a:xfrm>
            <a:off x="10519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1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19" name=""/>
          <p:cNvSpPr/>
          <p:nvPr/>
        </p:nvSpPr>
        <p:spPr>
          <a:xfrm>
            <a:off x="10540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0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20" name=""/>
          <p:cNvSpPr/>
          <p:nvPr/>
        </p:nvSpPr>
        <p:spPr>
          <a:xfrm>
            <a:off x="10562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50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21" name=""/>
          <p:cNvSpPr/>
          <p:nvPr/>
        </p:nvSpPr>
        <p:spPr>
          <a:xfrm>
            <a:off x="10580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f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22" name=""/>
          <p:cNvSpPr/>
          <p:nvPr/>
        </p:nvSpPr>
        <p:spPr>
          <a:xfrm>
            <a:off x="10602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e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23" name=""/>
          <p:cNvSpPr/>
          <p:nvPr/>
        </p:nvSpPr>
        <p:spPr>
          <a:xfrm>
            <a:off x="10623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4d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24" name=""/>
          <p:cNvSpPr/>
          <p:nvPr/>
        </p:nvSpPr>
        <p:spPr>
          <a:xfrm>
            <a:off x="10645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4c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25" name=""/>
          <p:cNvSpPr/>
          <p:nvPr/>
        </p:nvSpPr>
        <p:spPr>
          <a:xfrm>
            <a:off x="10663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c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26" name=""/>
          <p:cNvSpPr/>
          <p:nvPr/>
        </p:nvSpPr>
        <p:spPr>
          <a:xfrm>
            <a:off x="10684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4b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27" name=""/>
          <p:cNvSpPr/>
          <p:nvPr/>
        </p:nvSpPr>
        <p:spPr>
          <a:xfrm>
            <a:off x="10706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4a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28" name=""/>
          <p:cNvSpPr/>
          <p:nvPr/>
        </p:nvSpPr>
        <p:spPr>
          <a:xfrm>
            <a:off x="10724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939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29" name=""/>
          <p:cNvSpPr/>
          <p:nvPr/>
        </p:nvSpPr>
        <p:spPr>
          <a:xfrm>
            <a:off x="10746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839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30" name=""/>
          <p:cNvSpPr/>
          <p:nvPr/>
        </p:nvSpPr>
        <p:spPr>
          <a:xfrm>
            <a:off x="10767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4839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31" name=""/>
          <p:cNvSpPr/>
          <p:nvPr/>
        </p:nvSpPr>
        <p:spPr>
          <a:xfrm>
            <a:off x="10785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7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32" name=""/>
          <p:cNvSpPr/>
          <p:nvPr/>
        </p:nvSpPr>
        <p:spPr>
          <a:xfrm>
            <a:off x="10807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6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33" name=""/>
          <p:cNvSpPr/>
          <p:nvPr/>
        </p:nvSpPr>
        <p:spPr>
          <a:xfrm>
            <a:off x="10828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45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34" name=""/>
          <p:cNvSpPr/>
          <p:nvPr/>
        </p:nvSpPr>
        <p:spPr>
          <a:xfrm>
            <a:off x="10846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4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35" name=""/>
          <p:cNvSpPr/>
          <p:nvPr/>
        </p:nvSpPr>
        <p:spPr>
          <a:xfrm>
            <a:off x="10868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4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36" name=""/>
          <p:cNvSpPr/>
          <p:nvPr/>
        </p:nvSpPr>
        <p:spPr>
          <a:xfrm>
            <a:off x="10890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43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37" name=""/>
          <p:cNvSpPr/>
          <p:nvPr/>
        </p:nvSpPr>
        <p:spPr>
          <a:xfrm>
            <a:off x="10908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2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38" name=""/>
          <p:cNvSpPr/>
          <p:nvPr/>
        </p:nvSpPr>
        <p:spPr>
          <a:xfrm>
            <a:off x="10929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1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39" name=""/>
          <p:cNvSpPr/>
          <p:nvPr/>
        </p:nvSpPr>
        <p:spPr>
          <a:xfrm>
            <a:off x="10951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403a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40" name=""/>
          <p:cNvSpPr/>
          <p:nvPr/>
        </p:nvSpPr>
        <p:spPr>
          <a:xfrm>
            <a:off x="10969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3" y="0"/>
                </a:lnTo>
                <a:close/>
              </a:path>
            </a:pathLst>
          </a:custGeom>
          <a:solidFill>
            <a:srgbClr val="403a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41" name=""/>
          <p:cNvSpPr/>
          <p:nvPr/>
        </p:nvSpPr>
        <p:spPr>
          <a:xfrm>
            <a:off x="10990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f3a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42" name=""/>
          <p:cNvSpPr/>
          <p:nvPr/>
        </p:nvSpPr>
        <p:spPr>
          <a:xfrm>
            <a:off x="11012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3e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43" name=""/>
          <p:cNvSpPr/>
          <p:nvPr/>
        </p:nvSpPr>
        <p:spPr>
          <a:xfrm>
            <a:off x="11034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3d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44" name=""/>
          <p:cNvSpPr/>
          <p:nvPr/>
        </p:nvSpPr>
        <p:spPr>
          <a:xfrm>
            <a:off x="11052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c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45" name=""/>
          <p:cNvSpPr/>
          <p:nvPr/>
        </p:nvSpPr>
        <p:spPr>
          <a:xfrm>
            <a:off x="11073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c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46" name=""/>
          <p:cNvSpPr/>
          <p:nvPr/>
        </p:nvSpPr>
        <p:spPr>
          <a:xfrm>
            <a:off x="11095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3b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47" name=""/>
          <p:cNvSpPr/>
          <p:nvPr/>
        </p:nvSpPr>
        <p:spPr>
          <a:xfrm>
            <a:off x="11113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a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48" name=""/>
          <p:cNvSpPr/>
          <p:nvPr/>
        </p:nvSpPr>
        <p:spPr>
          <a:xfrm>
            <a:off x="11134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9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49" name=""/>
          <p:cNvSpPr/>
          <p:nvPr/>
        </p:nvSpPr>
        <p:spPr>
          <a:xfrm>
            <a:off x="11156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39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50" name=""/>
          <p:cNvSpPr/>
          <p:nvPr/>
        </p:nvSpPr>
        <p:spPr>
          <a:xfrm>
            <a:off x="11174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3" y="0"/>
                </a:lnTo>
                <a:close/>
              </a:path>
            </a:pathLst>
          </a:custGeom>
          <a:solidFill>
            <a:srgbClr val="38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51" name=""/>
          <p:cNvSpPr/>
          <p:nvPr/>
        </p:nvSpPr>
        <p:spPr>
          <a:xfrm>
            <a:off x="11196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7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52" name=""/>
          <p:cNvSpPr/>
          <p:nvPr/>
        </p:nvSpPr>
        <p:spPr>
          <a:xfrm>
            <a:off x="11217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36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53" name=""/>
          <p:cNvSpPr/>
          <p:nvPr/>
        </p:nvSpPr>
        <p:spPr>
          <a:xfrm>
            <a:off x="11235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5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54" name=""/>
          <p:cNvSpPr/>
          <p:nvPr/>
        </p:nvSpPr>
        <p:spPr>
          <a:xfrm>
            <a:off x="11257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53a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55" name=""/>
          <p:cNvSpPr/>
          <p:nvPr/>
        </p:nvSpPr>
        <p:spPr>
          <a:xfrm>
            <a:off x="11278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343b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56" name=""/>
          <p:cNvSpPr/>
          <p:nvPr/>
        </p:nvSpPr>
        <p:spPr>
          <a:xfrm>
            <a:off x="11296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33b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57" name=""/>
          <p:cNvSpPr/>
          <p:nvPr/>
        </p:nvSpPr>
        <p:spPr>
          <a:xfrm>
            <a:off x="1131840" y="1438200"/>
            <a:ext cx="20880" cy="19440"/>
          </a:xfrm>
          <a:custGeom>
            <a:avLst/>
            <a:gdLst/>
            <a:ahLst/>
            <a:rect l="0" t="0" r="r" b="b"/>
            <a:pathLst>
              <a:path w="58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8" y="1"/>
                </a:lnTo>
                <a:lnTo>
                  <a:pt x="54" y="0"/>
                </a:lnTo>
                <a:close/>
              </a:path>
            </a:pathLst>
          </a:custGeom>
          <a:solidFill>
            <a:srgbClr val="32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58" name=""/>
          <p:cNvSpPr/>
          <p:nvPr/>
        </p:nvSpPr>
        <p:spPr>
          <a:xfrm>
            <a:off x="1134000" y="1438560"/>
            <a:ext cx="18720" cy="19080"/>
          </a:xfrm>
          <a:custGeom>
            <a:avLst/>
            <a:gdLst/>
            <a:ahLst/>
            <a:rect l="0" t="0" r="r" b="b"/>
            <a:pathLst>
              <a:path w="52" h="53">
                <a:moveTo>
                  <a:pt x="52" y="0"/>
                </a:moveTo>
                <a:lnTo>
                  <a:pt x="0" y="53"/>
                </a:lnTo>
                <a:lnTo>
                  <a:pt x="5" y="53"/>
                </a:lnTo>
                <a:lnTo>
                  <a:pt x="52" y="6"/>
                </a:lnTo>
                <a:lnTo>
                  <a:pt x="52" y="0"/>
                </a:lnTo>
                <a:close/>
              </a:path>
            </a:pathLst>
          </a:custGeom>
          <a:solidFill>
            <a:srgbClr val="31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59" name=""/>
          <p:cNvSpPr/>
          <p:nvPr/>
        </p:nvSpPr>
        <p:spPr>
          <a:xfrm>
            <a:off x="1135800" y="1440720"/>
            <a:ext cx="16920" cy="16920"/>
          </a:xfrm>
          <a:custGeom>
            <a:avLst/>
            <a:gdLst/>
            <a:ahLst/>
            <a:rect l="0" t="0" r="r" b="b"/>
            <a:pathLst>
              <a:path w="47" h="47">
                <a:moveTo>
                  <a:pt x="47" y="0"/>
                </a:moveTo>
                <a:lnTo>
                  <a:pt x="0" y="47"/>
                </a:lnTo>
                <a:lnTo>
                  <a:pt x="6" y="47"/>
                </a:lnTo>
                <a:lnTo>
                  <a:pt x="47" y="6"/>
                </a:lnTo>
                <a:lnTo>
                  <a:pt x="47" y="0"/>
                </a:lnTo>
                <a:close/>
              </a:path>
            </a:pathLst>
          </a:custGeom>
          <a:solidFill>
            <a:srgbClr val="31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60" name=""/>
          <p:cNvSpPr/>
          <p:nvPr/>
        </p:nvSpPr>
        <p:spPr>
          <a:xfrm>
            <a:off x="1137960" y="1442880"/>
            <a:ext cx="14760" cy="14760"/>
          </a:xfrm>
          <a:custGeom>
            <a:avLst/>
            <a:gdLst/>
            <a:ahLst/>
            <a:rect l="0" t="0" r="r" b="b"/>
            <a:pathLst>
              <a:path w="41" h="41">
                <a:moveTo>
                  <a:pt x="41" y="0"/>
                </a:moveTo>
                <a:lnTo>
                  <a:pt x="0" y="41"/>
                </a:lnTo>
                <a:lnTo>
                  <a:pt x="6" y="41"/>
                </a:lnTo>
                <a:lnTo>
                  <a:pt x="41" y="6"/>
                </a:lnTo>
                <a:lnTo>
                  <a:pt x="41" y="0"/>
                </a:lnTo>
                <a:close/>
              </a:path>
            </a:pathLst>
          </a:custGeom>
          <a:solidFill>
            <a:srgbClr val="30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61" name=""/>
          <p:cNvSpPr/>
          <p:nvPr/>
        </p:nvSpPr>
        <p:spPr>
          <a:xfrm>
            <a:off x="1140120" y="1445040"/>
            <a:ext cx="12600" cy="12600"/>
          </a:xfrm>
          <a:custGeom>
            <a:avLst/>
            <a:gdLst/>
            <a:ahLst/>
            <a:rect l="0" t="0" r="r" b="b"/>
            <a:pathLst>
              <a:path w="35" h="35">
                <a:moveTo>
                  <a:pt x="35" y="0"/>
                </a:moveTo>
                <a:lnTo>
                  <a:pt x="0" y="35"/>
                </a:lnTo>
                <a:lnTo>
                  <a:pt x="6" y="35"/>
                </a:lnTo>
                <a:lnTo>
                  <a:pt x="35" y="5"/>
                </a:lnTo>
                <a:lnTo>
                  <a:pt x="35" y="0"/>
                </a:lnTo>
                <a:close/>
              </a:path>
            </a:pathLst>
          </a:custGeom>
          <a:solidFill>
            <a:srgbClr val="2f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62" name=""/>
          <p:cNvSpPr/>
          <p:nvPr/>
        </p:nvSpPr>
        <p:spPr>
          <a:xfrm>
            <a:off x="1142280" y="1446840"/>
            <a:ext cx="10440" cy="10800"/>
          </a:xfrm>
          <a:custGeom>
            <a:avLst/>
            <a:gdLst/>
            <a:ahLst/>
            <a:rect l="0" t="0" r="r" b="b"/>
            <a:pathLst>
              <a:path w="29" h="30">
                <a:moveTo>
                  <a:pt x="29" y="0"/>
                </a:moveTo>
                <a:lnTo>
                  <a:pt x="0" y="30"/>
                </a:lnTo>
                <a:lnTo>
                  <a:pt x="6" y="30"/>
                </a:lnTo>
                <a:lnTo>
                  <a:pt x="29" y="6"/>
                </a:lnTo>
                <a:lnTo>
                  <a:pt x="29" y="0"/>
                </a:lnTo>
                <a:close/>
              </a:path>
            </a:pathLst>
          </a:custGeom>
          <a:solidFill>
            <a:srgbClr val="2e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63" name=""/>
          <p:cNvSpPr/>
          <p:nvPr/>
        </p:nvSpPr>
        <p:spPr>
          <a:xfrm>
            <a:off x="1144080" y="1449000"/>
            <a:ext cx="9000" cy="8640"/>
          </a:xfrm>
          <a:custGeom>
            <a:avLst/>
            <a:gdLst/>
            <a:ahLst/>
            <a:rect l="0" t="0" r="r" b="b"/>
            <a:pathLst>
              <a:path w="25" h="24">
                <a:moveTo>
                  <a:pt x="25" y="0"/>
                </a:moveTo>
                <a:lnTo>
                  <a:pt x="0" y="24"/>
                </a:lnTo>
                <a:lnTo>
                  <a:pt x="7" y="24"/>
                </a:lnTo>
                <a:lnTo>
                  <a:pt x="25" y="6"/>
                </a:lnTo>
                <a:lnTo>
                  <a:pt x="25" y="0"/>
                </a:lnTo>
                <a:close/>
              </a:path>
            </a:pathLst>
          </a:custGeom>
          <a:solidFill>
            <a:srgbClr val="2d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64" name=""/>
          <p:cNvSpPr/>
          <p:nvPr/>
        </p:nvSpPr>
        <p:spPr>
          <a:xfrm>
            <a:off x="1146240" y="1451160"/>
            <a:ext cx="6480" cy="6480"/>
          </a:xfrm>
          <a:custGeom>
            <a:avLst/>
            <a:gdLst/>
            <a:ahLst/>
            <a:rect l="0" t="0" r="r" b="b"/>
            <a:pathLst>
              <a:path w="18" h="18">
                <a:moveTo>
                  <a:pt x="18" y="0"/>
                </a:moveTo>
                <a:lnTo>
                  <a:pt x="0" y="18"/>
                </a:lnTo>
                <a:lnTo>
                  <a:pt x="7" y="18"/>
                </a:lnTo>
                <a:lnTo>
                  <a:pt x="18" y="5"/>
                </a:lnTo>
                <a:lnTo>
                  <a:pt x="18" y="0"/>
                </a:lnTo>
                <a:close/>
              </a:path>
            </a:pathLst>
          </a:custGeom>
          <a:solidFill>
            <a:srgbClr val="2d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65" name=""/>
          <p:cNvSpPr/>
          <p:nvPr/>
        </p:nvSpPr>
        <p:spPr>
          <a:xfrm>
            <a:off x="1148400" y="1452960"/>
            <a:ext cx="4320" cy="4680"/>
          </a:xfrm>
          <a:custGeom>
            <a:avLst/>
            <a:gdLst/>
            <a:ahLst/>
            <a:rect l="0" t="0" r="r" b="b"/>
            <a:pathLst>
              <a:path w="12" h="13">
                <a:moveTo>
                  <a:pt x="12" y="0"/>
                </a:moveTo>
                <a:lnTo>
                  <a:pt x="0" y="13"/>
                </a:lnTo>
                <a:lnTo>
                  <a:pt x="5" y="13"/>
                </a:lnTo>
                <a:lnTo>
                  <a:pt x="12" y="6"/>
                </a:lnTo>
                <a:lnTo>
                  <a:pt x="12" y="0"/>
                </a:lnTo>
                <a:close/>
              </a:path>
            </a:pathLst>
          </a:custGeom>
          <a:solidFill>
            <a:srgbClr val="2c3b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66" name=""/>
          <p:cNvSpPr/>
          <p:nvPr/>
        </p:nvSpPr>
        <p:spPr>
          <a:xfrm>
            <a:off x="1150200" y="1455120"/>
            <a:ext cx="2520" cy="2880"/>
          </a:xfrm>
          <a:custGeom>
            <a:avLst/>
            <a:gdLst/>
            <a:ahLst/>
            <a:rect l="0" t="0" r="r" b="b"/>
            <a:pathLst>
              <a:path w="7" h="8">
                <a:moveTo>
                  <a:pt x="7" y="0"/>
                </a:moveTo>
                <a:lnTo>
                  <a:pt x="0" y="8"/>
                </a:lnTo>
                <a:lnTo>
                  <a:pt x="7" y="8"/>
                </a:lnTo>
                <a:lnTo>
                  <a:pt x="7" y="0"/>
                </a:lnTo>
                <a:close/>
              </a:path>
            </a:pathLst>
          </a:custGeom>
          <a:solidFill>
            <a:srgbClr val="2b3b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67" name=""/>
          <p:cNvSpPr/>
          <p:nvPr/>
        </p:nvSpPr>
        <p:spPr>
          <a:xfrm>
            <a:off x="647640" y="2257200"/>
            <a:ext cx="3238560" cy="10080"/>
          </a:xfrm>
          <a:custGeom>
            <a:avLst/>
            <a:gdLst/>
            <a:ahLst/>
            <a:rect l="0" t="0" r="r" b="b"/>
            <a:pathLst>
              <a:path w="8996" h="28">
                <a:moveTo>
                  <a:pt x="0" y="0"/>
                </a:moveTo>
                <a:lnTo>
                  <a:pt x="8996" y="0"/>
                </a:lnTo>
                <a:lnTo>
                  <a:pt x="899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e0e1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68" name=""/>
          <p:cNvSpPr/>
          <p:nvPr/>
        </p:nvSpPr>
        <p:spPr>
          <a:xfrm>
            <a:off x="3885840" y="2257200"/>
            <a:ext cx="1734120" cy="10080"/>
          </a:xfrm>
          <a:custGeom>
            <a:avLst/>
            <a:gdLst/>
            <a:ahLst/>
            <a:rect l="0" t="0" r="r" b="b"/>
            <a:pathLst>
              <a:path w="4817" h="28">
                <a:moveTo>
                  <a:pt x="0" y="0"/>
                </a:moveTo>
                <a:lnTo>
                  <a:pt x="4817" y="0"/>
                </a:lnTo>
                <a:lnTo>
                  <a:pt x="481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e0e1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69" name=""/>
          <p:cNvSpPr/>
          <p:nvPr/>
        </p:nvSpPr>
        <p:spPr>
          <a:xfrm>
            <a:off x="5619600" y="2257200"/>
            <a:ext cx="1295640" cy="10080"/>
          </a:xfrm>
          <a:custGeom>
            <a:avLst/>
            <a:gdLst/>
            <a:ahLst/>
            <a:rect l="0" t="0" r="r" b="b"/>
            <a:pathLst>
              <a:path w="3599" h="28">
                <a:moveTo>
                  <a:pt x="0" y="0"/>
                </a:moveTo>
                <a:lnTo>
                  <a:pt x="3599" y="0"/>
                </a:lnTo>
                <a:lnTo>
                  <a:pt x="359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e0e1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70" name=""/>
          <p:cNvSpPr/>
          <p:nvPr/>
        </p:nvSpPr>
        <p:spPr>
          <a:xfrm>
            <a:off x="647640" y="2819160"/>
            <a:ext cx="3238560" cy="10080"/>
          </a:xfrm>
          <a:custGeom>
            <a:avLst/>
            <a:gdLst/>
            <a:ahLst/>
            <a:rect l="0" t="0" r="r" b="b"/>
            <a:pathLst>
              <a:path w="8996" h="28">
                <a:moveTo>
                  <a:pt x="0" y="0"/>
                </a:moveTo>
                <a:lnTo>
                  <a:pt x="8996" y="0"/>
                </a:lnTo>
                <a:lnTo>
                  <a:pt x="899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1" name=""/>
          <p:cNvSpPr/>
          <p:nvPr/>
        </p:nvSpPr>
        <p:spPr>
          <a:xfrm>
            <a:off x="3885840" y="2819160"/>
            <a:ext cx="1734120" cy="10080"/>
          </a:xfrm>
          <a:custGeom>
            <a:avLst/>
            <a:gdLst/>
            <a:ahLst/>
            <a:rect l="0" t="0" r="r" b="b"/>
            <a:pathLst>
              <a:path w="4817" h="28">
                <a:moveTo>
                  <a:pt x="0" y="0"/>
                </a:moveTo>
                <a:lnTo>
                  <a:pt x="4817" y="0"/>
                </a:lnTo>
                <a:lnTo>
                  <a:pt x="481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2" name=""/>
          <p:cNvSpPr/>
          <p:nvPr/>
        </p:nvSpPr>
        <p:spPr>
          <a:xfrm>
            <a:off x="5619600" y="2819160"/>
            <a:ext cx="1295640" cy="10080"/>
          </a:xfrm>
          <a:custGeom>
            <a:avLst/>
            <a:gdLst/>
            <a:ahLst/>
            <a:rect l="0" t="0" r="r" b="b"/>
            <a:pathLst>
              <a:path w="3599" h="28">
                <a:moveTo>
                  <a:pt x="0" y="0"/>
                </a:moveTo>
                <a:lnTo>
                  <a:pt x="3599" y="0"/>
                </a:lnTo>
                <a:lnTo>
                  <a:pt x="359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3" name=""/>
          <p:cNvSpPr/>
          <p:nvPr/>
        </p:nvSpPr>
        <p:spPr>
          <a:xfrm>
            <a:off x="647640" y="3381120"/>
            <a:ext cx="3238560" cy="10080"/>
          </a:xfrm>
          <a:custGeom>
            <a:avLst/>
            <a:gdLst/>
            <a:ahLst/>
            <a:rect l="0" t="0" r="r" b="b"/>
            <a:pathLst>
              <a:path w="8996" h="28">
                <a:moveTo>
                  <a:pt x="0" y="0"/>
                </a:moveTo>
                <a:lnTo>
                  <a:pt x="8996" y="0"/>
                </a:lnTo>
                <a:lnTo>
                  <a:pt x="899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4" name=""/>
          <p:cNvSpPr/>
          <p:nvPr/>
        </p:nvSpPr>
        <p:spPr>
          <a:xfrm>
            <a:off x="3885840" y="3381120"/>
            <a:ext cx="1734120" cy="10080"/>
          </a:xfrm>
          <a:custGeom>
            <a:avLst/>
            <a:gdLst/>
            <a:ahLst/>
            <a:rect l="0" t="0" r="r" b="b"/>
            <a:pathLst>
              <a:path w="4817" h="28">
                <a:moveTo>
                  <a:pt x="0" y="0"/>
                </a:moveTo>
                <a:lnTo>
                  <a:pt x="4817" y="0"/>
                </a:lnTo>
                <a:lnTo>
                  <a:pt x="481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5" name=""/>
          <p:cNvSpPr/>
          <p:nvPr/>
        </p:nvSpPr>
        <p:spPr>
          <a:xfrm>
            <a:off x="5619600" y="3381120"/>
            <a:ext cx="1295640" cy="10080"/>
          </a:xfrm>
          <a:custGeom>
            <a:avLst/>
            <a:gdLst/>
            <a:ahLst/>
            <a:rect l="0" t="0" r="r" b="b"/>
            <a:pathLst>
              <a:path w="3599" h="28">
                <a:moveTo>
                  <a:pt x="0" y="0"/>
                </a:moveTo>
                <a:lnTo>
                  <a:pt x="3599" y="0"/>
                </a:lnTo>
                <a:lnTo>
                  <a:pt x="359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6" name=""/>
          <p:cNvSpPr/>
          <p:nvPr/>
        </p:nvSpPr>
        <p:spPr>
          <a:xfrm>
            <a:off x="657000" y="6638760"/>
            <a:ext cx="6258240" cy="876600"/>
          </a:xfrm>
          <a:custGeom>
            <a:avLst/>
            <a:gdLst/>
            <a:ahLst/>
            <a:rect l="0" t="0" r="r" b="b"/>
            <a:pathLst>
              <a:path w="17384" h="2435">
                <a:moveTo>
                  <a:pt x="0" y="2435"/>
                </a:moveTo>
                <a:lnTo>
                  <a:pt x="0" y="0"/>
                </a:lnTo>
                <a:lnTo>
                  <a:pt x="17184" y="0"/>
                </a:lnTo>
                <a:cubicBezTo>
                  <a:pt x="17197" y="0"/>
                  <a:pt x="17210" y="1"/>
                  <a:pt x="17223" y="4"/>
                </a:cubicBezTo>
                <a:cubicBezTo>
                  <a:pt x="17236" y="6"/>
                  <a:pt x="17249" y="10"/>
                  <a:pt x="17261" y="15"/>
                </a:cubicBezTo>
                <a:cubicBezTo>
                  <a:pt x="17273" y="20"/>
                  <a:pt x="17284" y="26"/>
                  <a:pt x="17295" y="34"/>
                </a:cubicBezTo>
                <a:cubicBezTo>
                  <a:pt x="17306" y="41"/>
                  <a:pt x="17316" y="49"/>
                  <a:pt x="17326" y="59"/>
                </a:cubicBezTo>
                <a:cubicBezTo>
                  <a:pt x="17335" y="68"/>
                  <a:pt x="17343" y="78"/>
                  <a:pt x="17351" y="89"/>
                </a:cubicBezTo>
                <a:cubicBezTo>
                  <a:pt x="17358" y="100"/>
                  <a:pt x="17364" y="111"/>
                  <a:pt x="17369" y="123"/>
                </a:cubicBezTo>
                <a:cubicBezTo>
                  <a:pt x="17374" y="136"/>
                  <a:pt x="17378" y="148"/>
                  <a:pt x="17380" y="161"/>
                </a:cubicBezTo>
                <a:cubicBezTo>
                  <a:pt x="17383" y="174"/>
                  <a:pt x="17384" y="187"/>
                  <a:pt x="17384" y="200"/>
                </a:cubicBezTo>
                <a:lnTo>
                  <a:pt x="17384" y="2234"/>
                </a:lnTo>
                <a:cubicBezTo>
                  <a:pt x="17384" y="2247"/>
                  <a:pt x="17383" y="2261"/>
                  <a:pt x="17380" y="2274"/>
                </a:cubicBezTo>
                <a:cubicBezTo>
                  <a:pt x="17378" y="2287"/>
                  <a:pt x="17374" y="2300"/>
                  <a:pt x="17369" y="2312"/>
                </a:cubicBezTo>
                <a:cubicBezTo>
                  <a:pt x="17364" y="2324"/>
                  <a:pt x="17358" y="2335"/>
                  <a:pt x="17351" y="2346"/>
                </a:cubicBezTo>
                <a:cubicBezTo>
                  <a:pt x="17343" y="2357"/>
                  <a:pt x="17335" y="2367"/>
                  <a:pt x="17326" y="2377"/>
                </a:cubicBezTo>
                <a:cubicBezTo>
                  <a:pt x="17316" y="2386"/>
                  <a:pt x="17306" y="2394"/>
                  <a:pt x="17295" y="2401"/>
                </a:cubicBezTo>
                <a:cubicBezTo>
                  <a:pt x="17284" y="2409"/>
                  <a:pt x="17273" y="2415"/>
                  <a:pt x="17261" y="2420"/>
                </a:cubicBezTo>
                <a:cubicBezTo>
                  <a:pt x="17249" y="2425"/>
                  <a:pt x="17236" y="2429"/>
                  <a:pt x="17223" y="2431"/>
                </a:cubicBezTo>
                <a:cubicBezTo>
                  <a:pt x="17210" y="2434"/>
                  <a:pt x="17197" y="2435"/>
                  <a:pt x="17184" y="2435"/>
                </a:cubicBezTo>
                <a:lnTo>
                  <a:pt x="0" y="2435"/>
                </a:lnTo>
                <a:close/>
              </a:path>
            </a:pathLst>
          </a:custGeom>
          <a:solidFill>
            <a:srgbClr val="f8f6f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7" name=""/>
          <p:cNvSpPr/>
          <p:nvPr/>
        </p:nvSpPr>
        <p:spPr>
          <a:xfrm>
            <a:off x="647640" y="6638760"/>
            <a:ext cx="19440" cy="876600"/>
          </a:xfrm>
          <a:custGeom>
            <a:avLst/>
            <a:gdLst/>
            <a:ahLst/>
            <a:rect l="0" t="0" r="r" b="b"/>
            <a:pathLst>
              <a:path w="54" h="2435">
                <a:moveTo>
                  <a:pt x="0" y="0"/>
                </a:moveTo>
                <a:lnTo>
                  <a:pt x="54" y="0"/>
                </a:lnTo>
                <a:lnTo>
                  <a:pt x="54" y="2435"/>
                </a:lnTo>
                <a:lnTo>
                  <a:pt x="0" y="2435"/>
                </a:lnTo>
                <a:lnTo>
                  <a:pt x="0" y="0"/>
                </a:lnTo>
                <a:close/>
              </a:path>
            </a:pathLst>
          </a:custGeom>
          <a:solidFill>
            <a:srgbClr val="6a2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78" name=""/>
          <p:cNvSpPr txBox="1"/>
          <p:nvPr/>
        </p:nvSpPr>
        <p:spPr>
          <a:xfrm>
            <a:off x="647640" y="10286640"/>
            <a:ext cx="1756440" cy="10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00" spc="-1" strike="noStrike">
                <a:solidFill>
                  <a:srgbClr val="9a9496"/>
                </a:solidFill>
                <a:latin typeface="Inter"/>
                <a:ea typeface="Inter"/>
              </a:rPr>
              <a:t>OBD AI SOLUTIONS · LAHORE, PAKISTAN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9" name=""/>
          <p:cNvSpPr txBox="1"/>
          <p:nvPr/>
        </p:nvSpPr>
        <p:spPr>
          <a:xfrm>
            <a:off x="647640" y="858240"/>
            <a:ext cx="1491120" cy="11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800" spc="-1" strike="noStrike">
                <a:solidFill>
                  <a:srgbClr val="6a26d8"/>
                </a:solidFill>
                <a:latin typeface="Inter-Semi"/>
                <a:ea typeface="Inter-Semi"/>
              </a:rPr>
              <a:t>0 3   ·   I N V E S T M E N T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0" name=""/>
          <p:cNvSpPr txBox="1"/>
          <p:nvPr/>
        </p:nvSpPr>
        <p:spPr>
          <a:xfrm>
            <a:off x="647640" y="1052280"/>
            <a:ext cx="3833640" cy="28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00" spc="-1" strike="noStrike">
                <a:solidFill>
                  <a:srgbClr val="0e0e14"/>
                </a:solidFill>
                <a:latin typeface="PlayfairDisplay-Semi"/>
                <a:ea typeface="PlayfairDisplay-Semi"/>
              </a:rPr>
              <a:t>Simple, transparent pricing.</a:t>
            </a:r>
            <a:endParaRPr b="0" lang="en-US" sz="1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1" name=""/>
          <p:cNvSpPr txBox="1"/>
          <p:nvPr/>
        </p:nvSpPr>
        <p:spPr>
          <a:xfrm>
            <a:off x="647640" y="1653480"/>
            <a:ext cx="10476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60" spc="-1" strike="noStrike">
                <a:solidFill>
                  <a:srgbClr val="2a2934"/>
                </a:solidFill>
                <a:latin typeface="Inter"/>
                <a:ea typeface="Inter"/>
              </a:rPr>
              <a:t>As a referral from </a:t>
            </a:r>
            <a:endParaRPr b="0" lang="en-US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2" name=""/>
          <p:cNvSpPr txBox="1"/>
          <p:nvPr/>
        </p:nvSpPr>
        <p:spPr>
          <a:xfrm>
            <a:off x="1689840" y="1658520"/>
            <a:ext cx="1370880" cy="142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60" spc="-1" strike="noStrike">
                <a:solidFill>
                  <a:srgbClr val="6a26d8"/>
                </a:solidFill>
                <a:latin typeface="Inter-Semi"/>
                <a:ea typeface="Inter-Semi"/>
              </a:rPr>
              <a:t>Isha Wajeeha Baig)</a:t>
            </a:r>
            <a:endParaRPr b="0" lang="en-US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3" name=""/>
          <p:cNvSpPr txBox="1"/>
          <p:nvPr/>
        </p:nvSpPr>
        <p:spPr>
          <a:xfrm>
            <a:off x="2854440" y="1653480"/>
            <a:ext cx="36140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60" spc="-1" strike="noStrike">
                <a:solidFill>
                  <a:srgbClr val="2a2934"/>
                </a:solidFill>
                <a:latin typeface="Inter"/>
                <a:ea typeface="Inter"/>
              </a:rPr>
              <a:t>, GFXT receives preferential pricing below our standard rates.</a:t>
            </a:r>
            <a:endParaRPr b="0" lang="en-US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4" name=""/>
          <p:cNvSpPr txBox="1"/>
          <p:nvPr/>
        </p:nvSpPr>
        <p:spPr>
          <a:xfrm>
            <a:off x="755640" y="2044080"/>
            <a:ext cx="593640" cy="10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680" spc="-1" strike="noStrike">
                <a:solidFill>
                  <a:srgbClr val="6b6878"/>
                </a:solidFill>
                <a:latin typeface="Inter-Semi"/>
                <a:ea typeface="Inter-Semi"/>
              </a:rPr>
              <a:t>S E R V I C E</a:t>
            </a:r>
            <a:endParaRPr b="0" lang="en-US" sz="6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5" name=""/>
          <p:cNvSpPr txBox="1"/>
          <p:nvPr/>
        </p:nvSpPr>
        <p:spPr>
          <a:xfrm>
            <a:off x="4591440" y="2044080"/>
            <a:ext cx="1125360" cy="10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680" spc="-1" strike="noStrike">
                <a:solidFill>
                  <a:srgbClr val="6b6878"/>
                </a:solidFill>
                <a:latin typeface="Inter-Semi"/>
                <a:ea typeface="Inter-Semi"/>
              </a:rPr>
              <a:t>S TA N D A R D   R AT E</a:t>
            </a:r>
            <a:endParaRPr b="0" lang="en-US" sz="6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6" name=""/>
          <p:cNvSpPr txBox="1"/>
          <p:nvPr/>
        </p:nvSpPr>
        <p:spPr>
          <a:xfrm>
            <a:off x="6181200" y="2044080"/>
            <a:ext cx="768960" cy="10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680" spc="-1" strike="noStrike">
                <a:solidFill>
                  <a:srgbClr val="6b6878"/>
                </a:solidFill>
                <a:latin typeface="Inter-Semi"/>
                <a:ea typeface="Inter-Semi"/>
              </a:rPr>
              <a:t>Y O U R   R AT E</a:t>
            </a:r>
            <a:endParaRPr b="0" lang="en-US" sz="6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7" name=""/>
          <p:cNvSpPr txBox="1"/>
          <p:nvPr/>
        </p:nvSpPr>
        <p:spPr>
          <a:xfrm>
            <a:off x="755640" y="2379960"/>
            <a:ext cx="1407240" cy="134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00" spc="-1" strike="noStrike">
                <a:solidFill>
                  <a:srgbClr val="0e0e14"/>
                </a:solidFill>
                <a:latin typeface="Inter-Semi"/>
                <a:ea typeface="Inter-Semi"/>
              </a:rPr>
              <a:t>Website development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8" name=""/>
          <p:cNvSpPr txBox="1"/>
          <p:nvPr/>
        </p:nvSpPr>
        <p:spPr>
          <a:xfrm>
            <a:off x="755640" y="2577960"/>
            <a:ext cx="191340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6b6878"/>
                </a:solidFill>
                <a:latin typeface="Inter"/>
                <a:ea typeface="Inter"/>
              </a:rPr>
              <a:t>7-page website, built from your content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9" name=""/>
          <p:cNvSpPr/>
          <p:nvPr/>
        </p:nvSpPr>
        <p:spPr>
          <a:xfrm>
            <a:off x="4800240" y="2438280"/>
            <a:ext cx="636480" cy="9720"/>
          </a:xfrm>
          <a:custGeom>
            <a:avLst/>
            <a:gdLst/>
            <a:ahLst/>
            <a:rect l="0" t="0" r="r" b="b"/>
            <a:pathLst>
              <a:path w="1768" h="27">
                <a:moveTo>
                  <a:pt x="0" y="0"/>
                </a:moveTo>
                <a:lnTo>
                  <a:pt x="1768" y="0"/>
                </a:lnTo>
                <a:lnTo>
                  <a:pt x="17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a29c9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0" name=""/>
          <p:cNvSpPr txBox="1"/>
          <p:nvPr/>
        </p:nvSpPr>
        <p:spPr>
          <a:xfrm>
            <a:off x="4800240" y="2375280"/>
            <a:ext cx="642240" cy="13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a29c9e"/>
                </a:solidFill>
                <a:latin typeface="Inter"/>
                <a:ea typeface="Inter"/>
              </a:rPr>
              <a:t>PKR 25,000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1" name=""/>
          <p:cNvSpPr txBox="1"/>
          <p:nvPr/>
        </p:nvSpPr>
        <p:spPr>
          <a:xfrm>
            <a:off x="6174720" y="2379960"/>
            <a:ext cx="741240" cy="134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00" spc="-1" strike="noStrike">
                <a:solidFill>
                  <a:srgbClr val="0e0e14"/>
                </a:solidFill>
                <a:latin typeface="Inter-Semi"/>
                <a:ea typeface="Inter-Semi"/>
              </a:rPr>
              <a:t>PKR 15,000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2" name=""/>
          <p:cNvSpPr txBox="1"/>
          <p:nvPr/>
        </p:nvSpPr>
        <p:spPr>
          <a:xfrm>
            <a:off x="755640" y="2941920"/>
            <a:ext cx="779400" cy="134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00" spc="-1" strike="noStrike">
                <a:solidFill>
                  <a:srgbClr val="0e0e14"/>
                </a:solidFill>
                <a:latin typeface="Inter-Semi"/>
                <a:ea typeface="Inter-Semi"/>
              </a:rPr>
              <a:t>Deployment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3" name=""/>
          <p:cNvSpPr/>
          <p:nvPr/>
        </p:nvSpPr>
        <p:spPr>
          <a:xfrm>
            <a:off x="1457280" y="2943000"/>
            <a:ext cx="476640" cy="162360"/>
          </a:xfrm>
          <a:custGeom>
            <a:avLst/>
            <a:gdLst/>
            <a:ahLst/>
            <a:rect l="0" t="0" r="r" b="b"/>
            <a:pathLst>
              <a:path w="1324" h="451">
                <a:moveTo>
                  <a:pt x="0" y="226"/>
                </a:moveTo>
                <a:cubicBezTo>
                  <a:pt x="0" y="211"/>
                  <a:pt x="1" y="197"/>
                  <a:pt x="4" y="182"/>
                </a:cubicBezTo>
                <a:cubicBezTo>
                  <a:pt x="7" y="168"/>
                  <a:pt x="11" y="154"/>
                  <a:pt x="17" y="140"/>
                </a:cubicBezTo>
                <a:cubicBezTo>
                  <a:pt x="22" y="125"/>
                  <a:pt x="29" y="112"/>
                  <a:pt x="38" y="100"/>
                </a:cubicBezTo>
                <a:cubicBezTo>
                  <a:pt x="46" y="88"/>
                  <a:pt x="55" y="76"/>
                  <a:pt x="65" y="66"/>
                </a:cubicBezTo>
                <a:cubicBezTo>
                  <a:pt x="76" y="56"/>
                  <a:pt x="87" y="46"/>
                  <a:pt x="100" y="38"/>
                </a:cubicBezTo>
                <a:cubicBezTo>
                  <a:pt x="112" y="30"/>
                  <a:pt x="125" y="23"/>
                  <a:pt x="138" y="17"/>
                </a:cubicBezTo>
                <a:cubicBezTo>
                  <a:pt x="152" y="12"/>
                  <a:pt x="166" y="7"/>
                  <a:pt x="181" y="4"/>
                </a:cubicBezTo>
                <a:cubicBezTo>
                  <a:pt x="195" y="2"/>
                  <a:pt x="210" y="0"/>
                  <a:pt x="225" y="0"/>
                </a:cubicBezTo>
                <a:lnTo>
                  <a:pt x="1099" y="0"/>
                </a:lnTo>
                <a:cubicBezTo>
                  <a:pt x="1113" y="0"/>
                  <a:pt x="1128" y="2"/>
                  <a:pt x="1143" y="4"/>
                </a:cubicBezTo>
                <a:cubicBezTo>
                  <a:pt x="1157" y="7"/>
                  <a:pt x="1171" y="12"/>
                  <a:pt x="1185" y="17"/>
                </a:cubicBezTo>
                <a:cubicBezTo>
                  <a:pt x="1198" y="23"/>
                  <a:pt x="1211" y="30"/>
                  <a:pt x="1224" y="38"/>
                </a:cubicBezTo>
                <a:cubicBezTo>
                  <a:pt x="1236" y="46"/>
                  <a:pt x="1247" y="56"/>
                  <a:pt x="1258" y="66"/>
                </a:cubicBezTo>
                <a:cubicBezTo>
                  <a:pt x="1268" y="76"/>
                  <a:pt x="1277" y="88"/>
                  <a:pt x="1286" y="100"/>
                </a:cubicBezTo>
                <a:cubicBezTo>
                  <a:pt x="1294" y="112"/>
                  <a:pt x="1301" y="125"/>
                  <a:pt x="1306" y="140"/>
                </a:cubicBezTo>
                <a:cubicBezTo>
                  <a:pt x="1312" y="154"/>
                  <a:pt x="1316" y="168"/>
                  <a:pt x="1319" y="182"/>
                </a:cubicBezTo>
                <a:cubicBezTo>
                  <a:pt x="1322" y="197"/>
                  <a:pt x="1324" y="211"/>
                  <a:pt x="1324" y="226"/>
                </a:cubicBezTo>
                <a:cubicBezTo>
                  <a:pt x="1324" y="241"/>
                  <a:pt x="1322" y="255"/>
                  <a:pt x="1319" y="270"/>
                </a:cubicBezTo>
                <a:cubicBezTo>
                  <a:pt x="1316" y="284"/>
                  <a:pt x="1312" y="298"/>
                  <a:pt x="1306" y="312"/>
                </a:cubicBezTo>
                <a:cubicBezTo>
                  <a:pt x="1301" y="326"/>
                  <a:pt x="1294" y="339"/>
                  <a:pt x="1286" y="351"/>
                </a:cubicBezTo>
                <a:cubicBezTo>
                  <a:pt x="1277" y="363"/>
                  <a:pt x="1268" y="375"/>
                  <a:pt x="1258" y="385"/>
                </a:cubicBezTo>
                <a:cubicBezTo>
                  <a:pt x="1247" y="395"/>
                  <a:pt x="1236" y="405"/>
                  <a:pt x="1224" y="413"/>
                </a:cubicBezTo>
                <a:cubicBezTo>
                  <a:pt x="1211" y="421"/>
                  <a:pt x="1198" y="428"/>
                  <a:pt x="1185" y="434"/>
                </a:cubicBezTo>
                <a:cubicBezTo>
                  <a:pt x="1171" y="439"/>
                  <a:pt x="1157" y="444"/>
                  <a:pt x="1143" y="447"/>
                </a:cubicBezTo>
                <a:cubicBezTo>
                  <a:pt x="1128" y="449"/>
                  <a:pt x="1113" y="451"/>
                  <a:pt x="1099" y="451"/>
                </a:cubicBezTo>
                <a:lnTo>
                  <a:pt x="225" y="451"/>
                </a:lnTo>
                <a:cubicBezTo>
                  <a:pt x="210" y="451"/>
                  <a:pt x="195" y="449"/>
                  <a:pt x="181" y="447"/>
                </a:cubicBezTo>
                <a:cubicBezTo>
                  <a:pt x="166" y="444"/>
                  <a:pt x="152" y="439"/>
                  <a:pt x="138" y="434"/>
                </a:cubicBezTo>
                <a:cubicBezTo>
                  <a:pt x="125" y="428"/>
                  <a:pt x="112" y="421"/>
                  <a:pt x="100" y="413"/>
                </a:cubicBezTo>
                <a:cubicBezTo>
                  <a:pt x="87" y="405"/>
                  <a:pt x="76" y="395"/>
                  <a:pt x="65" y="385"/>
                </a:cubicBezTo>
                <a:cubicBezTo>
                  <a:pt x="55" y="375"/>
                  <a:pt x="46" y="363"/>
                  <a:pt x="38" y="351"/>
                </a:cubicBezTo>
                <a:cubicBezTo>
                  <a:pt x="29" y="339"/>
                  <a:pt x="22" y="326"/>
                  <a:pt x="17" y="312"/>
                </a:cubicBezTo>
                <a:cubicBezTo>
                  <a:pt x="11" y="298"/>
                  <a:pt x="7" y="284"/>
                  <a:pt x="4" y="270"/>
                </a:cubicBezTo>
                <a:cubicBezTo>
                  <a:pt x="1" y="255"/>
                  <a:pt x="0" y="241"/>
                  <a:pt x="0" y="226"/>
                </a:cubicBezTo>
                <a:close/>
              </a:path>
            </a:pathLst>
          </a:custGeom>
          <a:solidFill>
            <a:srgbClr val="f1ebf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4" name=""/>
          <p:cNvSpPr txBox="1"/>
          <p:nvPr/>
        </p:nvSpPr>
        <p:spPr>
          <a:xfrm>
            <a:off x="1422360" y="2937240"/>
            <a:ext cx="113760" cy="13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2a2934"/>
                </a:solidFill>
                <a:latin typeface="Inter"/>
                <a:ea typeface="Inter"/>
              </a:rPr>
              <a:t> 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5" name=""/>
          <p:cNvSpPr txBox="1"/>
          <p:nvPr/>
        </p:nvSpPr>
        <p:spPr>
          <a:xfrm>
            <a:off x="1526400" y="2970360"/>
            <a:ext cx="349560" cy="97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660" spc="-1" strike="noStrike">
                <a:solidFill>
                  <a:srgbClr val="6a26d8"/>
                </a:solidFill>
                <a:latin typeface="Inter-Semi"/>
                <a:ea typeface="Inter-Semi"/>
              </a:rPr>
              <a:t>Waived</a:t>
            </a:r>
            <a:endParaRPr b="0" lang="en-US" sz="6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6" name=""/>
          <p:cNvSpPr txBox="1"/>
          <p:nvPr/>
        </p:nvSpPr>
        <p:spPr>
          <a:xfrm>
            <a:off x="755640" y="3140280"/>
            <a:ext cx="150660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6b6878"/>
                </a:solidFill>
                <a:latin typeface="Inter"/>
                <a:ea typeface="Inter"/>
              </a:rPr>
              <a:t>Includes 1 professional mailbox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7" name=""/>
          <p:cNvSpPr/>
          <p:nvPr/>
        </p:nvSpPr>
        <p:spPr>
          <a:xfrm>
            <a:off x="4800240" y="3000240"/>
            <a:ext cx="636480" cy="9720"/>
          </a:xfrm>
          <a:custGeom>
            <a:avLst/>
            <a:gdLst/>
            <a:ahLst/>
            <a:rect l="0" t="0" r="r" b="b"/>
            <a:pathLst>
              <a:path w="1768" h="27">
                <a:moveTo>
                  <a:pt x="0" y="0"/>
                </a:moveTo>
                <a:lnTo>
                  <a:pt x="1768" y="0"/>
                </a:lnTo>
                <a:lnTo>
                  <a:pt x="17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a29c9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8" name=""/>
          <p:cNvSpPr txBox="1"/>
          <p:nvPr/>
        </p:nvSpPr>
        <p:spPr>
          <a:xfrm>
            <a:off x="4800240" y="2937240"/>
            <a:ext cx="642240" cy="13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a29c9e"/>
                </a:solidFill>
                <a:latin typeface="Inter"/>
                <a:ea typeface="Inter"/>
              </a:rPr>
              <a:t>PKR 25,000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9" name=""/>
          <p:cNvSpPr txBox="1"/>
          <p:nvPr/>
        </p:nvSpPr>
        <p:spPr>
          <a:xfrm>
            <a:off x="6474240" y="2941920"/>
            <a:ext cx="380160" cy="134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00" spc="-1" strike="noStrike">
                <a:solidFill>
                  <a:srgbClr val="0e0e14"/>
                </a:solidFill>
                <a:latin typeface="Inter-Semi"/>
                <a:ea typeface="Inter-Semi"/>
              </a:rPr>
              <a:t>PKR 0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0" name=""/>
          <p:cNvSpPr txBox="1"/>
          <p:nvPr/>
        </p:nvSpPr>
        <p:spPr>
          <a:xfrm>
            <a:off x="755640" y="3513600"/>
            <a:ext cx="2181600" cy="134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00" spc="-1" strike="noStrike">
                <a:solidFill>
                  <a:srgbClr val="0e0e14"/>
                </a:solidFill>
                <a:latin typeface="Inter-Semi"/>
                <a:ea typeface="Inter-Semi"/>
              </a:rPr>
              <a:t>Total payable to OBD AI Solutions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1" name=""/>
          <p:cNvSpPr/>
          <p:nvPr/>
        </p:nvSpPr>
        <p:spPr>
          <a:xfrm>
            <a:off x="652320" y="3985920"/>
            <a:ext cx="3038760" cy="2505600"/>
          </a:xfrm>
          <a:custGeom>
            <a:avLst/>
            <a:gdLst/>
            <a:ahLst/>
            <a:rect l="0" t="0" r="r" b="b"/>
            <a:pathLst>
              <a:path w="8441" h="6960">
                <a:moveTo>
                  <a:pt x="0" y="6733"/>
                </a:moveTo>
                <a:lnTo>
                  <a:pt x="0" y="227"/>
                </a:lnTo>
                <a:cubicBezTo>
                  <a:pt x="0" y="212"/>
                  <a:pt x="1" y="197"/>
                  <a:pt x="4" y="183"/>
                </a:cubicBezTo>
                <a:cubicBezTo>
                  <a:pt x="7" y="168"/>
                  <a:pt x="11" y="154"/>
                  <a:pt x="17" y="140"/>
                </a:cubicBezTo>
                <a:cubicBezTo>
                  <a:pt x="23" y="127"/>
                  <a:pt x="30" y="113"/>
                  <a:pt x="38" y="101"/>
                </a:cubicBezTo>
                <a:cubicBezTo>
                  <a:pt x="46" y="89"/>
                  <a:pt x="56" y="77"/>
                  <a:pt x="66" y="67"/>
                </a:cubicBezTo>
                <a:cubicBezTo>
                  <a:pt x="77" y="56"/>
                  <a:pt x="88" y="47"/>
                  <a:pt x="101" y="39"/>
                </a:cubicBezTo>
                <a:cubicBezTo>
                  <a:pt x="113" y="30"/>
                  <a:pt x="126" y="23"/>
                  <a:pt x="140" y="18"/>
                </a:cubicBezTo>
                <a:cubicBezTo>
                  <a:pt x="154" y="12"/>
                  <a:pt x="168" y="8"/>
                  <a:pt x="182" y="5"/>
                </a:cubicBezTo>
                <a:cubicBezTo>
                  <a:pt x="197" y="2"/>
                  <a:pt x="212" y="0"/>
                  <a:pt x="227" y="0"/>
                </a:cubicBezTo>
                <a:lnTo>
                  <a:pt x="8214" y="0"/>
                </a:lnTo>
                <a:cubicBezTo>
                  <a:pt x="8229" y="0"/>
                  <a:pt x="8244" y="2"/>
                  <a:pt x="8259" y="5"/>
                </a:cubicBezTo>
                <a:cubicBezTo>
                  <a:pt x="8273" y="8"/>
                  <a:pt x="8287" y="12"/>
                  <a:pt x="8301" y="18"/>
                </a:cubicBezTo>
                <a:cubicBezTo>
                  <a:pt x="8315" y="23"/>
                  <a:pt x="8328" y="30"/>
                  <a:pt x="8340" y="39"/>
                </a:cubicBezTo>
                <a:cubicBezTo>
                  <a:pt x="8353" y="47"/>
                  <a:pt x="8364" y="56"/>
                  <a:pt x="8375" y="67"/>
                </a:cubicBezTo>
                <a:cubicBezTo>
                  <a:pt x="8385" y="77"/>
                  <a:pt x="8395" y="89"/>
                  <a:pt x="8403" y="101"/>
                </a:cubicBezTo>
                <a:cubicBezTo>
                  <a:pt x="8411" y="113"/>
                  <a:pt x="8418" y="127"/>
                  <a:pt x="8424" y="140"/>
                </a:cubicBezTo>
                <a:cubicBezTo>
                  <a:pt x="8430" y="154"/>
                  <a:pt x="8434" y="168"/>
                  <a:pt x="8437" y="183"/>
                </a:cubicBezTo>
                <a:cubicBezTo>
                  <a:pt x="8440" y="197"/>
                  <a:pt x="8441" y="212"/>
                  <a:pt x="8441" y="227"/>
                </a:cubicBezTo>
                <a:lnTo>
                  <a:pt x="8441" y="6733"/>
                </a:lnTo>
                <a:cubicBezTo>
                  <a:pt x="8441" y="6748"/>
                  <a:pt x="8440" y="6763"/>
                  <a:pt x="8437" y="6777"/>
                </a:cubicBezTo>
                <a:cubicBezTo>
                  <a:pt x="8434" y="6792"/>
                  <a:pt x="8430" y="6806"/>
                  <a:pt x="8424" y="6820"/>
                </a:cubicBezTo>
                <a:cubicBezTo>
                  <a:pt x="8418" y="6834"/>
                  <a:pt x="8411" y="6847"/>
                  <a:pt x="8403" y="6859"/>
                </a:cubicBezTo>
                <a:cubicBezTo>
                  <a:pt x="8395" y="6871"/>
                  <a:pt x="8385" y="6883"/>
                  <a:pt x="8375" y="6893"/>
                </a:cubicBezTo>
                <a:cubicBezTo>
                  <a:pt x="8364" y="6904"/>
                  <a:pt x="8353" y="6913"/>
                  <a:pt x="8340" y="6922"/>
                </a:cubicBezTo>
                <a:cubicBezTo>
                  <a:pt x="8328" y="6930"/>
                  <a:pt x="8315" y="6937"/>
                  <a:pt x="8301" y="6943"/>
                </a:cubicBezTo>
                <a:cubicBezTo>
                  <a:pt x="8287" y="6948"/>
                  <a:pt x="8273" y="6953"/>
                  <a:pt x="8259" y="6955"/>
                </a:cubicBezTo>
                <a:cubicBezTo>
                  <a:pt x="8244" y="6958"/>
                  <a:pt x="8229" y="6960"/>
                  <a:pt x="8214" y="6960"/>
                </a:cubicBezTo>
                <a:lnTo>
                  <a:pt x="227" y="6960"/>
                </a:lnTo>
                <a:cubicBezTo>
                  <a:pt x="212" y="6960"/>
                  <a:pt x="197" y="6958"/>
                  <a:pt x="182" y="6955"/>
                </a:cubicBezTo>
                <a:cubicBezTo>
                  <a:pt x="168" y="6953"/>
                  <a:pt x="154" y="6948"/>
                  <a:pt x="140" y="6943"/>
                </a:cubicBezTo>
                <a:cubicBezTo>
                  <a:pt x="126" y="6937"/>
                  <a:pt x="113" y="6930"/>
                  <a:pt x="101" y="6922"/>
                </a:cubicBezTo>
                <a:cubicBezTo>
                  <a:pt x="88" y="6913"/>
                  <a:pt x="77" y="6904"/>
                  <a:pt x="66" y="6893"/>
                </a:cubicBezTo>
                <a:cubicBezTo>
                  <a:pt x="56" y="6883"/>
                  <a:pt x="46" y="6871"/>
                  <a:pt x="38" y="6859"/>
                </a:cubicBezTo>
                <a:cubicBezTo>
                  <a:pt x="30" y="6847"/>
                  <a:pt x="23" y="6834"/>
                  <a:pt x="17" y="6820"/>
                </a:cubicBezTo>
                <a:cubicBezTo>
                  <a:pt x="11" y="6806"/>
                  <a:pt x="7" y="6792"/>
                  <a:pt x="4" y="6777"/>
                </a:cubicBezTo>
                <a:cubicBezTo>
                  <a:pt x="1" y="6763"/>
                  <a:pt x="0" y="6748"/>
                  <a:pt x="0" y="673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2" name=""/>
          <p:cNvSpPr/>
          <p:nvPr/>
        </p:nvSpPr>
        <p:spPr>
          <a:xfrm>
            <a:off x="657000" y="3990960"/>
            <a:ext cx="3029400" cy="2495880"/>
          </a:xfrm>
          <a:custGeom>
            <a:avLst/>
            <a:gdLst/>
            <a:ahLst/>
            <a:rect l="0" t="0" r="r" b="b"/>
            <a:pathLst>
              <a:path w="8415" h="6933">
                <a:moveTo>
                  <a:pt x="0" y="6933"/>
                </a:moveTo>
                <a:lnTo>
                  <a:pt x="0" y="0"/>
                </a:lnTo>
                <a:lnTo>
                  <a:pt x="8415" y="0"/>
                </a:lnTo>
                <a:lnTo>
                  <a:pt x="8415" y="6933"/>
                </a:lnTo>
                <a:lnTo>
                  <a:pt x="0" y="6933"/>
                </a:lnTo>
                <a:moveTo>
                  <a:pt x="21" y="6719"/>
                </a:moveTo>
                <a:lnTo>
                  <a:pt x="21" y="213"/>
                </a:lnTo>
                <a:cubicBezTo>
                  <a:pt x="21" y="200"/>
                  <a:pt x="23" y="188"/>
                  <a:pt x="25" y="176"/>
                </a:cubicBezTo>
                <a:cubicBezTo>
                  <a:pt x="27" y="163"/>
                  <a:pt x="31" y="151"/>
                  <a:pt x="36" y="139"/>
                </a:cubicBezTo>
                <a:cubicBezTo>
                  <a:pt x="41" y="128"/>
                  <a:pt x="47" y="117"/>
                  <a:pt x="54" y="106"/>
                </a:cubicBezTo>
                <a:cubicBezTo>
                  <a:pt x="61" y="96"/>
                  <a:pt x="69" y="86"/>
                  <a:pt x="78" y="77"/>
                </a:cubicBezTo>
                <a:cubicBezTo>
                  <a:pt x="87" y="68"/>
                  <a:pt x="96" y="60"/>
                  <a:pt x="107" y="53"/>
                </a:cubicBezTo>
                <a:cubicBezTo>
                  <a:pt x="117" y="46"/>
                  <a:pt x="128" y="40"/>
                  <a:pt x="140" y="35"/>
                </a:cubicBezTo>
                <a:cubicBezTo>
                  <a:pt x="152" y="31"/>
                  <a:pt x="164" y="27"/>
                  <a:pt x="176" y="24"/>
                </a:cubicBezTo>
                <a:cubicBezTo>
                  <a:pt x="189" y="22"/>
                  <a:pt x="201" y="21"/>
                  <a:pt x="214" y="21"/>
                </a:cubicBezTo>
                <a:lnTo>
                  <a:pt x="8201" y="21"/>
                </a:lnTo>
                <a:cubicBezTo>
                  <a:pt x="8214" y="21"/>
                  <a:pt x="8226" y="22"/>
                  <a:pt x="8239" y="24"/>
                </a:cubicBezTo>
                <a:cubicBezTo>
                  <a:pt x="8251" y="27"/>
                  <a:pt x="8263" y="31"/>
                  <a:pt x="8275" y="35"/>
                </a:cubicBezTo>
                <a:cubicBezTo>
                  <a:pt x="8287" y="40"/>
                  <a:pt x="8298" y="46"/>
                  <a:pt x="8308" y="53"/>
                </a:cubicBezTo>
                <a:cubicBezTo>
                  <a:pt x="8319" y="60"/>
                  <a:pt x="8328" y="68"/>
                  <a:pt x="8337" y="77"/>
                </a:cubicBezTo>
                <a:cubicBezTo>
                  <a:pt x="8346" y="86"/>
                  <a:pt x="8354" y="96"/>
                  <a:pt x="8361" y="106"/>
                </a:cubicBezTo>
                <a:cubicBezTo>
                  <a:pt x="8368" y="117"/>
                  <a:pt x="8374" y="128"/>
                  <a:pt x="8379" y="139"/>
                </a:cubicBezTo>
                <a:cubicBezTo>
                  <a:pt x="8384" y="151"/>
                  <a:pt x="8388" y="163"/>
                  <a:pt x="8390" y="176"/>
                </a:cubicBezTo>
                <a:cubicBezTo>
                  <a:pt x="8392" y="188"/>
                  <a:pt x="8394" y="200"/>
                  <a:pt x="8394" y="213"/>
                </a:cubicBezTo>
                <a:lnTo>
                  <a:pt x="8394" y="6719"/>
                </a:lnTo>
                <a:cubicBezTo>
                  <a:pt x="8394" y="6732"/>
                  <a:pt x="8392" y="6744"/>
                  <a:pt x="8390" y="6757"/>
                </a:cubicBezTo>
                <a:cubicBezTo>
                  <a:pt x="8388" y="6769"/>
                  <a:pt x="8384" y="6781"/>
                  <a:pt x="8379" y="6793"/>
                </a:cubicBezTo>
                <a:cubicBezTo>
                  <a:pt x="8374" y="6804"/>
                  <a:pt x="8368" y="6815"/>
                  <a:pt x="8361" y="6826"/>
                </a:cubicBezTo>
                <a:cubicBezTo>
                  <a:pt x="8354" y="6836"/>
                  <a:pt x="8346" y="6846"/>
                  <a:pt x="8337" y="6855"/>
                </a:cubicBezTo>
                <a:cubicBezTo>
                  <a:pt x="8328" y="6864"/>
                  <a:pt x="8319" y="6872"/>
                  <a:pt x="8308" y="6879"/>
                </a:cubicBezTo>
                <a:cubicBezTo>
                  <a:pt x="8298" y="6886"/>
                  <a:pt x="8287" y="6892"/>
                  <a:pt x="8275" y="6897"/>
                </a:cubicBezTo>
                <a:cubicBezTo>
                  <a:pt x="8263" y="6902"/>
                  <a:pt x="8251" y="6905"/>
                  <a:pt x="8239" y="6908"/>
                </a:cubicBezTo>
                <a:cubicBezTo>
                  <a:pt x="8226" y="6910"/>
                  <a:pt x="8214" y="6911"/>
                  <a:pt x="8201" y="6911"/>
                </a:cubicBezTo>
                <a:lnTo>
                  <a:pt x="214" y="6911"/>
                </a:lnTo>
                <a:cubicBezTo>
                  <a:pt x="201" y="6911"/>
                  <a:pt x="189" y="6910"/>
                  <a:pt x="176" y="6908"/>
                </a:cubicBezTo>
                <a:cubicBezTo>
                  <a:pt x="164" y="6905"/>
                  <a:pt x="152" y="6902"/>
                  <a:pt x="140" y="6897"/>
                </a:cubicBezTo>
                <a:cubicBezTo>
                  <a:pt x="128" y="6892"/>
                  <a:pt x="117" y="6886"/>
                  <a:pt x="107" y="6879"/>
                </a:cubicBezTo>
                <a:cubicBezTo>
                  <a:pt x="96" y="6872"/>
                  <a:pt x="87" y="6864"/>
                  <a:pt x="78" y="6855"/>
                </a:cubicBezTo>
                <a:cubicBezTo>
                  <a:pt x="69" y="6846"/>
                  <a:pt x="61" y="6836"/>
                  <a:pt x="54" y="6826"/>
                </a:cubicBezTo>
                <a:cubicBezTo>
                  <a:pt x="47" y="6815"/>
                  <a:pt x="41" y="6804"/>
                  <a:pt x="36" y="6793"/>
                </a:cubicBezTo>
                <a:cubicBezTo>
                  <a:pt x="31" y="6781"/>
                  <a:pt x="27" y="6769"/>
                  <a:pt x="25" y="6757"/>
                </a:cubicBezTo>
                <a:cubicBezTo>
                  <a:pt x="23" y="6744"/>
                  <a:pt x="21" y="6732"/>
                  <a:pt x="21" y="6719"/>
                </a:cubicBezTo>
                <a:close/>
              </a:path>
            </a:pathLst>
          </a:custGeom>
          <a:solidFill>
            <a:srgbClr val="6a2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03" name=""/>
          <p:cNvSpPr/>
          <p:nvPr/>
        </p:nvSpPr>
        <p:spPr>
          <a:xfrm>
            <a:off x="652320" y="3985920"/>
            <a:ext cx="3038760" cy="2505600"/>
          </a:xfrm>
          <a:custGeom>
            <a:avLst/>
            <a:gdLst/>
            <a:ahLst/>
            <a:rect l="0" t="0" r="r" b="b"/>
            <a:pathLst>
              <a:path w="8441" h="6960">
                <a:moveTo>
                  <a:pt x="0" y="6733"/>
                </a:moveTo>
                <a:lnTo>
                  <a:pt x="0" y="227"/>
                </a:lnTo>
                <a:cubicBezTo>
                  <a:pt x="0" y="212"/>
                  <a:pt x="1" y="197"/>
                  <a:pt x="4" y="183"/>
                </a:cubicBezTo>
                <a:cubicBezTo>
                  <a:pt x="7" y="168"/>
                  <a:pt x="11" y="154"/>
                  <a:pt x="17" y="140"/>
                </a:cubicBezTo>
                <a:cubicBezTo>
                  <a:pt x="23" y="127"/>
                  <a:pt x="30" y="113"/>
                  <a:pt x="38" y="101"/>
                </a:cubicBezTo>
                <a:cubicBezTo>
                  <a:pt x="46" y="89"/>
                  <a:pt x="56" y="77"/>
                  <a:pt x="66" y="67"/>
                </a:cubicBezTo>
                <a:cubicBezTo>
                  <a:pt x="77" y="56"/>
                  <a:pt x="88" y="47"/>
                  <a:pt x="101" y="39"/>
                </a:cubicBezTo>
                <a:cubicBezTo>
                  <a:pt x="113" y="30"/>
                  <a:pt x="126" y="23"/>
                  <a:pt x="140" y="18"/>
                </a:cubicBezTo>
                <a:cubicBezTo>
                  <a:pt x="154" y="12"/>
                  <a:pt x="168" y="8"/>
                  <a:pt x="182" y="5"/>
                </a:cubicBezTo>
                <a:cubicBezTo>
                  <a:pt x="197" y="2"/>
                  <a:pt x="212" y="0"/>
                  <a:pt x="227" y="0"/>
                </a:cubicBezTo>
                <a:lnTo>
                  <a:pt x="8214" y="0"/>
                </a:lnTo>
                <a:cubicBezTo>
                  <a:pt x="8229" y="0"/>
                  <a:pt x="8244" y="2"/>
                  <a:pt x="8259" y="5"/>
                </a:cubicBezTo>
                <a:cubicBezTo>
                  <a:pt x="8273" y="8"/>
                  <a:pt x="8287" y="12"/>
                  <a:pt x="8301" y="18"/>
                </a:cubicBezTo>
                <a:cubicBezTo>
                  <a:pt x="8315" y="23"/>
                  <a:pt x="8328" y="30"/>
                  <a:pt x="8340" y="39"/>
                </a:cubicBezTo>
                <a:cubicBezTo>
                  <a:pt x="8353" y="47"/>
                  <a:pt x="8364" y="56"/>
                  <a:pt x="8375" y="67"/>
                </a:cubicBezTo>
                <a:cubicBezTo>
                  <a:pt x="8385" y="77"/>
                  <a:pt x="8395" y="89"/>
                  <a:pt x="8403" y="101"/>
                </a:cubicBezTo>
                <a:cubicBezTo>
                  <a:pt x="8411" y="113"/>
                  <a:pt x="8418" y="127"/>
                  <a:pt x="8424" y="140"/>
                </a:cubicBezTo>
                <a:cubicBezTo>
                  <a:pt x="8430" y="154"/>
                  <a:pt x="8434" y="168"/>
                  <a:pt x="8437" y="183"/>
                </a:cubicBezTo>
                <a:cubicBezTo>
                  <a:pt x="8440" y="197"/>
                  <a:pt x="8441" y="212"/>
                  <a:pt x="8441" y="227"/>
                </a:cubicBezTo>
                <a:lnTo>
                  <a:pt x="8441" y="6733"/>
                </a:lnTo>
                <a:cubicBezTo>
                  <a:pt x="8441" y="6748"/>
                  <a:pt x="8440" y="6763"/>
                  <a:pt x="8437" y="6777"/>
                </a:cubicBezTo>
                <a:cubicBezTo>
                  <a:pt x="8434" y="6792"/>
                  <a:pt x="8430" y="6806"/>
                  <a:pt x="8424" y="6820"/>
                </a:cubicBezTo>
                <a:cubicBezTo>
                  <a:pt x="8418" y="6834"/>
                  <a:pt x="8411" y="6847"/>
                  <a:pt x="8403" y="6859"/>
                </a:cubicBezTo>
                <a:cubicBezTo>
                  <a:pt x="8395" y="6871"/>
                  <a:pt x="8385" y="6883"/>
                  <a:pt x="8375" y="6893"/>
                </a:cubicBezTo>
                <a:cubicBezTo>
                  <a:pt x="8364" y="6904"/>
                  <a:pt x="8353" y="6913"/>
                  <a:pt x="8340" y="6922"/>
                </a:cubicBezTo>
                <a:cubicBezTo>
                  <a:pt x="8328" y="6930"/>
                  <a:pt x="8315" y="6937"/>
                  <a:pt x="8301" y="6943"/>
                </a:cubicBezTo>
                <a:cubicBezTo>
                  <a:pt x="8287" y="6948"/>
                  <a:pt x="8273" y="6953"/>
                  <a:pt x="8259" y="6955"/>
                </a:cubicBezTo>
                <a:cubicBezTo>
                  <a:pt x="8244" y="6958"/>
                  <a:pt x="8229" y="6960"/>
                  <a:pt x="8214" y="6960"/>
                </a:cubicBezTo>
                <a:lnTo>
                  <a:pt x="227" y="6960"/>
                </a:lnTo>
                <a:cubicBezTo>
                  <a:pt x="212" y="6960"/>
                  <a:pt x="197" y="6958"/>
                  <a:pt x="182" y="6955"/>
                </a:cubicBezTo>
                <a:cubicBezTo>
                  <a:pt x="168" y="6953"/>
                  <a:pt x="154" y="6948"/>
                  <a:pt x="140" y="6943"/>
                </a:cubicBezTo>
                <a:cubicBezTo>
                  <a:pt x="126" y="6937"/>
                  <a:pt x="113" y="6930"/>
                  <a:pt x="101" y="6922"/>
                </a:cubicBezTo>
                <a:cubicBezTo>
                  <a:pt x="88" y="6913"/>
                  <a:pt x="77" y="6904"/>
                  <a:pt x="66" y="6893"/>
                </a:cubicBezTo>
                <a:cubicBezTo>
                  <a:pt x="56" y="6883"/>
                  <a:pt x="46" y="6871"/>
                  <a:pt x="38" y="6859"/>
                </a:cubicBezTo>
                <a:cubicBezTo>
                  <a:pt x="30" y="6847"/>
                  <a:pt x="23" y="6834"/>
                  <a:pt x="17" y="6820"/>
                </a:cubicBezTo>
                <a:cubicBezTo>
                  <a:pt x="11" y="6806"/>
                  <a:pt x="7" y="6792"/>
                  <a:pt x="4" y="6777"/>
                </a:cubicBezTo>
                <a:cubicBezTo>
                  <a:pt x="1" y="6763"/>
                  <a:pt x="0" y="6748"/>
                  <a:pt x="0" y="6733"/>
                </a:cubicBezTo>
                <a:close/>
              </a:path>
            </a:pathLst>
          </a:custGeom>
          <a:noFill/>
          <a:ln w="9360">
            <a:solidFill>
              <a:srgbClr val="6a26d8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704" name="" descr=""/>
          <p:cNvPicPr/>
          <p:nvPr/>
        </p:nvPicPr>
        <p:blipFill>
          <a:blip r:embed="rId1"/>
          <a:stretch/>
        </p:blipFill>
        <p:spPr>
          <a:xfrm>
            <a:off x="-787320" y="4190040"/>
            <a:ext cx="1625400" cy="190080"/>
          </a:xfrm>
          <a:prstGeom prst="rect">
            <a:avLst/>
          </a:prstGeom>
          <a:ln w="0">
            <a:noFill/>
          </a:ln>
        </p:spPr>
      </p:pic>
      <p:pic>
        <p:nvPicPr>
          <p:cNvPr id="1705" name="" descr=""/>
          <p:cNvPicPr/>
          <p:nvPr/>
        </p:nvPicPr>
        <p:blipFill>
          <a:blip r:embed="rId2"/>
          <a:stretch/>
        </p:blipFill>
        <p:spPr>
          <a:xfrm>
            <a:off x="838080" y="4190040"/>
            <a:ext cx="1625400" cy="190080"/>
          </a:xfrm>
          <a:prstGeom prst="rect">
            <a:avLst/>
          </a:prstGeom>
          <a:ln w="0">
            <a:noFill/>
          </a:ln>
        </p:spPr>
      </p:pic>
      <p:sp>
        <p:nvSpPr>
          <p:cNvPr id="1706" name=""/>
          <p:cNvSpPr txBox="1"/>
          <p:nvPr/>
        </p:nvSpPr>
        <p:spPr>
          <a:xfrm>
            <a:off x="6174720" y="3513600"/>
            <a:ext cx="741240" cy="134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00" spc="-1" strike="noStrike">
                <a:solidFill>
                  <a:srgbClr val="0e0e14"/>
                </a:solidFill>
                <a:latin typeface="Inter-Semi"/>
                <a:ea typeface="Inter-Semi"/>
              </a:rPr>
              <a:t>PKR 15,000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7" name=""/>
          <p:cNvSpPr/>
          <p:nvPr/>
        </p:nvSpPr>
        <p:spPr>
          <a:xfrm>
            <a:off x="3871800" y="3985920"/>
            <a:ext cx="3038760" cy="2505600"/>
          </a:xfrm>
          <a:custGeom>
            <a:avLst/>
            <a:gdLst/>
            <a:ahLst/>
            <a:rect l="0" t="0" r="r" b="b"/>
            <a:pathLst>
              <a:path w="8441" h="6960">
                <a:moveTo>
                  <a:pt x="0" y="6733"/>
                </a:moveTo>
                <a:lnTo>
                  <a:pt x="0" y="227"/>
                </a:lnTo>
                <a:cubicBezTo>
                  <a:pt x="0" y="212"/>
                  <a:pt x="1" y="197"/>
                  <a:pt x="4" y="183"/>
                </a:cubicBezTo>
                <a:cubicBezTo>
                  <a:pt x="7" y="168"/>
                  <a:pt x="11" y="154"/>
                  <a:pt x="17" y="140"/>
                </a:cubicBezTo>
                <a:cubicBezTo>
                  <a:pt x="23" y="127"/>
                  <a:pt x="30" y="113"/>
                  <a:pt x="38" y="101"/>
                </a:cubicBezTo>
                <a:cubicBezTo>
                  <a:pt x="46" y="89"/>
                  <a:pt x="56" y="77"/>
                  <a:pt x="66" y="67"/>
                </a:cubicBezTo>
                <a:cubicBezTo>
                  <a:pt x="77" y="56"/>
                  <a:pt x="88" y="47"/>
                  <a:pt x="101" y="39"/>
                </a:cubicBezTo>
                <a:cubicBezTo>
                  <a:pt x="113" y="30"/>
                  <a:pt x="126" y="23"/>
                  <a:pt x="140" y="18"/>
                </a:cubicBezTo>
                <a:cubicBezTo>
                  <a:pt x="154" y="12"/>
                  <a:pt x="168" y="8"/>
                  <a:pt x="182" y="5"/>
                </a:cubicBezTo>
                <a:cubicBezTo>
                  <a:pt x="197" y="2"/>
                  <a:pt x="212" y="0"/>
                  <a:pt x="227" y="0"/>
                </a:cubicBezTo>
                <a:lnTo>
                  <a:pt x="8214" y="0"/>
                </a:lnTo>
                <a:cubicBezTo>
                  <a:pt x="8229" y="0"/>
                  <a:pt x="8244" y="2"/>
                  <a:pt x="8258" y="5"/>
                </a:cubicBezTo>
                <a:cubicBezTo>
                  <a:pt x="8273" y="8"/>
                  <a:pt x="8287" y="12"/>
                  <a:pt x="8301" y="18"/>
                </a:cubicBezTo>
                <a:cubicBezTo>
                  <a:pt x="8315" y="23"/>
                  <a:pt x="8328" y="30"/>
                  <a:pt x="8340" y="39"/>
                </a:cubicBezTo>
                <a:cubicBezTo>
                  <a:pt x="8353" y="47"/>
                  <a:pt x="8364" y="56"/>
                  <a:pt x="8375" y="67"/>
                </a:cubicBezTo>
                <a:cubicBezTo>
                  <a:pt x="8385" y="77"/>
                  <a:pt x="8395" y="89"/>
                  <a:pt x="8403" y="101"/>
                </a:cubicBezTo>
                <a:cubicBezTo>
                  <a:pt x="8411" y="113"/>
                  <a:pt x="8418" y="127"/>
                  <a:pt x="8424" y="140"/>
                </a:cubicBezTo>
                <a:cubicBezTo>
                  <a:pt x="8429" y="154"/>
                  <a:pt x="8434" y="168"/>
                  <a:pt x="8437" y="183"/>
                </a:cubicBezTo>
                <a:cubicBezTo>
                  <a:pt x="8440" y="197"/>
                  <a:pt x="8441" y="212"/>
                  <a:pt x="8441" y="227"/>
                </a:cubicBezTo>
                <a:lnTo>
                  <a:pt x="8441" y="6733"/>
                </a:lnTo>
                <a:cubicBezTo>
                  <a:pt x="8441" y="6748"/>
                  <a:pt x="8440" y="6763"/>
                  <a:pt x="8437" y="6777"/>
                </a:cubicBezTo>
                <a:cubicBezTo>
                  <a:pt x="8434" y="6792"/>
                  <a:pt x="8429" y="6806"/>
                  <a:pt x="8424" y="6820"/>
                </a:cubicBezTo>
                <a:cubicBezTo>
                  <a:pt x="8418" y="6834"/>
                  <a:pt x="8411" y="6847"/>
                  <a:pt x="8403" y="6859"/>
                </a:cubicBezTo>
                <a:cubicBezTo>
                  <a:pt x="8395" y="6871"/>
                  <a:pt x="8385" y="6883"/>
                  <a:pt x="8375" y="6893"/>
                </a:cubicBezTo>
                <a:cubicBezTo>
                  <a:pt x="8364" y="6904"/>
                  <a:pt x="8353" y="6913"/>
                  <a:pt x="8340" y="6922"/>
                </a:cubicBezTo>
                <a:cubicBezTo>
                  <a:pt x="8328" y="6930"/>
                  <a:pt x="8315" y="6937"/>
                  <a:pt x="8301" y="6943"/>
                </a:cubicBezTo>
                <a:cubicBezTo>
                  <a:pt x="8287" y="6948"/>
                  <a:pt x="8273" y="6953"/>
                  <a:pt x="8258" y="6955"/>
                </a:cubicBezTo>
                <a:cubicBezTo>
                  <a:pt x="8244" y="6958"/>
                  <a:pt x="8229" y="6960"/>
                  <a:pt x="8214" y="6960"/>
                </a:cubicBezTo>
                <a:lnTo>
                  <a:pt x="227" y="6960"/>
                </a:lnTo>
                <a:cubicBezTo>
                  <a:pt x="212" y="6960"/>
                  <a:pt x="197" y="6958"/>
                  <a:pt x="182" y="6955"/>
                </a:cubicBezTo>
                <a:cubicBezTo>
                  <a:pt x="168" y="6953"/>
                  <a:pt x="154" y="6948"/>
                  <a:pt x="140" y="6943"/>
                </a:cubicBezTo>
                <a:cubicBezTo>
                  <a:pt x="126" y="6937"/>
                  <a:pt x="113" y="6930"/>
                  <a:pt x="101" y="6922"/>
                </a:cubicBezTo>
                <a:cubicBezTo>
                  <a:pt x="88" y="6913"/>
                  <a:pt x="77" y="6904"/>
                  <a:pt x="66" y="6893"/>
                </a:cubicBezTo>
                <a:cubicBezTo>
                  <a:pt x="56" y="6883"/>
                  <a:pt x="46" y="6871"/>
                  <a:pt x="38" y="6859"/>
                </a:cubicBezTo>
                <a:cubicBezTo>
                  <a:pt x="30" y="6847"/>
                  <a:pt x="23" y="6834"/>
                  <a:pt x="17" y="6820"/>
                </a:cubicBezTo>
                <a:cubicBezTo>
                  <a:pt x="11" y="6806"/>
                  <a:pt x="7" y="6792"/>
                  <a:pt x="4" y="6777"/>
                </a:cubicBezTo>
                <a:cubicBezTo>
                  <a:pt x="1" y="6763"/>
                  <a:pt x="0" y="6748"/>
                  <a:pt x="0" y="6733"/>
                </a:cubicBezTo>
                <a:close/>
              </a:path>
            </a:pathLst>
          </a:custGeom>
          <a:solidFill>
            <a:srgbClr val="f8f6f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8" name=""/>
          <p:cNvSpPr/>
          <p:nvPr/>
        </p:nvSpPr>
        <p:spPr>
          <a:xfrm>
            <a:off x="3871800" y="3985920"/>
            <a:ext cx="3038760" cy="2505600"/>
          </a:xfrm>
          <a:custGeom>
            <a:avLst/>
            <a:gdLst/>
            <a:ahLst/>
            <a:rect l="0" t="0" r="r" b="b"/>
            <a:pathLst>
              <a:path w="8441" h="6960">
                <a:moveTo>
                  <a:pt x="0" y="6733"/>
                </a:moveTo>
                <a:lnTo>
                  <a:pt x="0" y="227"/>
                </a:lnTo>
                <a:cubicBezTo>
                  <a:pt x="0" y="212"/>
                  <a:pt x="1" y="197"/>
                  <a:pt x="4" y="183"/>
                </a:cubicBezTo>
                <a:cubicBezTo>
                  <a:pt x="7" y="168"/>
                  <a:pt x="11" y="154"/>
                  <a:pt x="17" y="140"/>
                </a:cubicBezTo>
                <a:cubicBezTo>
                  <a:pt x="23" y="127"/>
                  <a:pt x="30" y="113"/>
                  <a:pt x="38" y="101"/>
                </a:cubicBezTo>
                <a:cubicBezTo>
                  <a:pt x="46" y="89"/>
                  <a:pt x="56" y="77"/>
                  <a:pt x="66" y="67"/>
                </a:cubicBezTo>
                <a:cubicBezTo>
                  <a:pt x="77" y="56"/>
                  <a:pt x="88" y="47"/>
                  <a:pt x="101" y="39"/>
                </a:cubicBezTo>
                <a:cubicBezTo>
                  <a:pt x="113" y="30"/>
                  <a:pt x="126" y="23"/>
                  <a:pt x="140" y="18"/>
                </a:cubicBezTo>
                <a:cubicBezTo>
                  <a:pt x="154" y="12"/>
                  <a:pt x="168" y="8"/>
                  <a:pt x="182" y="5"/>
                </a:cubicBezTo>
                <a:cubicBezTo>
                  <a:pt x="197" y="2"/>
                  <a:pt x="212" y="0"/>
                  <a:pt x="227" y="0"/>
                </a:cubicBezTo>
                <a:lnTo>
                  <a:pt x="8214" y="0"/>
                </a:lnTo>
                <a:cubicBezTo>
                  <a:pt x="8229" y="0"/>
                  <a:pt x="8244" y="2"/>
                  <a:pt x="8258" y="5"/>
                </a:cubicBezTo>
                <a:cubicBezTo>
                  <a:pt x="8273" y="8"/>
                  <a:pt x="8287" y="12"/>
                  <a:pt x="8301" y="18"/>
                </a:cubicBezTo>
                <a:cubicBezTo>
                  <a:pt x="8315" y="23"/>
                  <a:pt x="8328" y="30"/>
                  <a:pt x="8340" y="39"/>
                </a:cubicBezTo>
                <a:cubicBezTo>
                  <a:pt x="8353" y="47"/>
                  <a:pt x="8364" y="56"/>
                  <a:pt x="8375" y="67"/>
                </a:cubicBezTo>
                <a:cubicBezTo>
                  <a:pt x="8385" y="77"/>
                  <a:pt x="8395" y="89"/>
                  <a:pt x="8403" y="101"/>
                </a:cubicBezTo>
                <a:cubicBezTo>
                  <a:pt x="8411" y="113"/>
                  <a:pt x="8418" y="127"/>
                  <a:pt x="8424" y="140"/>
                </a:cubicBezTo>
                <a:cubicBezTo>
                  <a:pt x="8429" y="154"/>
                  <a:pt x="8434" y="168"/>
                  <a:pt x="8437" y="183"/>
                </a:cubicBezTo>
                <a:cubicBezTo>
                  <a:pt x="8440" y="197"/>
                  <a:pt x="8441" y="212"/>
                  <a:pt x="8441" y="227"/>
                </a:cubicBezTo>
                <a:lnTo>
                  <a:pt x="8441" y="6733"/>
                </a:lnTo>
                <a:cubicBezTo>
                  <a:pt x="8441" y="6748"/>
                  <a:pt x="8440" y="6763"/>
                  <a:pt x="8437" y="6777"/>
                </a:cubicBezTo>
                <a:cubicBezTo>
                  <a:pt x="8434" y="6792"/>
                  <a:pt x="8429" y="6806"/>
                  <a:pt x="8424" y="6820"/>
                </a:cubicBezTo>
                <a:cubicBezTo>
                  <a:pt x="8418" y="6834"/>
                  <a:pt x="8411" y="6847"/>
                  <a:pt x="8403" y="6859"/>
                </a:cubicBezTo>
                <a:cubicBezTo>
                  <a:pt x="8395" y="6871"/>
                  <a:pt x="8385" y="6883"/>
                  <a:pt x="8375" y="6893"/>
                </a:cubicBezTo>
                <a:cubicBezTo>
                  <a:pt x="8364" y="6904"/>
                  <a:pt x="8353" y="6913"/>
                  <a:pt x="8340" y="6922"/>
                </a:cubicBezTo>
                <a:cubicBezTo>
                  <a:pt x="8328" y="6930"/>
                  <a:pt x="8315" y="6937"/>
                  <a:pt x="8301" y="6943"/>
                </a:cubicBezTo>
                <a:cubicBezTo>
                  <a:pt x="8287" y="6948"/>
                  <a:pt x="8273" y="6953"/>
                  <a:pt x="8258" y="6955"/>
                </a:cubicBezTo>
                <a:cubicBezTo>
                  <a:pt x="8244" y="6958"/>
                  <a:pt x="8229" y="6960"/>
                  <a:pt x="8214" y="6960"/>
                </a:cubicBezTo>
                <a:lnTo>
                  <a:pt x="227" y="6960"/>
                </a:lnTo>
                <a:cubicBezTo>
                  <a:pt x="212" y="6960"/>
                  <a:pt x="197" y="6958"/>
                  <a:pt x="182" y="6955"/>
                </a:cubicBezTo>
                <a:cubicBezTo>
                  <a:pt x="168" y="6953"/>
                  <a:pt x="154" y="6948"/>
                  <a:pt x="140" y="6943"/>
                </a:cubicBezTo>
                <a:cubicBezTo>
                  <a:pt x="126" y="6937"/>
                  <a:pt x="113" y="6930"/>
                  <a:pt x="101" y="6922"/>
                </a:cubicBezTo>
                <a:cubicBezTo>
                  <a:pt x="88" y="6913"/>
                  <a:pt x="77" y="6904"/>
                  <a:pt x="66" y="6893"/>
                </a:cubicBezTo>
                <a:cubicBezTo>
                  <a:pt x="56" y="6883"/>
                  <a:pt x="46" y="6871"/>
                  <a:pt x="38" y="6859"/>
                </a:cubicBezTo>
                <a:cubicBezTo>
                  <a:pt x="30" y="6847"/>
                  <a:pt x="23" y="6834"/>
                  <a:pt x="17" y="6820"/>
                </a:cubicBezTo>
                <a:cubicBezTo>
                  <a:pt x="11" y="6806"/>
                  <a:pt x="7" y="6792"/>
                  <a:pt x="4" y="6777"/>
                </a:cubicBezTo>
                <a:cubicBezTo>
                  <a:pt x="1" y="6763"/>
                  <a:pt x="0" y="6748"/>
                  <a:pt x="0" y="6733"/>
                </a:cubicBezTo>
                <a:close/>
              </a:path>
            </a:pathLst>
          </a:custGeom>
          <a:noFill/>
          <a:ln w="9360">
            <a:solidFill>
              <a:srgbClr val="e6e1f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9" name=""/>
          <p:cNvSpPr txBox="1"/>
          <p:nvPr/>
        </p:nvSpPr>
        <p:spPr>
          <a:xfrm>
            <a:off x="916200" y="4230000"/>
            <a:ext cx="1826640" cy="93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640" spc="-1" strike="noStrike">
                <a:solidFill>
                  <a:srgbClr val="ffffff"/>
                </a:solidFill>
                <a:latin typeface="Inter-Semi"/>
                <a:ea typeface="Inter-Semi"/>
              </a:rPr>
              <a:t>I N C L U D E D   I N   D E P L O Y M E N T</a:t>
            </a:r>
            <a:endParaRPr b="0" lang="en-US" sz="64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0" name=""/>
          <p:cNvSpPr txBox="1"/>
          <p:nvPr/>
        </p:nvSpPr>
        <p:spPr>
          <a:xfrm>
            <a:off x="4060800" y="4222800"/>
            <a:ext cx="72144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00" spc="-1" strike="noStrike">
                <a:solidFill>
                  <a:srgbClr val="6a26d8"/>
                </a:solidFill>
                <a:latin typeface="Inter-Semi"/>
                <a:ea typeface="Inter-Semi"/>
              </a:rPr>
              <a:t>O P T I O N A L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1" name=""/>
          <p:cNvSpPr txBox="1"/>
          <p:nvPr/>
        </p:nvSpPr>
        <p:spPr>
          <a:xfrm>
            <a:off x="4060800" y="4485600"/>
            <a:ext cx="2817000" cy="19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300" spc="-1" strike="noStrike">
                <a:solidFill>
                  <a:srgbClr val="0e0e14"/>
                </a:solidFill>
                <a:latin typeface="PlayfairDisplay-Semi"/>
                <a:ea typeface="PlayfairDisplay-Semi"/>
              </a:rPr>
              <a:t>Additional professional emails</a:t>
            </a:r>
            <a:endParaRPr b="0" lang="en-US" sz="13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2" name=""/>
          <p:cNvSpPr txBox="1"/>
          <p:nvPr/>
        </p:nvSpPr>
        <p:spPr>
          <a:xfrm>
            <a:off x="4060800" y="4781880"/>
            <a:ext cx="1123920" cy="30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00" spc="-1" strike="noStrike">
                <a:solidFill>
                  <a:srgbClr val="6a26d8"/>
                </a:solidFill>
                <a:latin typeface="PlayfairDisplay"/>
                <a:ea typeface="PlayfairDisplay"/>
              </a:rPr>
              <a:t>PKR 1,500 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3" name=""/>
          <p:cNvSpPr txBox="1"/>
          <p:nvPr/>
        </p:nvSpPr>
        <p:spPr>
          <a:xfrm>
            <a:off x="5137560" y="4930920"/>
            <a:ext cx="86328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6b6878"/>
                </a:solidFill>
                <a:latin typeface="Inter"/>
                <a:ea typeface="Inter"/>
              </a:rPr>
              <a:t>per email account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4" name=""/>
          <p:cNvSpPr txBox="1"/>
          <p:nvPr/>
        </p:nvSpPr>
        <p:spPr>
          <a:xfrm>
            <a:off x="4060800" y="5207040"/>
            <a:ext cx="253224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2a2934"/>
                </a:solidFill>
                <a:latin typeface="Inter"/>
                <a:ea typeface="Inter"/>
              </a:rPr>
              <a:t>A one-time setup and configuration fee paid to OBD.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5" name=""/>
          <p:cNvSpPr txBox="1"/>
          <p:nvPr/>
        </p:nvSpPr>
        <p:spPr>
          <a:xfrm>
            <a:off x="4060800" y="5369040"/>
            <a:ext cx="256392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2a2934"/>
                </a:solidFill>
                <a:latin typeface="Inter"/>
                <a:ea typeface="Inter"/>
              </a:rPr>
              <a:t>The mailbox subscription is paid by GFXT directly to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6" name=""/>
          <p:cNvSpPr txBox="1"/>
          <p:nvPr/>
        </p:nvSpPr>
        <p:spPr>
          <a:xfrm>
            <a:off x="4060800" y="5531040"/>
            <a:ext cx="90144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2a2934"/>
                </a:solidFill>
                <a:latin typeface="Inter"/>
                <a:ea typeface="Inter"/>
              </a:rPr>
              <a:t>the email provider.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7" name=""/>
          <p:cNvSpPr txBox="1"/>
          <p:nvPr/>
        </p:nvSpPr>
        <p:spPr>
          <a:xfrm>
            <a:off x="846720" y="6801840"/>
            <a:ext cx="2663280" cy="142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60" spc="-1" strike="noStrike">
                <a:solidFill>
                  <a:srgbClr val="0e0e14"/>
                </a:solidFill>
                <a:latin typeface="Inter-Semi"/>
                <a:ea typeface="Inter-Semi"/>
              </a:rPr>
              <a:t>Paid directly by GFXT to the provider:</a:t>
            </a:r>
            <a:endParaRPr b="0" lang="en-US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8" name=""/>
          <p:cNvSpPr txBox="1"/>
          <p:nvPr/>
        </p:nvSpPr>
        <p:spPr>
          <a:xfrm>
            <a:off x="3089160" y="6797160"/>
            <a:ext cx="9669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60" spc="-1" strike="noStrike">
                <a:solidFill>
                  <a:srgbClr val="2a2934"/>
                </a:solidFill>
                <a:latin typeface="Inter"/>
                <a:ea typeface="Inter"/>
              </a:rPr>
              <a:t> </a:t>
            </a:r>
            <a:r>
              <a:rPr b="0" lang="en-US" sz="960" spc="-1" strike="noStrike">
                <a:solidFill>
                  <a:srgbClr val="2a2934"/>
                </a:solidFill>
                <a:latin typeface="Inter"/>
                <a:ea typeface="Inter"/>
              </a:rPr>
              <a:t>Domain 1 year </a:t>
            </a:r>
            <a:endParaRPr b="0" lang="en-US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9" name=""/>
          <p:cNvSpPr txBox="1"/>
          <p:nvPr/>
        </p:nvSpPr>
        <p:spPr>
          <a:xfrm>
            <a:off x="4055400" y="6801840"/>
            <a:ext cx="1418040" cy="142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60" spc="-1" strike="noStrike">
                <a:solidFill>
                  <a:srgbClr val="0e0e14"/>
                </a:solidFill>
                <a:latin typeface="Inter-Semi"/>
                <a:ea typeface="Inter-Semi"/>
              </a:rPr>
              <a:t>approx. ~ PKR 3,000</a:t>
            </a:r>
            <a:endParaRPr b="0" lang="en-US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0" name=""/>
          <p:cNvSpPr txBox="1"/>
          <p:nvPr/>
        </p:nvSpPr>
        <p:spPr>
          <a:xfrm>
            <a:off x="5270400" y="6797160"/>
            <a:ext cx="10080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60" spc="-1" strike="noStrike">
                <a:solidFill>
                  <a:srgbClr val="2a2934"/>
                </a:solidFill>
                <a:latin typeface="Inter"/>
                <a:ea typeface="Inter"/>
              </a:rPr>
              <a:t> </a:t>
            </a:r>
            <a:r>
              <a:rPr b="0" lang="en-US" sz="960" spc="-1" strike="noStrike">
                <a:solidFill>
                  <a:srgbClr val="2a2934"/>
                </a:solidFill>
                <a:latin typeface="Inter"/>
                <a:ea typeface="Inter"/>
              </a:rPr>
              <a:t>· Hosting 1 year</a:t>
            </a:r>
            <a:endParaRPr b="0" lang="en-US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1" name=""/>
          <p:cNvSpPr txBox="1"/>
          <p:nvPr/>
        </p:nvSpPr>
        <p:spPr>
          <a:xfrm>
            <a:off x="846720" y="7002000"/>
            <a:ext cx="1418040" cy="142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60" spc="-1" strike="noStrike">
                <a:solidFill>
                  <a:srgbClr val="0e0e14"/>
                </a:solidFill>
                <a:latin typeface="Inter-Semi"/>
                <a:ea typeface="Inter-Semi"/>
              </a:rPr>
              <a:t>approx. ~ PKR 7,000</a:t>
            </a:r>
            <a:endParaRPr b="0" lang="en-US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2" name=""/>
          <p:cNvSpPr txBox="1"/>
          <p:nvPr/>
        </p:nvSpPr>
        <p:spPr>
          <a:xfrm>
            <a:off x="2041560" y="6996960"/>
            <a:ext cx="34023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60" spc="-1" strike="noStrike">
                <a:solidFill>
                  <a:srgbClr val="2a2934"/>
                </a:solidFill>
                <a:latin typeface="Inter"/>
                <a:ea typeface="Inter"/>
              </a:rPr>
              <a:t> </a:t>
            </a:r>
            <a:r>
              <a:rPr b="0" lang="en-US" sz="960" spc="-1" strike="noStrike">
                <a:solidFill>
                  <a:srgbClr val="2a2934"/>
                </a:solidFill>
                <a:latin typeface="Inter"/>
                <a:ea typeface="Inter"/>
              </a:rPr>
              <a:t>· Mailbox subscription: as per the email provider's pricing. </a:t>
            </a:r>
            <a:endParaRPr b="0" lang="en-US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3" name=""/>
          <p:cNvSpPr txBox="1"/>
          <p:nvPr/>
        </p:nvSpPr>
        <p:spPr>
          <a:xfrm>
            <a:off x="5439240" y="7016760"/>
            <a:ext cx="112392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6b6878"/>
                </a:solidFill>
                <a:latin typeface="Inter"/>
                <a:ea typeface="Inter"/>
              </a:rPr>
              <a:t>We will confirm current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4" name=""/>
          <p:cNvSpPr txBox="1"/>
          <p:nvPr/>
        </p:nvSpPr>
        <p:spPr>
          <a:xfrm>
            <a:off x="846720" y="7207200"/>
            <a:ext cx="115452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6b6878"/>
                </a:solidFill>
                <a:latin typeface="Inter"/>
                <a:ea typeface="Inter"/>
              </a:rPr>
              <a:t>prices before purchase.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5" name=""/>
          <p:cNvSpPr txBox="1"/>
          <p:nvPr/>
        </p:nvSpPr>
        <p:spPr>
          <a:xfrm>
            <a:off x="647640" y="7763040"/>
            <a:ext cx="65916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050" spc="-1" strike="noStrike">
                <a:solidFill>
                  <a:srgbClr val="0e0e14"/>
                </a:solidFill>
                <a:latin typeface="Inter-Semi"/>
                <a:ea typeface="Inter-Semi"/>
              </a:rPr>
              <a:t>Payment</a:t>
            </a:r>
            <a:endParaRPr b="0" lang="en-US" sz="10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6" name=""/>
          <p:cNvSpPr txBox="1"/>
          <p:nvPr/>
        </p:nvSpPr>
        <p:spPr>
          <a:xfrm>
            <a:off x="647640" y="8016840"/>
            <a:ext cx="118656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2a2934"/>
                </a:solidFill>
                <a:latin typeface="Inter"/>
                <a:ea typeface="Inter"/>
              </a:rPr>
              <a:t>The development fee of 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7" name=""/>
          <p:cNvSpPr txBox="1"/>
          <p:nvPr/>
        </p:nvSpPr>
        <p:spPr>
          <a:xfrm>
            <a:off x="1820520" y="8021160"/>
            <a:ext cx="662040" cy="11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800" spc="-1" strike="noStrike">
                <a:solidFill>
                  <a:srgbClr val="0e0e14"/>
                </a:solidFill>
                <a:latin typeface="Inter-Semi"/>
                <a:ea typeface="Inter-Semi"/>
              </a:rPr>
              <a:t>PKR 15,000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8" name=""/>
          <p:cNvSpPr txBox="1"/>
          <p:nvPr/>
        </p:nvSpPr>
        <p:spPr>
          <a:xfrm>
            <a:off x="2382120" y="8016840"/>
            <a:ext cx="448128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2a2934"/>
                </a:solidFill>
                <a:latin typeface="Inter"/>
                <a:ea typeface="Inter"/>
              </a:rPr>
              <a:t> </a:t>
            </a:r>
            <a:r>
              <a:rPr b="0" lang="en-US" sz="800" spc="-1" strike="noStrike">
                <a:solidFill>
                  <a:srgbClr val="2a2934"/>
                </a:solidFill>
                <a:latin typeface="Inter"/>
                <a:ea typeface="Inter"/>
              </a:rPr>
              <a:t>is payable on signing the agreement. Additional email accounts, if requested, are invoiced at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9" name=""/>
          <p:cNvSpPr txBox="1"/>
          <p:nvPr/>
        </p:nvSpPr>
        <p:spPr>
          <a:xfrm>
            <a:off x="647640" y="8178840"/>
            <a:ext cx="603288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2a2934"/>
                </a:solidFill>
                <a:latin typeface="Inter"/>
                <a:ea typeface="Inter"/>
              </a:rPr>
              <a:t>the time of setup. Payment can be made by bank transfer, Easypaisa or JazzCash, and a receipt is issued for every payment.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0" name=""/>
          <p:cNvSpPr txBox="1"/>
          <p:nvPr/>
        </p:nvSpPr>
        <p:spPr>
          <a:xfrm>
            <a:off x="1035000" y="4549680"/>
            <a:ext cx="137520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2a2934"/>
                </a:solidFill>
                <a:latin typeface="Inter"/>
                <a:ea typeface="Inter"/>
              </a:rPr>
              <a:t>Domain &amp; DNS configuration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1" name=""/>
          <p:cNvSpPr txBox="1"/>
          <p:nvPr/>
        </p:nvSpPr>
        <p:spPr>
          <a:xfrm>
            <a:off x="837000" y="4543560"/>
            <a:ext cx="10764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850" spc="-1" strike="noStrike">
                <a:solidFill>
                  <a:srgbClr val="6a26d8"/>
                </a:solidFill>
                <a:latin typeface="Inter"/>
                <a:ea typeface="Inter"/>
              </a:rPr>
              <a:t>✓</a:t>
            </a:r>
            <a:endParaRPr b="0" lang="en-US" sz="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2" name=""/>
          <p:cNvSpPr txBox="1"/>
          <p:nvPr/>
        </p:nvSpPr>
        <p:spPr>
          <a:xfrm>
            <a:off x="1035000" y="4807080"/>
            <a:ext cx="165132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2a2934"/>
                </a:solidFill>
                <a:latin typeface="Inter"/>
                <a:ea typeface="Inter"/>
              </a:rPr>
              <a:t>Hosting setup and website go-live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3" name=""/>
          <p:cNvSpPr txBox="1"/>
          <p:nvPr/>
        </p:nvSpPr>
        <p:spPr>
          <a:xfrm>
            <a:off x="837000" y="4800960"/>
            <a:ext cx="10764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850" spc="-1" strike="noStrike">
                <a:solidFill>
                  <a:srgbClr val="6a26d8"/>
                </a:solidFill>
                <a:latin typeface="Inter"/>
                <a:ea typeface="Inter"/>
              </a:rPr>
              <a:t>✓</a:t>
            </a:r>
            <a:endParaRPr b="0" lang="en-US" sz="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4" name=""/>
          <p:cNvSpPr txBox="1"/>
          <p:nvPr/>
        </p:nvSpPr>
        <p:spPr>
          <a:xfrm>
            <a:off x="1035000" y="5054760"/>
            <a:ext cx="206712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2a2934"/>
                </a:solidFill>
                <a:latin typeface="Inter"/>
                <a:ea typeface="Inter"/>
              </a:rPr>
              <a:t>SSL certificate HTTPS) and security setup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5" name=""/>
          <p:cNvSpPr txBox="1"/>
          <p:nvPr/>
        </p:nvSpPr>
        <p:spPr>
          <a:xfrm>
            <a:off x="837000" y="5058000"/>
            <a:ext cx="10764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850" spc="-1" strike="noStrike">
                <a:solidFill>
                  <a:srgbClr val="6a26d8"/>
                </a:solidFill>
                <a:latin typeface="Inter"/>
                <a:ea typeface="Inter"/>
              </a:rPr>
              <a:t>✓</a:t>
            </a:r>
            <a:endParaRPr b="0" lang="en-US" sz="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6" name=""/>
          <p:cNvSpPr txBox="1"/>
          <p:nvPr/>
        </p:nvSpPr>
        <p:spPr>
          <a:xfrm>
            <a:off x="1035000" y="5311800"/>
            <a:ext cx="187236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2a2934"/>
                </a:solidFill>
                <a:latin typeface="Inter"/>
                <a:ea typeface="Inter"/>
              </a:rPr>
              <a:t>1 professional mailbox configured (e.g.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7" name=""/>
          <p:cNvSpPr txBox="1"/>
          <p:nvPr/>
        </p:nvSpPr>
        <p:spPr>
          <a:xfrm>
            <a:off x="1035000" y="5473800"/>
            <a:ext cx="74736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2a2934"/>
                </a:solidFill>
                <a:latin typeface="Inter"/>
                <a:ea typeface="Inter"/>
              </a:rPr>
              <a:t>info@gfxt.com)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8" name=""/>
          <p:cNvSpPr txBox="1"/>
          <p:nvPr/>
        </p:nvSpPr>
        <p:spPr>
          <a:xfrm>
            <a:off x="837000" y="5315040"/>
            <a:ext cx="10764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850" spc="-1" strike="noStrike">
                <a:solidFill>
                  <a:srgbClr val="6a26d8"/>
                </a:solidFill>
                <a:latin typeface="Inter"/>
                <a:ea typeface="Inter"/>
              </a:rPr>
              <a:t>✓</a:t>
            </a:r>
            <a:endParaRPr b="0" lang="en-US" sz="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9" name=""/>
          <p:cNvSpPr txBox="1"/>
          <p:nvPr/>
        </p:nvSpPr>
        <p:spPr>
          <a:xfrm>
            <a:off x="1035000" y="5730840"/>
            <a:ext cx="214812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2a2934"/>
                </a:solidFill>
                <a:latin typeface="Inter"/>
                <a:ea typeface="Inter"/>
              </a:rPr>
              <a:t>Mailbox set up on one phone and one laptop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0" name=""/>
          <p:cNvSpPr txBox="1"/>
          <p:nvPr/>
        </p:nvSpPr>
        <p:spPr>
          <a:xfrm>
            <a:off x="837000" y="5724720"/>
            <a:ext cx="10764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850" spc="-1" strike="noStrike">
                <a:solidFill>
                  <a:srgbClr val="6a26d8"/>
                </a:solidFill>
                <a:latin typeface="Inter"/>
                <a:ea typeface="Inter"/>
              </a:rPr>
              <a:t>✓</a:t>
            </a:r>
            <a:endParaRPr b="0" lang="en-US" sz="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1" name=""/>
          <p:cNvSpPr txBox="1"/>
          <p:nvPr/>
        </p:nvSpPr>
        <p:spPr>
          <a:xfrm>
            <a:off x="1035000" y="5988240"/>
            <a:ext cx="232956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2a2934"/>
                </a:solidFill>
                <a:latin typeface="Inter"/>
                <a:ea typeface="Inter"/>
              </a:rPr>
              <a:t>Launch support: fixes reported within 14 days of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2" name=""/>
          <p:cNvSpPr txBox="1"/>
          <p:nvPr/>
        </p:nvSpPr>
        <p:spPr>
          <a:xfrm>
            <a:off x="1035000" y="6149880"/>
            <a:ext cx="33768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2a2934"/>
                </a:solidFill>
                <a:latin typeface="Inter"/>
                <a:ea typeface="Inter"/>
              </a:rPr>
              <a:t>go-live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3" name=""/>
          <p:cNvSpPr txBox="1"/>
          <p:nvPr/>
        </p:nvSpPr>
        <p:spPr>
          <a:xfrm>
            <a:off x="837000" y="5981760"/>
            <a:ext cx="10764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850" spc="-1" strike="noStrike">
                <a:solidFill>
                  <a:srgbClr val="6a26d8"/>
                </a:solidFill>
                <a:latin typeface="Inter"/>
                <a:ea typeface="Inter"/>
              </a:rPr>
              <a:t>✓</a:t>
            </a:r>
            <a:endParaRPr b="0" lang="en-US" sz="85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4" name=""/>
          <p:cNvSpPr/>
          <p:nvPr/>
        </p:nvSpPr>
        <p:spPr>
          <a:xfrm>
            <a:off x="647640" y="866520"/>
            <a:ext cx="6267600" cy="9106200"/>
          </a:xfrm>
          <a:custGeom>
            <a:avLst/>
            <a:gdLst/>
            <a:ahLst/>
            <a:rect l="0" t="0" r="r" b="b"/>
            <a:pathLst>
              <a:path w="17410" h="25295">
                <a:moveTo>
                  <a:pt x="0" y="0"/>
                </a:moveTo>
                <a:lnTo>
                  <a:pt x="17410" y="0"/>
                </a:lnTo>
                <a:lnTo>
                  <a:pt x="17410" y="25295"/>
                </a:lnTo>
                <a:lnTo>
                  <a:pt x="0" y="2529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5" name=""/>
          <p:cNvSpPr txBox="1"/>
          <p:nvPr/>
        </p:nvSpPr>
        <p:spPr>
          <a:xfrm>
            <a:off x="647640" y="647280"/>
            <a:ext cx="1073520" cy="10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00" spc="-1" strike="noStrike">
                <a:solidFill>
                  <a:srgbClr val="6a26d8"/>
                </a:solidFill>
                <a:latin typeface="Inter"/>
                <a:ea typeface="Inter"/>
              </a:rPr>
              <a:t>WELCOME PACK · GFX-T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6" name=""/>
          <p:cNvSpPr txBox="1"/>
          <p:nvPr/>
        </p:nvSpPr>
        <p:spPr>
          <a:xfrm>
            <a:off x="6038280" y="647280"/>
            <a:ext cx="948600" cy="10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00" spc="-1" strike="noStrike">
                <a:solidFill>
                  <a:srgbClr val="9a9496"/>
                </a:solidFill>
                <a:latin typeface="Inter"/>
                <a:ea typeface="Inter"/>
              </a:rPr>
              <a:t>O B D - G F XT-2 0 2 6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7" name=""/>
          <p:cNvSpPr txBox="1"/>
          <p:nvPr/>
        </p:nvSpPr>
        <p:spPr>
          <a:xfrm>
            <a:off x="6357240" y="10286640"/>
            <a:ext cx="476280" cy="10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00" spc="-1" strike="noStrike">
                <a:solidFill>
                  <a:srgbClr val="9a9496"/>
                </a:solidFill>
                <a:latin typeface="Inter"/>
                <a:ea typeface="Inter"/>
              </a:rPr>
              <a:t>Page 5 of 5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8" name=""/>
          <p:cNvSpPr/>
          <p:nvPr/>
        </p:nvSpPr>
        <p:spPr>
          <a:xfrm>
            <a:off x="647640" y="1438200"/>
            <a:ext cx="4320" cy="4320"/>
          </a:xfrm>
          <a:custGeom>
            <a:avLst/>
            <a:gdLst/>
            <a:ahLst/>
            <a:rect l="0" t="0" r="r" b="b"/>
            <a:pathLst>
              <a:path w="12" h="12">
                <a:moveTo>
                  <a:pt x="0" y="0"/>
                </a:moveTo>
                <a:lnTo>
                  <a:pt x="0" y="12"/>
                </a:lnTo>
                <a:lnTo>
                  <a:pt x="12" y="0"/>
                </a:lnTo>
                <a:lnTo>
                  <a:pt x="0" y="0"/>
                </a:lnTo>
                <a:close/>
              </a:path>
            </a:pathLst>
          </a:custGeom>
          <a:solidFill>
            <a:srgbClr val="7b22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49" name=""/>
          <p:cNvSpPr/>
          <p:nvPr/>
        </p:nvSpPr>
        <p:spPr>
          <a:xfrm>
            <a:off x="647640" y="1438200"/>
            <a:ext cx="8280" cy="8280"/>
          </a:xfrm>
          <a:custGeom>
            <a:avLst/>
            <a:gdLst/>
            <a:ahLst/>
            <a:rect l="0" t="0" r="r" b="b"/>
            <a:pathLst>
              <a:path w="23" h="23">
                <a:moveTo>
                  <a:pt x="11" y="0"/>
                </a:moveTo>
                <a:lnTo>
                  <a:pt x="0" y="11"/>
                </a:lnTo>
                <a:lnTo>
                  <a:pt x="0" y="23"/>
                </a:lnTo>
                <a:lnTo>
                  <a:pt x="23" y="0"/>
                </a:lnTo>
                <a:lnTo>
                  <a:pt x="11" y="0"/>
                </a:lnTo>
                <a:close/>
              </a:path>
            </a:pathLst>
          </a:custGeom>
          <a:solidFill>
            <a:srgbClr val="7c22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50" name=""/>
          <p:cNvSpPr/>
          <p:nvPr/>
        </p:nvSpPr>
        <p:spPr>
          <a:xfrm>
            <a:off x="647640" y="1438200"/>
            <a:ext cx="12600" cy="12600"/>
          </a:xfrm>
          <a:custGeom>
            <a:avLst/>
            <a:gdLst/>
            <a:ahLst/>
            <a:rect l="0" t="0" r="r" b="b"/>
            <a:pathLst>
              <a:path w="35" h="35">
                <a:moveTo>
                  <a:pt x="23" y="0"/>
                </a:moveTo>
                <a:lnTo>
                  <a:pt x="0" y="22"/>
                </a:lnTo>
                <a:lnTo>
                  <a:pt x="0" y="35"/>
                </a:lnTo>
                <a:lnTo>
                  <a:pt x="35" y="0"/>
                </a:lnTo>
                <a:lnTo>
                  <a:pt x="23" y="0"/>
                </a:lnTo>
                <a:close/>
              </a:path>
            </a:pathLst>
          </a:custGeom>
          <a:solidFill>
            <a:srgbClr val="7c23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51" name=""/>
          <p:cNvSpPr/>
          <p:nvPr/>
        </p:nvSpPr>
        <p:spPr>
          <a:xfrm>
            <a:off x="647640" y="1438200"/>
            <a:ext cx="16560" cy="16560"/>
          </a:xfrm>
          <a:custGeom>
            <a:avLst/>
            <a:gdLst/>
            <a:ahLst/>
            <a:rect l="0" t="0" r="r" b="b"/>
            <a:pathLst>
              <a:path w="46" h="46">
                <a:moveTo>
                  <a:pt x="35" y="0"/>
                </a:moveTo>
                <a:lnTo>
                  <a:pt x="0" y="35"/>
                </a:lnTo>
                <a:lnTo>
                  <a:pt x="0" y="46"/>
                </a:lnTo>
                <a:lnTo>
                  <a:pt x="46" y="0"/>
                </a:lnTo>
                <a:lnTo>
                  <a:pt x="35" y="0"/>
                </a:lnTo>
                <a:close/>
              </a:path>
            </a:pathLst>
          </a:custGeom>
          <a:solidFill>
            <a:srgbClr val="7d23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52" name=""/>
          <p:cNvSpPr/>
          <p:nvPr/>
        </p:nvSpPr>
        <p:spPr>
          <a:xfrm>
            <a:off x="647640" y="1438200"/>
            <a:ext cx="19440" cy="19440"/>
          </a:xfrm>
          <a:custGeom>
            <a:avLst/>
            <a:gdLst/>
            <a:ahLst/>
            <a:rect l="0" t="0" r="r" b="b"/>
            <a:pathLst>
              <a:path w="54" h="54">
                <a:moveTo>
                  <a:pt x="45" y="0"/>
                </a:moveTo>
                <a:lnTo>
                  <a:pt x="0" y="46"/>
                </a:lnTo>
                <a:lnTo>
                  <a:pt x="0" y="54"/>
                </a:lnTo>
                <a:lnTo>
                  <a:pt x="54" y="0"/>
                </a:lnTo>
                <a:lnTo>
                  <a:pt x="45" y="0"/>
                </a:lnTo>
                <a:close/>
              </a:path>
            </a:pathLst>
          </a:custGeom>
          <a:solidFill>
            <a:srgbClr val="7e23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53" name=""/>
          <p:cNvSpPr/>
          <p:nvPr/>
        </p:nvSpPr>
        <p:spPr>
          <a:xfrm>
            <a:off x="647640" y="1438200"/>
            <a:ext cx="20880" cy="19440"/>
          </a:xfrm>
          <a:custGeom>
            <a:avLst/>
            <a:gdLst/>
            <a:ahLst/>
            <a:rect l="0" t="0" r="r" b="b"/>
            <a:pathLst>
              <a:path w="58" h="54">
                <a:moveTo>
                  <a:pt x="54" y="0"/>
                </a:moveTo>
                <a:lnTo>
                  <a:pt x="0" y="54"/>
                </a:lnTo>
                <a:lnTo>
                  <a:pt x="4" y="54"/>
                </a:lnTo>
                <a:lnTo>
                  <a:pt x="58" y="0"/>
                </a:lnTo>
                <a:lnTo>
                  <a:pt x="54" y="0"/>
                </a:lnTo>
                <a:close/>
              </a:path>
            </a:pathLst>
          </a:custGeom>
          <a:solidFill>
            <a:srgbClr val="7e24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54" name=""/>
          <p:cNvSpPr/>
          <p:nvPr/>
        </p:nvSpPr>
        <p:spPr>
          <a:xfrm>
            <a:off x="64908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7e24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55" name=""/>
          <p:cNvSpPr/>
          <p:nvPr/>
        </p:nvSpPr>
        <p:spPr>
          <a:xfrm>
            <a:off x="6530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7f24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56" name=""/>
          <p:cNvSpPr/>
          <p:nvPr/>
        </p:nvSpPr>
        <p:spPr>
          <a:xfrm>
            <a:off x="65700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3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3" y="0"/>
                </a:lnTo>
                <a:close/>
              </a:path>
            </a:pathLst>
          </a:custGeom>
          <a:solidFill>
            <a:srgbClr val="7f24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57" name=""/>
          <p:cNvSpPr/>
          <p:nvPr/>
        </p:nvSpPr>
        <p:spPr>
          <a:xfrm>
            <a:off x="66132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025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58" name=""/>
          <p:cNvSpPr/>
          <p:nvPr/>
        </p:nvSpPr>
        <p:spPr>
          <a:xfrm>
            <a:off x="66528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025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59" name=""/>
          <p:cNvSpPr/>
          <p:nvPr/>
        </p:nvSpPr>
        <p:spPr>
          <a:xfrm>
            <a:off x="66924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125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60" name=""/>
          <p:cNvSpPr/>
          <p:nvPr/>
        </p:nvSpPr>
        <p:spPr>
          <a:xfrm>
            <a:off x="67356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126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61" name=""/>
          <p:cNvSpPr/>
          <p:nvPr/>
        </p:nvSpPr>
        <p:spPr>
          <a:xfrm>
            <a:off x="67752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226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62" name=""/>
          <p:cNvSpPr/>
          <p:nvPr/>
        </p:nvSpPr>
        <p:spPr>
          <a:xfrm>
            <a:off x="6818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2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2" y="0"/>
                </a:lnTo>
                <a:close/>
              </a:path>
            </a:pathLst>
          </a:custGeom>
          <a:solidFill>
            <a:srgbClr val="8326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63" name=""/>
          <p:cNvSpPr/>
          <p:nvPr/>
        </p:nvSpPr>
        <p:spPr>
          <a:xfrm>
            <a:off x="68580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327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64" name=""/>
          <p:cNvSpPr/>
          <p:nvPr/>
        </p:nvSpPr>
        <p:spPr>
          <a:xfrm>
            <a:off x="68976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427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65" name=""/>
          <p:cNvSpPr/>
          <p:nvPr/>
        </p:nvSpPr>
        <p:spPr>
          <a:xfrm>
            <a:off x="69408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427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66" name=""/>
          <p:cNvSpPr/>
          <p:nvPr/>
        </p:nvSpPr>
        <p:spPr>
          <a:xfrm>
            <a:off x="6980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528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67" name=""/>
          <p:cNvSpPr/>
          <p:nvPr/>
        </p:nvSpPr>
        <p:spPr>
          <a:xfrm>
            <a:off x="70200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528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68" name=""/>
          <p:cNvSpPr/>
          <p:nvPr/>
        </p:nvSpPr>
        <p:spPr>
          <a:xfrm>
            <a:off x="70632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8628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69" name=""/>
          <p:cNvSpPr/>
          <p:nvPr/>
        </p:nvSpPr>
        <p:spPr>
          <a:xfrm>
            <a:off x="71028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629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70" name=""/>
          <p:cNvSpPr/>
          <p:nvPr/>
        </p:nvSpPr>
        <p:spPr>
          <a:xfrm>
            <a:off x="71424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729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71" name=""/>
          <p:cNvSpPr/>
          <p:nvPr/>
        </p:nvSpPr>
        <p:spPr>
          <a:xfrm>
            <a:off x="71856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729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72" name=""/>
          <p:cNvSpPr/>
          <p:nvPr/>
        </p:nvSpPr>
        <p:spPr>
          <a:xfrm>
            <a:off x="72252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82a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73" name=""/>
          <p:cNvSpPr/>
          <p:nvPr/>
        </p:nvSpPr>
        <p:spPr>
          <a:xfrm>
            <a:off x="7268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892a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74" name=""/>
          <p:cNvSpPr/>
          <p:nvPr/>
        </p:nvSpPr>
        <p:spPr>
          <a:xfrm>
            <a:off x="73080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92a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75" name=""/>
          <p:cNvSpPr/>
          <p:nvPr/>
        </p:nvSpPr>
        <p:spPr>
          <a:xfrm>
            <a:off x="73476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a2b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76" name=""/>
          <p:cNvSpPr/>
          <p:nvPr/>
        </p:nvSpPr>
        <p:spPr>
          <a:xfrm>
            <a:off x="73908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a2b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77" name=""/>
          <p:cNvSpPr/>
          <p:nvPr/>
        </p:nvSpPr>
        <p:spPr>
          <a:xfrm>
            <a:off x="7430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b2b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78" name=""/>
          <p:cNvSpPr/>
          <p:nvPr/>
        </p:nvSpPr>
        <p:spPr>
          <a:xfrm>
            <a:off x="74700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b2c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79" name=""/>
          <p:cNvSpPr/>
          <p:nvPr/>
        </p:nvSpPr>
        <p:spPr>
          <a:xfrm>
            <a:off x="75132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8c2c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80" name=""/>
          <p:cNvSpPr/>
          <p:nvPr/>
        </p:nvSpPr>
        <p:spPr>
          <a:xfrm>
            <a:off x="75528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c2c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81" name=""/>
          <p:cNvSpPr/>
          <p:nvPr/>
        </p:nvSpPr>
        <p:spPr>
          <a:xfrm>
            <a:off x="75960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8d2d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82" name=""/>
          <p:cNvSpPr/>
          <p:nvPr/>
        </p:nvSpPr>
        <p:spPr>
          <a:xfrm>
            <a:off x="76356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e2d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83" name=""/>
          <p:cNvSpPr/>
          <p:nvPr/>
        </p:nvSpPr>
        <p:spPr>
          <a:xfrm>
            <a:off x="76752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e2d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84" name=""/>
          <p:cNvSpPr/>
          <p:nvPr/>
        </p:nvSpPr>
        <p:spPr>
          <a:xfrm>
            <a:off x="7718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8f2e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85" name=""/>
          <p:cNvSpPr/>
          <p:nvPr/>
        </p:nvSpPr>
        <p:spPr>
          <a:xfrm>
            <a:off x="77580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f2e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86" name=""/>
          <p:cNvSpPr/>
          <p:nvPr/>
        </p:nvSpPr>
        <p:spPr>
          <a:xfrm>
            <a:off x="77976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02e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87" name=""/>
          <p:cNvSpPr/>
          <p:nvPr/>
        </p:nvSpPr>
        <p:spPr>
          <a:xfrm>
            <a:off x="78408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02f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88" name=""/>
          <p:cNvSpPr/>
          <p:nvPr/>
        </p:nvSpPr>
        <p:spPr>
          <a:xfrm>
            <a:off x="7880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12f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89" name=""/>
          <p:cNvSpPr/>
          <p:nvPr/>
        </p:nvSpPr>
        <p:spPr>
          <a:xfrm>
            <a:off x="79236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912f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90" name=""/>
          <p:cNvSpPr/>
          <p:nvPr/>
        </p:nvSpPr>
        <p:spPr>
          <a:xfrm>
            <a:off x="79632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9230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91" name=""/>
          <p:cNvSpPr/>
          <p:nvPr/>
        </p:nvSpPr>
        <p:spPr>
          <a:xfrm>
            <a:off x="80028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330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92" name=""/>
          <p:cNvSpPr/>
          <p:nvPr/>
        </p:nvSpPr>
        <p:spPr>
          <a:xfrm>
            <a:off x="80460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330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93" name=""/>
          <p:cNvSpPr/>
          <p:nvPr/>
        </p:nvSpPr>
        <p:spPr>
          <a:xfrm>
            <a:off x="80856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43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94" name=""/>
          <p:cNvSpPr/>
          <p:nvPr/>
        </p:nvSpPr>
        <p:spPr>
          <a:xfrm>
            <a:off x="81252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43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95" name=""/>
          <p:cNvSpPr/>
          <p:nvPr/>
        </p:nvSpPr>
        <p:spPr>
          <a:xfrm>
            <a:off x="8168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53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96" name=""/>
          <p:cNvSpPr/>
          <p:nvPr/>
        </p:nvSpPr>
        <p:spPr>
          <a:xfrm>
            <a:off x="82080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953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97" name=""/>
          <p:cNvSpPr/>
          <p:nvPr/>
        </p:nvSpPr>
        <p:spPr>
          <a:xfrm>
            <a:off x="82476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63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98" name=""/>
          <p:cNvSpPr/>
          <p:nvPr/>
        </p:nvSpPr>
        <p:spPr>
          <a:xfrm>
            <a:off x="82908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63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99" name=""/>
          <p:cNvSpPr/>
          <p:nvPr/>
        </p:nvSpPr>
        <p:spPr>
          <a:xfrm>
            <a:off x="83304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733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00" name=""/>
          <p:cNvSpPr/>
          <p:nvPr/>
        </p:nvSpPr>
        <p:spPr>
          <a:xfrm>
            <a:off x="83736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9833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01" name=""/>
          <p:cNvSpPr/>
          <p:nvPr/>
        </p:nvSpPr>
        <p:spPr>
          <a:xfrm>
            <a:off x="84132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9833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02" name=""/>
          <p:cNvSpPr/>
          <p:nvPr/>
        </p:nvSpPr>
        <p:spPr>
          <a:xfrm>
            <a:off x="845280" y="143820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93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03" name=""/>
          <p:cNvSpPr/>
          <p:nvPr/>
        </p:nvSpPr>
        <p:spPr>
          <a:xfrm>
            <a:off x="84960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93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04" name=""/>
          <p:cNvSpPr/>
          <p:nvPr/>
        </p:nvSpPr>
        <p:spPr>
          <a:xfrm>
            <a:off x="853560" y="143820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a3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05" name=""/>
          <p:cNvSpPr/>
          <p:nvPr/>
        </p:nvSpPr>
        <p:spPr>
          <a:xfrm>
            <a:off x="857520" y="1438200"/>
            <a:ext cx="27720" cy="19440"/>
          </a:xfrm>
          <a:custGeom>
            <a:avLst/>
            <a:gdLst/>
            <a:ahLst/>
            <a:rect l="0" t="0" r="r" b="b"/>
            <a:pathLst>
              <a:path w="77" h="54">
                <a:moveTo>
                  <a:pt x="53" y="0"/>
                </a:moveTo>
                <a:lnTo>
                  <a:pt x="0" y="54"/>
                </a:lnTo>
                <a:lnTo>
                  <a:pt x="23" y="54"/>
                </a:lnTo>
                <a:lnTo>
                  <a:pt x="77" y="0"/>
                </a:lnTo>
                <a:lnTo>
                  <a:pt x="53" y="0"/>
                </a:lnTo>
                <a:close/>
              </a:path>
            </a:pathLst>
          </a:custGeom>
          <a:solidFill>
            <a:srgbClr val="9a35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06" name=""/>
          <p:cNvSpPr/>
          <p:nvPr/>
        </p:nvSpPr>
        <p:spPr>
          <a:xfrm>
            <a:off x="8658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a35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07" name=""/>
          <p:cNvSpPr/>
          <p:nvPr/>
        </p:nvSpPr>
        <p:spPr>
          <a:xfrm>
            <a:off x="8679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9935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08" name=""/>
          <p:cNvSpPr/>
          <p:nvPr/>
        </p:nvSpPr>
        <p:spPr>
          <a:xfrm>
            <a:off x="8701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9835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09" name=""/>
          <p:cNvSpPr/>
          <p:nvPr/>
        </p:nvSpPr>
        <p:spPr>
          <a:xfrm>
            <a:off x="8719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735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10" name=""/>
          <p:cNvSpPr/>
          <p:nvPr/>
        </p:nvSpPr>
        <p:spPr>
          <a:xfrm>
            <a:off x="8740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96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11" name=""/>
          <p:cNvSpPr/>
          <p:nvPr/>
        </p:nvSpPr>
        <p:spPr>
          <a:xfrm>
            <a:off x="8762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96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12" name=""/>
          <p:cNvSpPr/>
          <p:nvPr/>
        </p:nvSpPr>
        <p:spPr>
          <a:xfrm>
            <a:off x="8780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5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13" name=""/>
          <p:cNvSpPr/>
          <p:nvPr/>
        </p:nvSpPr>
        <p:spPr>
          <a:xfrm>
            <a:off x="8802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4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14" name=""/>
          <p:cNvSpPr/>
          <p:nvPr/>
        </p:nvSpPr>
        <p:spPr>
          <a:xfrm>
            <a:off x="8823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933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15" name=""/>
          <p:cNvSpPr/>
          <p:nvPr/>
        </p:nvSpPr>
        <p:spPr>
          <a:xfrm>
            <a:off x="8841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23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16" name=""/>
          <p:cNvSpPr/>
          <p:nvPr/>
        </p:nvSpPr>
        <p:spPr>
          <a:xfrm>
            <a:off x="8863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23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17" name=""/>
          <p:cNvSpPr/>
          <p:nvPr/>
        </p:nvSpPr>
        <p:spPr>
          <a:xfrm>
            <a:off x="8884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9136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18" name=""/>
          <p:cNvSpPr/>
          <p:nvPr/>
        </p:nvSpPr>
        <p:spPr>
          <a:xfrm>
            <a:off x="8902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9036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19" name=""/>
          <p:cNvSpPr/>
          <p:nvPr/>
        </p:nvSpPr>
        <p:spPr>
          <a:xfrm>
            <a:off x="8924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f36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20" name=""/>
          <p:cNvSpPr/>
          <p:nvPr/>
        </p:nvSpPr>
        <p:spPr>
          <a:xfrm>
            <a:off x="8946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e36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21" name=""/>
          <p:cNvSpPr/>
          <p:nvPr/>
        </p:nvSpPr>
        <p:spPr>
          <a:xfrm>
            <a:off x="8964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e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22" name=""/>
          <p:cNvSpPr/>
          <p:nvPr/>
        </p:nvSpPr>
        <p:spPr>
          <a:xfrm>
            <a:off x="8985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d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23" name=""/>
          <p:cNvSpPr/>
          <p:nvPr/>
        </p:nvSpPr>
        <p:spPr>
          <a:xfrm>
            <a:off x="9007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c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24" name=""/>
          <p:cNvSpPr/>
          <p:nvPr/>
        </p:nvSpPr>
        <p:spPr>
          <a:xfrm>
            <a:off x="9025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b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25" name=""/>
          <p:cNvSpPr/>
          <p:nvPr/>
        </p:nvSpPr>
        <p:spPr>
          <a:xfrm>
            <a:off x="9046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a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26" name=""/>
          <p:cNvSpPr/>
          <p:nvPr/>
        </p:nvSpPr>
        <p:spPr>
          <a:xfrm>
            <a:off x="9068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a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27" name=""/>
          <p:cNvSpPr/>
          <p:nvPr/>
        </p:nvSpPr>
        <p:spPr>
          <a:xfrm>
            <a:off x="9090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2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2" y="0"/>
                </a:lnTo>
                <a:close/>
              </a:path>
            </a:pathLst>
          </a:custGeom>
          <a:solidFill>
            <a:srgbClr val="89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28" name=""/>
          <p:cNvSpPr/>
          <p:nvPr/>
        </p:nvSpPr>
        <p:spPr>
          <a:xfrm>
            <a:off x="9108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8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29" name=""/>
          <p:cNvSpPr/>
          <p:nvPr/>
        </p:nvSpPr>
        <p:spPr>
          <a:xfrm>
            <a:off x="9129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736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30" name=""/>
          <p:cNvSpPr/>
          <p:nvPr/>
        </p:nvSpPr>
        <p:spPr>
          <a:xfrm>
            <a:off x="9151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8636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31" name=""/>
          <p:cNvSpPr/>
          <p:nvPr/>
        </p:nvSpPr>
        <p:spPr>
          <a:xfrm>
            <a:off x="9169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636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32" name=""/>
          <p:cNvSpPr/>
          <p:nvPr/>
        </p:nvSpPr>
        <p:spPr>
          <a:xfrm>
            <a:off x="9190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5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33" name=""/>
          <p:cNvSpPr/>
          <p:nvPr/>
        </p:nvSpPr>
        <p:spPr>
          <a:xfrm>
            <a:off x="9212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4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34" name=""/>
          <p:cNvSpPr/>
          <p:nvPr/>
        </p:nvSpPr>
        <p:spPr>
          <a:xfrm>
            <a:off x="9230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3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35" name=""/>
          <p:cNvSpPr/>
          <p:nvPr/>
        </p:nvSpPr>
        <p:spPr>
          <a:xfrm>
            <a:off x="9252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2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36" name=""/>
          <p:cNvSpPr/>
          <p:nvPr/>
        </p:nvSpPr>
        <p:spPr>
          <a:xfrm>
            <a:off x="9273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82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37" name=""/>
          <p:cNvSpPr/>
          <p:nvPr/>
        </p:nvSpPr>
        <p:spPr>
          <a:xfrm>
            <a:off x="9291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3" y="0"/>
                </a:lnTo>
                <a:close/>
              </a:path>
            </a:pathLst>
          </a:custGeom>
          <a:solidFill>
            <a:srgbClr val="81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38" name=""/>
          <p:cNvSpPr/>
          <p:nvPr/>
        </p:nvSpPr>
        <p:spPr>
          <a:xfrm>
            <a:off x="9313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80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39" name=""/>
          <p:cNvSpPr/>
          <p:nvPr/>
        </p:nvSpPr>
        <p:spPr>
          <a:xfrm>
            <a:off x="9334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f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40" name=""/>
          <p:cNvSpPr/>
          <p:nvPr/>
        </p:nvSpPr>
        <p:spPr>
          <a:xfrm>
            <a:off x="9352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f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41" name=""/>
          <p:cNvSpPr/>
          <p:nvPr/>
        </p:nvSpPr>
        <p:spPr>
          <a:xfrm>
            <a:off x="9374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e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42" name=""/>
          <p:cNvSpPr/>
          <p:nvPr/>
        </p:nvSpPr>
        <p:spPr>
          <a:xfrm>
            <a:off x="9396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d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43" name=""/>
          <p:cNvSpPr/>
          <p:nvPr/>
        </p:nvSpPr>
        <p:spPr>
          <a:xfrm>
            <a:off x="9414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c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44" name=""/>
          <p:cNvSpPr/>
          <p:nvPr/>
        </p:nvSpPr>
        <p:spPr>
          <a:xfrm>
            <a:off x="9435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b37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45" name=""/>
          <p:cNvSpPr/>
          <p:nvPr/>
        </p:nvSpPr>
        <p:spPr>
          <a:xfrm>
            <a:off x="9457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b37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46" name=""/>
          <p:cNvSpPr/>
          <p:nvPr/>
        </p:nvSpPr>
        <p:spPr>
          <a:xfrm>
            <a:off x="9478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7a37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47" name=""/>
          <p:cNvSpPr/>
          <p:nvPr/>
        </p:nvSpPr>
        <p:spPr>
          <a:xfrm>
            <a:off x="949680" y="1438200"/>
            <a:ext cx="21960" cy="19440"/>
          </a:xfrm>
          <a:custGeom>
            <a:avLst/>
            <a:gdLst/>
            <a:ahLst/>
            <a:rect l="0" t="0" r="r" b="b"/>
            <a:pathLst>
              <a:path w="61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1" y="0"/>
                </a:lnTo>
                <a:lnTo>
                  <a:pt x="54" y="0"/>
                </a:lnTo>
                <a:close/>
              </a:path>
            </a:pathLst>
          </a:custGeom>
          <a:solidFill>
            <a:srgbClr val="79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48" name=""/>
          <p:cNvSpPr/>
          <p:nvPr/>
        </p:nvSpPr>
        <p:spPr>
          <a:xfrm>
            <a:off x="9518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8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49" name=""/>
          <p:cNvSpPr/>
          <p:nvPr/>
        </p:nvSpPr>
        <p:spPr>
          <a:xfrm>
            <a:off x="9540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77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50" name=""/>
          <p:cNvSpPr/>
          <p:nvPr/>
        </p:nvSpPr>
        <p:spPr>
          <a:xfrm>
            <a:off x="9558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7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51" name=""/>
          <p:cNvSpPr/>
          <p:nvPr/>
        </p:nvSpPr>
        <p:spPr>
          <a:xfrm>
            <a:off x="9579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6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52" name=""/>
          <p:cNvSpPr/>
          <p:nvPr/>
        </p:nvSpPr>
        <p:spPr>
          <a:xfrm>
            <a:off x="9601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5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53" name=""/>
          <p:cNvSpPr/>
          <p:nvPr/>
        </p:nvSpPr>
        <p:spPr>
          <a:xfrm>
            <a:off x="9619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4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54" name=""/>
          <p:cNvSpPr/>
          <p:nvPr/>
        </p:nvSpPr>
        <p:spPr>
          <a:xfrm>
            <a:off x="9640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3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55" name=""/>
          <p:cNvSpPr/>
          <p:nvPr/>
        </p:nvSpPr>
        <p:spPr>
          <a:xfrm>
            <a:off x="9662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7337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56" name=""/>
          <p:cNvSpPr/>
          <p:nvPr/>
        </p:nvSpPr>
        <p:spPr>
          <a:xfrm>
            <a:off x="9680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237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57" name=""/>
          <p:cNvSpPr/>
          <p:nvPr/>
        </p:nvSpPr>
        <p:spPr>
          <a:xfrm>
            <a:off x="9702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7137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58" name=""/>
          <p:cNvSpPr/>
          <p:nvPr/>
        </p:nvSpPr>
        <p:spPr>
          <a:xfrm>
            <a:off x="9723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70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59" name=""/>
          <p:cNvSpPr/>
          <p:nvPr/>
        </p:nvSpPr>
        <p:spPr>
          <a:xfrm>
            <a:off x="9741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f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60" name=""/>
          <p:cNvSpPr/>
          <p:nvPr/>
        </p:nvSpPr>
        <p:spPr>
          <a:xfrm>
            <a:off x="9763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f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61" name=""/>
          <p:cNvSpPr/>
          <p:nvPr/>
        </p:nvSpPr>
        <p:spPr>
          <a:xfrm>
            <a:off x="9784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e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62" name=""/>
          <p:cNvSpPr/>
          <p:nvPr/>
        </p:nvSpPr>
        <p:spPr>
          <a:xfrm>
            <a:off x="9802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d37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63" name=""/>
          <p:cNvSpPr/>
          <p:nvPr/>
        </p:nvSpPr>
        <p:spPr>
          <a:xfrm>
            <a:off x="9824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c38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64" name=""/>
          <p:cNvSpPr/>
          <p:nvPr/>
        </p:nvSpPr>
        <p:spPr>
          <a:xfrm>
            <a:off x="9846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b38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65" name=""/>
          <p:cNvSpPr/>
          <p:nvPr/>
        </p:nvSpPr>
        <p:spPr>
          <a:xfrm>
            <a:off x="9867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6b38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66" name=""/>
          <p:cNvSpPr/>
          <p:nvPr/>
        </p:nvSpPr>
        <p:spPr>
          <a:xfrm>
            <a:off x="9885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a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67" name=""/>
          <p:cNvSpPr/>
          <p:nvPr/>
        </p:nvSpPr>
        <p:spPr>
          <a:xfrm>
            <a:off x="9907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9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68" name=""/>
          <p:cNvSpPr/>
          <p:nvPr/>
        </p:nvSpPr>
        <p:spPr>
          <a:xfrm>
            <a:off x="9928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2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2" y="0"/>
                </a:lnTo>
                <a:close/>
              </a:path>
            </a:pathLst>
          </a:custGeom>
          <a:solidFill>
            <a:srgbClr val="68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69" name=""/>
          <p:cNvSpPr/>
          <p:nvPr/>
        </p:nvSpPr>
        <p:spPr>
          <a:xfrm>
            <a:off x="9946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7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70" name=""/>
          <p:cNvSpPr/>
          <p:nvPr/>
        </p:nvSpPr>
        <p:spPr>
          <a:xfrm>
            <a:off x="9968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738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71" name=""/>
          <p:cNvSpPr/>
          <p:nvPr/>
        </p:nvSpPr>
        <p:spPr>
          <a:xfrm>
            <a:off x="9990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638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72" name=""/>
          <p:cNvSpPr/>
          <p:nvPr/>
        </p:nvSpPr>
        <p:spPr>
          <a:xfrm>
            <a:off x="10008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538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73" name=""/>
          <p:cNvSpPr/>
          <p:nvPr/>
        </p:nvSpPr>
        <p:spPr>
          <a:xfrm>
            <a:off x="10029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4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74" name=""/>
          <p:cNvSpPr/>
          <p:nvPr/>
        </p:nvSpPr>
        <p:spPr>
          <a:xfrm>
            <a:off x="10051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3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75" name=""/>
          <p:cNvSpPr/>
          <p:nvPr/>
        </p:nvSpPr>
        <p:spPr>
          <a:xfrm>
            <a:off x="10069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3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76" name=""/>
          <p:cNvSpPr/>
          <p:nvPr/>
        </p:nvSpPr>
        <p:spPr>
          <a:xfrm>
            <a:off x="10090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62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77" name=""/>
          <p:cNvSpPr/>
          <p:nvPr/>
        </p:nvSpPr>
        <p:spPr>
          <a:xfrm>
            <a:off x="10112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61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78" name=""/>
          <p:cNvSpPr/>
          <p:nvPr/>
        </p:nvSpPr>
        <p:spPr>
          <a:xfrm>
            <a:off x="10130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3" y="0"/>
                </a:lnTo>
                <a:close/>
              </a:path>
            </a:pathLst>
          </a:custGeom>
          <a:solidFill>
            <a:srgbClr val="60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79" name=""/>
          <p:cNvSpPr/>
          <p:nvPr/>
        </p:nvSpPr>
        <p:spPr>
          <a:xfrm>
            <a:off x="10152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f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80" name=""/>
          <p:cNvSpPr/>
          <p:nvPr/>
        </p:nvSpPr>
        <p:spPr>
          <a:xfrm>
            <a:off x="10173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f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81" name=""/>
          <p:cNvSpPr/>
          <p:nvPr/>
        </p:nvSpPr>
        <p:spPr>
          <a:xfrm>
            <a:off x="10191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e38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82" name=""/>
          <p:cNvSpPr/>
          <p:nvPr/>
        </p:nvSpPr>
        <p:spPr>
          <a:xfrm>
            <a:off x="10213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d38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83" name=""/>
          <p:cNvSpPr/>
          <p:nvPr/>
        </p:nvSpPr>
        <p:spPr>
          <a:xfrm>
            <a:off x="10234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c38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84" name=""/>
          <p:cNvSpPr/>
          <p:nvPr/>
        </p:nvSpPr>
        <p:spPr>
          <a:xfrm>
            <a:off x="10256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5c38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85" name=""/>
          <p:cNvSpPr/>
          <p:nvPr/>
        </p:nvSpPr>
        <p:spPr>
          <a:xfrm>
            <a:off x="10274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b38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86" name=""/>
          <p:cNvSpPr/>
          <p:nvPr/>
        </p:nvSpPr>
        <p:spPr>
          <a:xfrm>
            <a:off x="10296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a38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87" name=""/>
          <p:cNvSpPr/>
          <p:nvPr/>
        </p:nvSpPr>
        <p:spPr>
          <a:xfrm>
            <a:off x="10317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5939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88" name=""/>
          <p:cNvSpPr/>
          <p:nvPr/>
        </p:nvSpPr>
        <p:spPr>
          <a:xfrm>
            <a:off x="10335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3" y="0"/>
                </a:lnTo>
                <a:close/>
              </a:path>
            </a:pathLst>
          </a:custGeom>
          <a:solidFill>
            <a:srgbClr val="58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89" name=""/>
          <p:cNvSpPr/>
          <p:nvPr/>
        </p:nvSpPr>
        <p:spPr>
          <a:xfrm>
            <a:off x="10357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8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90" name=""/>
          <p:cNvSpPr/>
          <p:nvPr/>
        </p:nvSpPr>
        <p:spPr>
          <a:xfrm>
            <a:off x="10378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7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91" name=""/>
          <p:cNvSpPr/>
          <p:nvPr/>
        </p:nvSpPr>
        <p:spPr>
          <a:xfrm>
            <a:off x="10396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6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92" name=""/>
          <p:cNvSpPr/>
          <p:nvPr/>
        </p:nvSpPr>
        <p:spPr>
          <a:xfrm>
            <a:off x="10418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539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93" name=""/>
          <p:cNvSpPr/>
          <p:nvPr/>
        </p:nvSpPr>
        <p:spPr>
          <a:xfrm>
            <a:off x="10440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439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94" name=""/>
          <p:cNvSpPr/>
          <p:nvPr/>
        </p:nvSpPr>
        <p:spPr>
          <a:xfrm>
            <a:off x="10458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439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95" name=""/>
          <p:cNvSpPr/>
          <p:nvPr/>
        </p:nvSpPr>
        <p:spPr>
          <a:xfrm>
            <a:off x="10479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3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96" name=""/>
          <p:cNvSpPr/>
          <p:nvPr/>
        </p:nvSpPr>
        <p:spPr>
          <a:xfrm>
            <a:off x="10501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52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97" name=""/>
          <p:cNvSpPr/>
          <p:nvPr/>
        </p:nvSpPr>
        <p:spPr>
          <a:xfrm>
            <a:off x="10519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1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98" name=""/>
          <p:cNvSpPr/>
          <p:nvPr/>
        </p:nvSpPr>
        <p:spPr>
          <a:xfrm>
            <a:off x="10540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50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99" name=""/>
          <p:cNvSpPr/>
          <p:nvPr/>
        </p:nvSpPr>
        <p:spPr>
          <a:xfrm>
            <a:off x="10562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50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00" name=""/>
          <p:cNvSpPr/>
          <p:nvPr/>
        </p:nvSpPr>
        <p:spPr>
          <a:xfrm>
            <a:off x="10580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f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01" name=""/>
          <p:cNvSpPr/>
          <p:nvPr/>
        </p:nvSpPr>
        <p:spPr>
          <a:xfrm>
            <a:off x="10602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e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02" name=""/>
          <p:cNvSpPr/>
          <p:nvPr/>
        </p:nvSpPr>
        <p:spPr>
          <a:xfrm>
            <a:off x="10623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4d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03" name=""/>
          <p:cNvSpPr/>
          <p:nvPr/>
        </p:nvSpPr>
        <p:spPr>
          <a:xfrm>
            <a:off x="10645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4c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04" name=""/>
          <p:cNvSpPr/>
          <p:nvPr/>
        </p:nvSpPr>
        <p:spPr>
          <a:xfrm>
            <a:off x="10663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c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05" name=""/>
          <p:cNvSpPr/>
          <p:nvPr/>
        </p:nvSpPr>
        <p:spPr>
          <a:xfrm>
            <a:off x="10684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4b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06" name=""/>
          <p:cNvSpPr/>
          <p:nvPr/>
        </p:nvSpPr>
        <p:spPr>
          <a:xfrm>
            <a:off x="10706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4a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07" name=""/>
          <p:cNvSpPr/>
          <p:nvPr/>
        </p:nvSpPr>
        <p:spPr>
          <a:xfrm>
            <a:off x="10724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939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08" name=""/>
          <p:cNvSpPr/>
          <p:nvPr/>
        </p:nvSpPr>
        <p:spPr>
          <a:xfrm>
            <a:off x="10746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7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839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09" name=""/>
          <p:cNvSpPr/>
          <p:nvPr/>
        </p:nvSpPr>
        <p:spPr>
          <a:xfrm>
            <a:off x="10767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4839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10" name=""/>
          <p:cNvSpPr/>
          <p:nvPr/>
        </p:nvSpPr>
        <p:spPr>
          <a:xfrm>
            <a:off x="10785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7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11" name=""/>
          <p:cNvSpPr/>
          <p:nvPr/>
        </p:nvSpPr>
        <p:spPr>
          <a:xfrm>
            <a:off x="10807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6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12" name=""/>
          <p:cNvSpPr/>
          <p:nvPr/>
        </p:nvSpPr>
        <p:spPr>
          <a:xfrm>
            <a:off x="10828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45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13" name=""/>
          <p:cNvSpPr/>
          <p:nvPr/>
        </p:nvSpPr>
        <p:spPr>
          <a:xfrm>
            <a:off x="10846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4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14" name=""/>
          <p:cNvSpPr/>
          <p:nvPr/>
        </p:nvSpPr>
        <p:spPr>
          <a:xfrm>
            <a:off x="10868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4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15" name=""/>
          <p:cNvSpPr/>
          <p:nvPr/>
        </p:nvSpPr>
        <p:spPr>
          <a:xfrm>
            <a:off x="10890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43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16" name=""/>
          <p:cNvSpPr/>
          <p:nvPr/>
        </p:nvSpPr>
        <p:spPr>
          <a:xfrm>
            <a:off x="10908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2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17" name=""/>
          <p:cNvSpPr/>
          <p:nvPr/>
        </p:nvSpPr>
        <p:spPr>
          <a:xfrm>
            <a:off x="10929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41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18" name=""/>
          <p:cNvSpPr/>
          <p:nvPr/>
        </p:nvSpPr>
        <p:spPr>
          <a:xfrm>
            <a:off x="10951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403a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19" name=""/>
          <p:cNvSpPr/>
          <p:nvPr/>
        </p:nvSpPr>
        <p:spPr>
          <a:xfrm>
            <a:off x="10969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3" y="0"/>
                </a:lnTo>
                <a:close/>
              </a:path>
            </a:pathLst>
          </a:custGeom>
          <a:solidFill>
            <a:srgbClr val="403a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20" name=""/>
          <p:cNvSpPr/>
          <p:nvPr/>
        </p:nvSpPr>
        <p:spPr>
          <a:xfrm>
            <a:off x="10990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f3a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21" name=""/>
          <p:cNvSpPr/>
          <p:nvPr/>
        </p:nvSpPr>
        <p:spPr>
          <a:xfrm>
            <a:off x="11012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3e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22" name=""/>
          <p:cNvSpPr/>
          <p:nvPr/>
        </p:nvSpPr>
        <p:spPr>
          <a:xfrm>
            <a:off x="110340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3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3" y="0"/>
                </a:lnTo>
                <a:close/>
              </a:path>
            </a:pathLst>
          </a:custGeom>
          <a:solidFill>
            <a:srgbClr val="3d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23" name=""/>
          <p:cNvSpPr/>
          <p:nvPr/>
        </p:nvSpPr>
        <p:spPr>
          <a:xfrm>
            <a:off x="11052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c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24" name=""/>
          <p:cNvSpPr/>
          <p:nvPr/>
        </p:nvSpPr>
        <p:spPr>
          <a:xfrm>
            <a:off x="11073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c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25" name=""/>
          <p:cNvSpPr/>
          <p:nvPr/>
        </p:nvSpPr>
        <p:spPr>
          <a:xfrm>
            <a:off x="110952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3b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26" name=""/>
          <p:cNvSpPr/>
          <p:nvPr/>
        </p:nvSpPr>
        <p:spPr>
          <a:xfrm>
            <a:off x="11113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a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27" name=""/>
          <p:cNvSpPr/>
          <p:nvPr/>
        </p:nvSpPr>
        <p:spPr>
          <a:xfrm>
            <a:off x="11134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9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28" name=""/>
          <p:cNvSpPr/>
          <p:nvPr/>
        </p:nvSpPr>
        <p:spPr>
          <a:xfrm>
            <a:off x="111564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39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29" name=""/>
          <p:cNvSpPr/>
          <p:nvPr/>
        </p:nvSpPr>
        <p:spPr>
          <a:xfrm>
            <a:off x="111744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3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3" y="0"/>
                </a:lnTo>
                <a:close/>
              </a:path>
            </a:pathLst>
          </a:custGeom>
          <a:solidFill>
            <a:srgbClr val="38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30" name=""/>
          <p:cNvSpPr/>
          <p:nvPr/>
        </p:nvSpPr>
        <p:spPr>
          <a:xfrm>
            <a:off x="111960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7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31" name=""/>
          <p:cNvSpPr/>
          <p:nvPr/>
        </p:nvSpPr>
        <p:spPr>
          <a:xfrm>
            <a:off x="112176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36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32" name=""/>
          <p:cNvSpPr/>
          <p:nvPr/>
        </p:nvSpPr>
        <p:spPr>
          <a:xfrm>
            <a:off x="112356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5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33" name=""/>
          <p:cNvSpPr/>
          <p:nvPr/>
        </p:nvSpPr>
        <p:spPr>
          <a:xfrm>
            <a:off x="112572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53a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34" name=""/>
          <p:cNvSpPr/>
          <p:nvPr/>
        </p:nvSpPr>
        <p:spPr>
          <a:xfrm>
            <a:off x="1127880" y="1438200"/>
            <a:ext cx="21240" cy="19440"/>
          </a:xfrm>
          <a:custGeom>
            <a:avLst/>
            <a:gdLst/>
            <a:ahLst/>
            <a:rect l="0" t="0" r="r" b="b"/>
            <a:pathLst>
              <a:path w="59" h="54">
                <a:moveTo>
                  <a:pt x="54" y="0"/>
                </a:moveTo>
                <a:lnTo>
                  <a:pt x="0" y="54"/>
                </a:lnTo>
                <a:lnTo>
                  <a:pt x="5" y="54"/>
                </a:lnTo>
                <a:lnTo>
                  <a:pt x="59" y="0"/>
                </a:lnTo>
                <a:lnTo>
                  <a:pt x="54" y="0"/>
                </a:lnTo>
                <a:close/>
              </a:path>
            </a:pathLst>
          </a:custGeom>
          <a:solidFill>
            <a:srgbClr val="343b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35" name=""/>
          <p:cNvSpPr/>
          <p:nvPr/>
        </p:nvSpPr>
        <p:spPr>
          <a:xfrm>
            <a:off x="1129680" y="143820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60" y="0"/>
                </a:lnTo>
                <a:lnTo>
                  <a:pt x="54" y="0"/>
                </a:lnTo>
                <a:close/>
              </a:path>
            </a:pathLst>
          </a:custGeom>
          <a:solidFill>
            <a:srgbClr val="333b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36" name=""/>
          <p:cNvSpPr/>
          <p:nvPr/>
        </p:nvSpPr>
        <p:spPr>
          <a:xfrm>
            <a:off x="1131840" y="1438200"/>
            <a:ext cx="20880" cy="19440"/>
          </a:xfrm>
          <a:custGeom>
            <a:avLst/>
            <a:gdLst/>
            <a:ahLst/>
            <a:rect l="0" t="0" r="r" b="b"/>
            <a:pathLst>
              <a:path w="58" h="54">
                <a:moveTo>
                  <a:pt x="54" y="0"/>
                </a:moveTo>
                <a:lnTo>
                  <a:pt x="0" y="54"/>
                </a:lnTo>
                <a:lnTo>
                  <a:pt x="6" y="54"/>
                </a:lnTo>
                <a:lnTo>
                  <a:pt x="58" y="1"/>
                </a:lnTo>
                <a:lnTo>
                  <a:pt x="54" y="0"/>
                </a:lnTo>
                <a:close/>
              </a:path>
            </a:pathLst>
          </a:custGeom>
          <a:solidFill>
            <a:srgbClr val="32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37" name=""/>
          <p:cNvSpPr/>
          <p:nvPr/>
        </p:nvSpPr>
        <p:spPr>
          <a:xfrm>
            <a:off x="1134000" y="1438560"/>
            <a:ext cx="18720" cy="19080"/>
          </a:xfrm>
          <a:custGeom>
            <a:avLst/>
            <a:gdLst/>
            <a:ahLst/>
            <a:rect l="0" t="0" r="r" b="b"/>
            <a:pathLst>
              <a:path w="52" h="53">
                <a:moveTo>
                  <a:pt x="52" y="0"/>
                </a:moveTo>
                <a:lnTo>
                  <a:pt x="0" y="53"/>
                </a:lnTo>
                <a:lnTo>
                  <a:pt x="5" y="53"/>
                </a:lnTo>
                <a:lnTo>
                  <a:pt x="52" y="6"/>
                </a:lnTo>
                <a:lnTo>
                  <a:pt x="52" y="0"/>
                </a:lnTo>
                <a:close/>
              </a:path>
            </a:pathLst>
          </a:custGeom>
          <a:solidFill>
            <a:srgbClr val="31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38" name=""/>
          <p:cNvSpPr/>
          <p:nvPr/>
        </p:nvSpPr>
        <p:spPr>
          <a:xfrm>
            <a:off x="1135800" y="1440720"/>
            <a:ext cx="16920" cy="16920"/>
          </a:xfrm>
          <a:custGeom>
            <a:avLst/>
            <a:gdLst/>
            <a:ahLst/>
            <a:rect l="0" t="0" r="r" b="b"/>
            <a:pathLst>
              <a:path w="47" h="47">
                <a:moveTo>
                  <a:pt x="47" y="0"/>
                </a:moveTo>
                <a:lnTo>
                  <a:pt x="0" y="47"/>
                </a:lnTo>
                <a:lnTo>
                  <a:pt x="6" y="47"/>
                </a:lnTo>
                <a:lnTo>
                  <a:pt x="47" y="6"/>
                </a:lnTo>
                <a:lnTo>
                  <a:pt x="47" y="0"/>
                </a:lnTo>
                <a:close/>
              </a:path>
            </a:pathLst>
          </a:custGeom>
          <a:solidFill>
            <a:srgbClr val="31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39" name=""/>
          <p:cNvSpPr/>
          <p:nvPr/>
        </p:nvSpPr>
        <p:spPr>
          <a:xfrm>
            <a:off x="1137960" y="1442880"/>
            <a:ext cx="14760" cy="14760"/>
          </a:xfrm>
          <a:custGeom>
            <a:avLst/>
            <a:gdLst/>
            <a:ahLst/>
            <a:rect l="0" t="0" r="r" b="b"/>
            <a:pathLst>
              <a:path w="41" h="41">
                <a:moveTo>
                  <a:pt x="41" y="0"/>
                </a:moveTo>
                <a:lnTo>
                  <a:pt x="0" y="41"/>
                </a:lnTo>
                <a:lnTo>
                  <a:pt x="6" y="41"/>
                </a:lnTo>
                <a:lnTo>
                  <a:pt x="41" y="6"/>
                </a:lnTo>
                <a:lnTo>
                  <a:pt x="41" y="0"/>
                </a:lnTo>
                <a:close/>
              </a:path>
            </a:pathLst>
          </a:custGeom>
          <a:solidFill>
            <a:srgbClr val="30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40" name=""/>
          <p:cNvSpPr/>
          <p:nvPr/>
        </p:nvSpPr>
        <p:spPr>
          <a:xfrm>
            <a:off x="1140120" y="1445040"/>
            <a:ext cx="12600" cy="12600"/>
          </a:xfrm>
          <a:custGeom>
            <a:avLst/>
            <a:gdLst/>
            <a:ahLst/>
            <a:rect l="0" t="0" r="r" b="b"/>
            <a:pathLst>
              <a:path w="35" h="35">
                <a:moveTo>
                  <a:pt x="35" y="0"/>
                </a:moveTo>
                <a:lnTo>
                  <a:pt x="0" y="35"/>
                </a:lnTo>
                <a:lnTo>
                  <a:pt x="6" y="35"/>
                </a:lnTo>
                <a:lnTo>
                  <a:pt x="35" y="5"/>
                </a:lnTo>
                <a:lnTo>
                  <a:pt x="35" y="0"/>
                </a:lnTo>
                <a:close/>
              </a:path>
            </a:pathLst>
          </a:custGeom>
          <a:solidFill>
            <a:srgbClr val="2f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41" name=""/>
          <p:cNvSpPr/>
          <p:nvPr/>
        </p:nvSpPr>
        <p:spPr>
          <a:xfrm>
            <a:off x="1142280" y="1446840"/>
            <a:ext cx="10440" cy="10800"/>
          </a:xfrm>
          <a:custGeom>
            <a:avLst/>
            <a:gdLst/>
            <a:ahLst/>
            <a:rect l="0" t="0" r="r" b="b"/>
            <a:pathLst>
              <a:path w="29" h="30">
                <a:moveTo>
                  <a:pt x="29" y="0"/>
                </a:moveTo>
                <a:lnTo>
                  <a:pt x="0" y="30"/>
                </a:lnTo>
                <a:lnTo>
                  <a:pt x="6" y="30"/>
                </a:lnTo>
                <a:lnTo>
                  <a:pt x="29" y="6"/>
                </a:lnTo>
                <a:lnTo>
                  <a:pt x="29" y="0"/>
                </a:lnTo>
                <a:close/>
              </a:path>
            </a:pathLst>
          </a:custGeom>
          <a:solidFill>
            <a:srgbClr val="2e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42" name=""/>
          <p:cNvSpPr/>
          <p:nvPr/>
        </p:nvSpPr>
        <p:spPr>
          <a:xfrm>
            <a:off x="1144080" y="1449000"/>
            <a:ext cx="9000" cy="8640"/>
          </a:xfrm>
          <a:custGeom>
            <a:avLst/>
            <a:gdLst/>
            <a:ahLst/>
            <a:rect l="0" t="0" r="r" b="b"/>
            <a:pathLst>
              <a:path w="25" h="24">
                <a:moveTo>
                  <a:pt x="25" y="0"/>
                </a:moveTo>
                <a:lnTo>
                  <a:pt x="0" y="24"/>
                </a:lnTo>
                <a:lnTo>
                  <a:pt x="7" y="24"/>
                </a:lnTo>
                <a:lnTo>
                  <a:pt x="25" y="6"/>
                </a:lnTo>
                <a:lnTo>
                  <a:pt x="25" y="0"/>
                </a:lnTo>
                <a:close/>
              </a:path>
            </a:pathLst>
          </a:custGeom>
          <a:solidFill>
            <a:srgbClr val="2d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43" name=""/>
          <p:cNvSpPr/>
          <p:nvPr/>
        </p:nvSpPr>
        <p:spPr>
          <a:xfrm>
            <a:off x="1146240" y="1451160"/>
            <a:ext cx="6480" cy="6480"/>
          </a:xfrm>
          <a:custGeom>
            <a:avLst/>
            <a:gdLst/>
            <a:ahLst/>
            <a:rect l="0" t="0" r="r" b="b"/>
            <a:pathLst>
              <a:path w="18" h="18">
                <a:moveTo>
                  <a:pt x="18" y="0"/>
                </a:moveTo>
                <a:lnTo>
                  <a:pt x="0" y="18"/>
                </a:lnTo>
                <a:lnTo>
                  <a:pt x="7" y="18"/>
                </a:lnTo>
                <a:lnTo>
                  <a:pt x="18" y="5"/>
                </a:lnTo>
                <a:lnTo>
                  <a:pt x="18" y="0"/>
                </a:lnTo>
                <a:close/>
              </a:path>
            </a:pathLst>
          </a:custGeom>
          <a:solidFill>
            <a:srgbClr val="2d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44" name=""/>
          <p:cNvSpPr/>
          <p:nvPr/>
        </p:nvSpPr>
        <p:spPr>
          <a:xfrm>
            <a:off x="1148400" y="1452960"/>
            <a:ext cx="4320" cy="4680"/>
          </a:xfrm>
          <a:custGeom>
            <a:avLst/>
            <a:gdLst/>
            <a:ahLst/>
            <a:rect l="0" t="0" r="r" b="b"/>
            <a:pathLst>
              <a:path w="12" h="13">
                <a:moveTo>
                  <a:pt x="12" y="0"/>
                </a:moveTo>
                <a:lnTo>
                  <a:pt x="0" y="13"/>
                </a:lnTo>
                <a:lnTo>
                  <a:pt x="5" y="13"/>
                </a:lnTo>
                <a:lnTo>
                  <a:pt x="12" y="6"/>
                </a:lnTo>
                <a:lnTo>
                  <a:pt x="12" y="0"/>
                </a:lnTo>
                <a:close/>
              </a:path>
            </a:pathLst>
          </a:custGeom>
          <a:solidFill>
            <a:srgbClr val="2c3b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45" name=""/>
          <p:cNvSpPr/>
          <p:nvPr/>
        </p:nvSpPr>
        <p:spPr>
          <a:xfrm>
            <a:off x="1150200" y="1455120"/>
            <a:ext cx="2520" cy="2880"/>
          </a:xfrm>
          <a:custGeom>
            <a:avLst/>
            <a:gdLst/>
            <a:ahLst/>
            <a:rect l="0" t="0" r="r" b="b"/>
            <a:pathLst>
              <a:path w="7" h="8">
                <a:moveTo>
                  <a:pt x="7" y="0"/>
                </a:moveTo>
                <a:lnTo>
                  <a:pt x="0" y="8"/>
                </a:lnTo>
                <a:lnTo>
                  <a:pt x="7" y="8"/>
                </a:lnTo>
                <a:lnTo>
                  <a:pt x="7" y="0"/>
                </a:lnTo>
                <a:close/>
              </a:path>
            </a:pathLst>
          </a:custGeom>
          <a:solidFill>
            <a:srgbClr val="2b3b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46" name=""/>
          <p:cNvSpPr/>
          <p:nvPr/>
        </p:nvSpPr>
        <p:spPr>
          <a:xfrm>
            <a:off x="647640" y="1952280"/>
            <a:ext cx="1667160" cy="10080"/>
          </a:xfrm>
          <a:custGeom>
            <a:avLst/>
            <a:gdLst/>
            <a:ahLst/>
            <a:rect l="0" t="0" r="r" b="b"/>
            <a:pathLst>
              <a:path w="4631" h="28">
                <a:moveTo>
                  <a:pt x="0" y="0"/>
                </a:moveTo>
                <a:lnTo>
                  <a:pt x="4631" y="0"/>
                </a:lnTo>
                <a:lnTo>
                  <a:pt x="463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e0e1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47" name=""/>
          <p:cNvSpPr/>
          <p:nvPr/>
        </p:nvSpPr>
        <p:spPr>
          <a:xfrm>
            <a:off x="2314440" y="1952280"/>
            <a:ext cx="2438640" cy="10080"/>
          </a:xfrm>
          <a:custGeom>
            <a:avLst/>
            <a:gdLst/>
            <a:ahLst/>
            <a:rect l="0" t="0" r="r" b="b"/>
            <a:pathLst>
              <a:path w="6774" h="28">
                <a:moveTo>
                  <a:pt x="0" y="0"/>
                </a:moveTo>
                <a:lnTo>
                  <a:pt x="6774" y="0"/>
                </a:lnTo>
                <a:lnTo>
                  <a:pt x="677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e0e1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48" name=""/>
          <p:cNvSpPr/>
          <p:nvPr/>
        </p:nvSpPr>
        <p:spPr>
          <a:xfrm>
            <a:off x="4752720" y="1952280"/>
            <a:ext cx="2162520" cy="10080"/>
          </a:xfrm>
          <a:custGeom>
            <a:avLst/>
            <a:gdLst/>
            <a:ahLst/>
            <a:rect l="0" t="0" r="r" b="b"/>
            <a:pathLst>
              <a:path w="6007" h="28">
                <a:moveTo>
                  <a:pt x="0" y="0"/>
                </a:moveTo>
                <a:lnTo>
                  <a:pt x="6007" y="0"/>
                </a:lnTo>
                <a:lnTo>
                  <a:pt x="600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e0e1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49" name=""/>
          <p:cNvSpPr/>
          <p:nvPr/>
        </p:nvSpPr>
        <p:spPr>
          <a:xfrm>
            <a:off x="647640" y="2333520"/>
            <a:ext cx="1667160" cy="9720"/>
          </a:xfrm>
          <a:custGeom>
            <a:avLst/>
            <a:gdLst/>
            <a:ahLst/>
            <a:rect l="0" t="0" r="r" b="b"/>
            <a:pathLst>
              <a:path w="4631" h="27">
                <a:moveTo>
                  <a:pt x="0" y="0"/>
                </a:moveTo>
                <a:lnTo>
                  <a:pt x="4631" y="0"/>
                </a:lnTo>
                <a:lnTo>
                  <a:pt x="46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0" name=""/>
          <p:cNvSpPr/>
          <p:nvPr/>
        </p:nvSpPr>
        <p:spPr>
          <a:xfrm>
            <a:off x="2314440" y="2333520"/>
            <a:ext cx="2438640" cy="9720"/>
          </a:xfrm>
          <a:custGeom>
            <a:avLst/>
            <a:gdLst/>
            <a:ahLst/>
            <a:rect l="0" t="0" r="r" b="b"/>
            <a:pathLst>
              <a:path w="6774" h="27">
                <a:moveTo>
                  <a:pt x="0" y="0"/>
                </a:moveTo>
                <a:lnTo>
                  <a:pt x="6774" y="0"/>
                </a:lnTo>
                <a:lnTo>
                  <a:pt x="677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1" name=""/>
          <p:cNvSpPr/>
          <p:nvPr/>
        </p:nvSpPr>
        <p:spPr>
          <a:xfrm>
            <a:off x="4752720" y="2333520"/>
            <a:ext cx="2162520" cy="9720"/>
          </a:xfrm>
          <a:custGeom>
            <a:avLst/>
            <a:gdLst/>
            <a:ahLst/>
            <a:rect l="0" t="0" r="r" b="b"/>
            <a:pathLst>
              <a:path w="6007" h="27">
                <a:moveTo>
                  <a:pt x="0" y="0"/>
                </a:moveTo>
                <a:lnTo>
                  <a:pt x="6007" y="0"/>
                </a:lnTo>
                <a:lnTo>
                  <a:pt x="600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2" name=""/>
          <p:cNvSpPr/>
          <p:nvPr/>
        </p:nvSpPr>
        <p:spPr>
          <a:xfrm>
            <a:off x="647640" y="2705040"/>
            <a:ext cx="1667160" cy="9720"/>
          </a:xfrm>
          <a:custGeom>
            <a:avLst/>
            <a:gdLst/>
            <a:ahLst/>
            <a:rect l="0" t="0" r="r" b="b"/>
            <a:pathLst>
              <a:path w="4631" h="27">
                <a:moveTo>
                  <a:pt x="0" y="0"/>
                </a:moveTo>
                <a:lnTo>
                  <a:pt x="4631" y="0"/>
                </a:lnTo>
                <a:lnTo>
                  <a:pt x="46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3" name=""/>
          <p:cNvSpPr/>
          <p:nvPr/>
        </p:nvSpPr>
        <p:spPr>
          <a:xfrm>
            <a:off x="2314440" y="2705040"/>
            <a:ext cx="2438640" cy="9720"/>
          </a:xfrm>
          <a:custGeom>
            <a:avLst/>
            <a:gdLst/>
            <a:ahLst/>
            <a:rect l="0" t="0" r="r" b="b"/>
            <a:pathLst>
              <a:path w="6774" h="27">
                <a:moveTo>
                  <a:pt x="0" y="0"/>
                </a:moveTo>
                <a:lnTo>
                  <a:pt x="6774" y="0"/>
                </a:lnTo>
                <a:lnTo>
                  <a:pt x="677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4" name=""/>
          <p:cNvSpPr/>
          <p:nvPr/>
        </p:nvSpPr>
        <p:spPr>
          <a:xfrm>
            <a:off x="4752720" y="2705040"/>
            <a:ext cx="2162520" cy="9720"/>
          </a:xfrm>
          <a:custGeom>
            <a:avLst/>
            <a:gdLst/>
            <a:ahLst/>
            <a:rect l="0" t="0" r="r" b="b"/>
            <a:pathLst>
              <a:path w="6007" h="27">
                <a:moveTo>
                  <a:pt x="0" y="0"/>
                </a:moveTo>
                <a:lnTo>
                  <a:pt x="6007" y="0"/>
                </a:lnTo>
                <a:lnTo>
                  <a:pt x="600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5" name=""/>
          <p:cNvSpPr/>
          <p:nvPr/>
        </p:nvSpPr>
        <p:spPr>
          <a:xfrm>
            <a:off x="647640" y="3085920"/>
            <a:ext cx="1667160" cy="9720"/>
          </a:xfrm>
          <a:custGeom>
            <a:avLst/>
            <a:gdLst/>
            <a:ahLst/>
            <a:rect l="0" t="0" r="r" b="b"/>
            <a:pathLst>
              <a:path w="4631" h="27">
                <a:moveTo>
                  <a:pt x="0" y="0"/>
                </a:moveTo>
                <a:lnTo>
                  <a:pt x="4631" y="0"/>
                </a:lnTo>
                <a:lnTo>
                  <a:pt x="46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6" name=""/>
          <p:cNvSpPr/>
          <p:nvPr/>
        </p:nvSpPr>
        <p:spPr>
          <a:xfrm>
            <a:off x="2314440" y="3085920"/>
            <a:ext cx="2438640" cy="9720"/>
          </a:xfrm>
          <a:custGeom>
            <a:avLst/>
            <a:gdLst/>
            <a:ahLst/>
            <a:rect l="0" t="0" r="r" b="b"/>
            <a:pathLst>
              <a:path w="6774" h="27">
                <a:moveTo>
                  <a:pt x="0" y="0"/>
                </a:moveTo>
                <a:lnTo>
                  <a:pt x="6774" y="0"/>
                </a:lnTo>
                <a:lnTo>
                  <a:pt x="677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7" name=""/>
          <p:cNvSpPr/>
          <p:nvPr/>
        </p:nvSpPr>
        <p:spPr>
          <a:xfrm>
            <a:off x="4752720" y="3085920"/>
            <a:ext cx="2162520" cy="9720"/>
          </a:xfrm>
          <a:custGeom>
            <a:avLst/>
            <a:gdLst/>
            <a:ahLst/>
            <a:rect l="0" t="0" r="r" b="b"/>
            <a:pathLst>
              <a:path w="6007" h="27">
                <a:moveTo>
                  <a:pt x="0" y="0"/>
                </a:moveTo>
                <a:lnTo>
                  <a:pt x="6007" y="0"/>
                </a:lnTo>
                <a:lnTo>
                  <a:pt x="600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8" name=""/>
          <p:cNvSpPr/>
          <p:nvPr/>
        </p:nvSpPr>
        <p:spPr>
          <a:xfrm>
            <a:off x="652320" y="5300640"/>
            <a:ext cx="6258240" cy="990720"/>
          </a:xfrm>
          <a:custGeom>
            <a:avLst/>
            <a:gdLst/>
            <a:ahLst/>
            <a:rect l="0" t="0" r="r" b="b"/>
            <a:pathLst>
              <a:path w="17384" h="2752">
                <a:moveTo>
                  <a:pt x="0" y="2525"/>
                </a:moveTo>
                <a:lnTo>
                  <a:pt x="0" y="226"/>
                </a:lnTo>
                <a:cubicBezTo>
                  <a:pt x="0" y="211"/>
                  <a:pt x="1" y="197"/>
                  <a:pt x="4" y="182"/>
                </a:cubicBezTo>
                <a:cubicBezTo>
                  <a:pt x="7" y="167"/>
                  <a:pt x="11" y="153"/>
                  <a:pt x="17" y="140"/>
                </a:cubicBezTo>
                <a:cubicBezTo>
                  <a:pt x="23" y="126"/>
                  <a:pt x="30" y="113"/>
                  <a:pt x="38" y="100"/>
                </a:cubicBezTo>
                <a:cubicBezTo>
                  <a:pt x="46" y="88"/>
                  <a:pt x="56" y="76"/>
                  <a:pt x="66" y="66"/>
                </a:cubicBezTo>
                <a:cubicBezTo>
                  <a:pt x="77" y="55"/>
                  <a:pt x="88" y="46"/>
                  <a:pt x="101" y="38"/>
                </a:cubicBezTo>
                <a:cubicBezTo>
                  <a:pt x="113" y="29"/>
                  <a:pt x="126" y="23"/>
                  <a:pt x="140" y="17"/>
                </a:cubicBezTo>
                <a:cubicBezTo>
                  <a:pt x="154" y="11"/>
                  <a:pt x="168" y="7"/>
                  <a:pt x="182" y="4"/>
                </a:cubicBezTo>
                <a:cubicBezTo>
                  <a:pt x="197" y="1"/>
                  <a:pt x="212" y="0"/>
                  <a:pt x="227" y="0"/>
                </a:cubicBezTo>
                <a:lnTo>
                  <a:pt x="17157" y="0"/>
                </a:lnTo>
                <a:cubicBezTo>
                  <a:pt x="17172" y="0"/>
                  <a:pt x="17187" y="1"/>
                  <a:pt x="17201" y="4"/>
                </a:cubicBezTo>
                <a:cubicBezTo>
                  <a:pt x="17216" y="7"/>
                  <a:pt x="17230" y="11"/>
                  <a:pt x="17244" y="17"/>
                </a:cubicBezTo>
                <a:cubicBezTo>
                  <a:pt x="17258" y="23"/>
                  <a:pt x="17271" y="29"/>
                  <a:pt x="17283" y="38"/>
                </a:cubicBezTo>
                <a:cubicBezTo>
                  <a:pt x="17296" y="46"/>
                  <a:pt x="17307" y="55"/>
                  <a:pt x="17318" y="66"/>
                </a:cubicBezTo>
                <a:cubicBezTo>
                  <a:pt x="17328" y="76"/>
                  <a:pt x="17338" y="88"/>
                  <a:pt x="17346" y="100"/>
                </a:cubicBezTo>
                <a:cubicBezTo>
                  <a:pt x="17354" y="113"/>
                  <a:pt x="17361" y="126"/>
                  <a:pt x="17367" y="140"/>
                </a:cubicBezTo>
                <a:cubicBezTo>
                  <a:pt x="17372" y="153"/>
                  <a:pt x="17377" y="167"/>
                  <a:pt x="17380" y="182"/>
                </a:cubicBezTo>
                <a:cubicBezTo>
                  <a:pt x="17383" y="197"/>
                  <a:pt x="17384" y="211"/>
                  <a:pt x="17384" y="226"/>
                </a:cubicBezTo>
                <a:lnTo>
                  <a:pt x="17384" y="2525"/>
                </a:lnTo>
                <a:cubicBezTo>
                  <a:pt x="17384" y="2540"/>
                  <a:pt x="17383" y="2555"/>
                  <a:pt x="17380" y="2570"/>
                </a:cubicBezTo>
                <a:cubicBezTo>
                  <a:pt x="17377" y="2584"/>
                  <a:pt x="17372" y="2598"/>
                  <a:pt x="17367" y="2612"/>
                </a:cubicBezTo>
                <a:cubicBezTo>
                  <a:pt x="17361" y="2626"/>
                  <a:pt x="17354" y="2639"/>
                  <a:pt x="17346" y="2651"/>
                </a:cubicBezTo>
                <a:cubicBezTo>
                  <a:pt x="17338" y="2664"/>
                  <a:pt x="17328" y="2675"/>
                  <a:pt x="17318" y="2686"/>
                </a:cubicBezTo>
                <a:cubicBezTo>
                  <a:pt x="17307" y="2696"/>
                  <a:pt x="17296" y="2706"/>
                  <a:pt x="17283" y="2714"/>
                </a:cubicBezTo>
                <a:cubicBezTo>
                  <a:pt x="17271" y="2722"/>
                  <a:pt x="17258" y="2729"/>
                  <a:pt x="17244" y="2735"/>
                </a:cubicBezTo>
                <a:cubicBezTo>
                  <a:pt x="17230" y="2741"/>
                  <a:pt x="17216" y="2745"/>
                  <a:pt x="17201" y="2748"/>
                </a:cubicBezTo>
                <a:cubicBezTo>
                  <a:pt x="17187" y="2751"/>
                  <a:pt x="17172" y="2752"/>
                  <a:pt x="17157" y="2752"/>
                </a:cubicBezTo>
                <a:lnTo>
                  <a:pt x="227" y="2752"/>
                </a:lnTo>
                <a:cubicBezTo>
                  <a:pt x="212" y="2752"/>
                  <a:pt x="197" y="2751"/>
                  <a:pt x="182" y="2748"/>
                </a:cubicBezTo>
                <a:cubicBezTo>
                  <a:pt x="168" y="2745"/>
                  <a:pt x="154" y="2741"/>
                  <a:pt x="140" y="2735"/>
                </a:cubicBezTo>
                <a:cubicBezTo>
                  <a:pt x="126" y="2729"/>
                  <a:pt x="113" y="2722"/>
                  <a:pt x="101" y="2714"/>
                </a:cubicBezTo>
                <a:cubicBezTo>
                  <a:pt x="88" y="2706"/>
                  <a:pt x="77" y="2696"/>
                  <a:pt x="66" y="2686"/>
                </a:cubicBezTo>
                <a:cubicBezTo>
                  <a:pt x="56" y="2675"/>
                  <a:pt x="46" y="2664"/>
                  <a:pt x="38" y="2651"/>
                </a:cubicBezTo>
                <a:cubicBezTo>
                  <a:pt x="30" y="2639"/>
                  <a:pt x="23" y="2626"/>
                  <a:pt x="17" y="2612"/>
                </a:cubicBezTo>
                <a:cubicBezTo>
                  <a:pt x="11" y="2598"/>
                  <a:pt x="7" y="2584"/>
                  <a:pt x="4" y="2570"/>
                </a:cubicBezTo>
                <a:cubicBezTo>
                  <a:pt x="1" y="2555"/>
                  <a:pt x="0" y="2540"/>
                  <a:pt x="0" y="2525"/>
                </a:cubicBezTo>
                <a:close/>
              </a:path>
            </a:pathLst>
          </a:custGeom>
          <a:solidFill>
            <a:srgbClr val="120e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59" name=""/>
          <p:cNvSpPr/>
          <p:nvPr/>
        </p:nvSpPr>
        <p:spPr>
          <a:xfrm>
            <a:off x="652320" y="5300640"/>
            <a:ext cx="6258240" cy="990720"/>
          </a:xfrm>
          <a:custGeom>
            <a:avLst/>
            <a:gdLst/>
            <a:ahLst/>
            <a:rect l="0" t="0" r="r" b="b"/>
            <a:pathLst>
              <a:path w="17384" h="2752">
                <a:moveTo>
                  <a:pt x="0" y="2525"/>
                </a:moveTo>
                <a:lnTo>
                  <a:pt x="0" y="226"/>
                </a:lnTo>
                <a:cubicBezTo>
                  <a:pt x="0" y="211"/>
                  <a:pt x="1" y="197"/>
                  <a:pt x="4" y="182"/>
                </a:cubicBezTo>
                <a:cubicBezTo>
                  <a:pt x="7" y="167"/>
                  <a:pt x="11" y="153"/>
                  <a:pt x="17" y="140"/>
                </a:cubicBezTo>
                <a:cubicBezTo>
                  <a:pt x="23" y="126"/>
                  <a:pt x="30" y="113"/>
                  <a:pt x="38" y="100"/>
                </a:cubicBezTo>
                <a:cubicBezTo>
                  <a:pt x="46" y="88"/>
                  <a:pt x="56" y="76"/>
                  <a:pt x="66" y="66"/>
                </a:cubicBezTo>
                <a:cubicBezTo>
                  <a:pt x="77" y="55"/>
                  <a:pt x="88" y="46"/>
                  <a:pt x="101" y="38"/>
                </a:cubicBezTo>
                <a:cubicBezTo>
                  <a:pt x="113" y="29"/>
                  <a:pt x="126" y="23"/>
                  <a:pt x="140" y="17"/>
                </a:cubicBezTo>
                <a:cubicBezTo>
                  <a:pt x="154" y="11"/>
                  <a:pt x="168" y="7"/>
                  <a:pt x="182" y="4"/>
                </a:cubicBezTo>
                <a:cubicBezTo>
                  <a:pt x="197" y="1"/>
                  <a:pt x="212" y="0"/>
                  <a:pt x="227" y="0"/>
                </a:cubicBezTo>
                <a:lnTo>
                  <a:pt x="17157" y="0"/>
                </a:lnTo>
                <a:cubicBezTo>
                  <a:pt x="17172" y="0"/>
                  <a:pt x="17187" y="1"/>
                  <a:pt x="17201" y="4"/>
                </a:cubicBezTo>
                <a:cubicBezTo>
                  <a:pt x="17216" y="7"/>
                  <a:pt x="17230" y="11"/>
                  <a:pt x="17244" y="17"/>
                </a:cubicBezTo>
                <a:cubicBezTo>
                  <a:pt x="17258" y="23"/>
                  <a:pt x="17271" y="29"/>
                  <a:pt x="17283" y="38"/>
                </a:cubicBezTo>
                <a:cubicBezTo>
                  <a:pt x="17296" y="46"/>
                  <a:pt x="17307" y="55"/>
                  <a:pt x="17318" y="66"/>
                </a:cubicBezTo>
                <a:cubicBezTo>
                  <a:pt x="17328" y="76"/>
                  <a:pt x="17338" y="88"/>
                  <a:pt x="17346" y="100"/>
                </a:cubicBezTo>
                <a:cubicBezTo>
                  <a:pt x="17354" y="113"/>
                  <a:pt x="17361" y="126"/>
                  <a:pt x="17367" y="140"/>
                </a:cubicBezTo>
                <a:cubicBezTo>
                  <a:pt x="17372" y="153"/>
                  <a:pt x="17377" y="167"/>
                  <a:pt x="17380" y="182"/>
                </a:cubicBezTo>
                <a:cubicBezTo>
                  <a:pt x="17383" y="197"/>
                  <a:pt x="17384" y="211"/>
                  <a:pt x="17384" y="226"/>
                </a:cubicBezTo>
                <a:lnTo>
                  <a:pt x="17384" y="2525"/>
                </a:lnTo>
                <a:cubicBezTo>
                  <a:pt x="17384" y="2540"/>
                  <a:pt x="17383" y="2555"/>
                  <a:pt x="17380" y="2570"/>
                </a:cubicBezTo>
                <a:cubicBezTo>
                  <a:pt x="17377" y="2584"/>
                  <a:pt x="17372" y="2598"/>
                  <a:pt x="17367" y="2612"/>
                </a:cubicBezTo>
                <a:cubicBezTo>
                  <a:pt x="17361" y="2626"/>
                  <a:pt x="17354" y="2639"/>
                  <a:pt x="17346" y="2651"/>
                </a:cubicBezTo>
                <a:cubicBezTo>
                  <a:pt x="17338" y="2664"/>
                  <a:pt x="17328" y="2675"/>
                  <a:pt x="17318" y="2686"/>
                </a:cubicBezTo>
                <a:cubicBezTo>
                  <a:pt x="17307" y="2696"/>
                  <a:pt x="17296" y="2706"/>
                  <a:pt x="17283" y="2714"/>
                </a:cubicBezTo>
                <a:cubicBezTo>
                  <a:pt x="17271" y="2722"/>
                  <a:pt x="17258" y="2729"/>
                  <a:pt x="17244" y="2735"/>
                </a:cubicBezTo>
                <a:cubicBezTo>
                  <a:pt x="17230" y="2741"/>
                  <a:pt x="17216" y="2745"/>
                  <a:pt x="17201" y="2748"/>
                </a:cubicBezTo>
                <a:cubicBezTo>
                  <a:pt x="17187" y="2751"/>
                  <a:pt x="17172" y="2752"/>
                  <a:pt x="17157" y="2752"/>
                </a:cubicBezTo>
                <a:lnTo>
                  <a:pt x="227" y="2752"/>
                </a:lnTo>
                <a:cubicBezTo>
                  <a:pt x="212" y="2752"/>
                  <a:pt x="197" y="2751"/>
                  <a:pt x="182" y="2748"/>
                </a:cubicBezTo>
                <a:cubicBezTo>
                  <a:pt x="168" y="2745"/>
                  <a:pt x="154" y="2741"/>
                  <a:pt x="140" y="2735"/>
                </a:cubicBezTo>
                <a:cubicBezTo>
                  <a:pt x="126" y="2729"/>
                  <a:pt x="113" y="2722"/>
                  <a:pt x="101" y="2714"/>
                </a:cubicBezTo>
                <a:cubicBezTo>
                  <a:pt x="88" y="2706"/>
                  <a:pt x="77" y="2696"/>
                  <a:pt x="66" y="2686"/>
                </a:cubicBezTo>
                <a:cubicBezTo>
                  <a:pt x="56" y="2675"/>
                  <a:pt x="46" y="2664"/>
                  <a:pt x="38" y="2651"/>
                </a:cubicBezTo>
                <a:cubicBezTo>
                  <a:pt x="30" y="2639"/>
                  <a:pt x="23" y="2626"/>
                  <a:pt x="17" y="2612"/>
                </a:cubicBezTo>
                <a:cubicBezTo>
                  <a:pt x="11" y="2598"/>
                  <a:pt x="7" y="2584"/>
                  <a:pt x="4" y="2570"/>
                </a:cubicBezTo>
                <a:cubicBezTo>
                  <a:pt x="1" y="2555"/>
                  <a:pt x="0" y="2540"/>
                  <a:pt x="0" y="2525"/>
                </a:cubicBezTo>
                <a:close/>
              </a:path>
            </a:pathLst>
          </a:custGeom>
          <a:noFill/>
          <a:ln w="9360">
            <a:solidFill>
              <a:srgbClr val="0e0e14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0" name=""/>
          <p:cNvSpPr txBox="1"/>
          <p:nvPr/>
        </p:nvSpPr>
        <p:spPr>
          <a:xfrm>
            <a:off x="647640" y="10286640"/>
            <a:ext cx="1756440" cy="10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00" spc="-1" strike="noStrike">
                <a:solidFill>
                  <a:srgbClr val="9a9496"/>
                </a:solidFill>
                <a:latin typeface="Inter"/>
                <a:ea typeface="Inter"/>
              </a:rPr>
              <a:t>OBD AI SOLUTIONS · LAHORE, PAKISTAN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1" name=""/>
          <p:cNvSpPr txBox="1"/>
          <p:nvPr/>
        </p:nvSpPr>
        <p:spPr>
          <a:xfrm>
            <a:off x="647640" y="858240"/>
            <a:ext cx="1183320" cy="11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800" spc="-1" strike="noStrike">
                <a:solidFill>
                  <a:srgbClr val="6a26d8"/>
                </a:solidFill>
                <a:latin typeface="Inter-Semi"/>
                <a:ea typeface="Inter-Semi"/>
              </a:rPr>
              <a:t>0 4   ·   C O N T A C T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2" name=""/>
          <p:cNvSpPr txBox="1"/>
          <p:nvPr/>
        </p:nvSpPr>
        <p:spPr>
          <a:xfrm>
            <a:off x="647640" y="1052280"/>
            <a:ext cx="2786760" cy="28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00" spc="-1" strike="noStrike">
                <a:solidFill>
                  <a:srgbClr val="0e0e14"/>
                </a:solidFill>
                <a:latin typeface="PlayfairDisplay-Semi"/>
                <a:ea typeface="PlayfairDisplay-Semi"/>
              </a:rPr>
              <a:t>We are here to help.</a:t>
            </a:r>
            <a:endParaRPr b="0" lang="en-US" sz="1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3" name=""/>
          <p:cNvSpPr txBox="1"/>
          <p:nvPr/>
        </p:nvSpPr>
        <p:spPr>
          <a:xfrm>
            <a:off x="755640" y="1739160"/>
            <a:ext cx="581400" cy="10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680" spc="-1" strike="noStrike">
                <a:solidFill>
                  <a:srgbClr val="6b6878"/>
                </a:solidFill>
                <a:latin typeface="Inter-Semi"/>
                <a:ea typeface="Inter-Semi"/>
              </a:rPr>
              <a:t>C O N TAC T</a:t>
            </a:r>
            <a:endParaRPr b="0" lang="en-US" sz="6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4" name=""/>
          <p:cNvSpPr txBox="1"/>
          <p:nvPr/>
        </p:nvSpPr>
        <p:spPr>
          <a:xfrm>
            <a:off x="2427120" y="1739160"/>
            <a:ext cx="259920" cy="10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680" spc="-1" strike="noStrike">
                <a:solidFill>
                  <a:srgbClr val="6b6878"/>
                </a:solidFill>
                <a:latin typeface="Inter-Semi"/>
                <a:ea typeface="Inter-Semi"/>
              </a:rPr>
              <a:t>F O R</a:t>
            </a:r>
            <a:endParaRPr b="0" lang="en-US" sz="6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5" name=""/>
          <p:cNvSpPr txBox="1"/>
          <p:nvPr/>
        </p:nvSpPr>
        <p:spPr>
          <a:xfrm>
            <a:off x="4860360" y="1739160"/>
            <a:ext cx="732240" cy="10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680" spc="-1" strike="noStrike">
                <a:solidFill>
                  <a:srgbClr val="6b6878"/>
                </a:solidFill>
                <a:latin typeface="Inter-Semi"/>
                <a:ea typeface="Inter-Semi"/>
              </a:rPr>
              <a:t>R E S P O N S E</a:t>
            </a:r>
            <a:endParaRPr b="0" lang="en-US" sz="6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6" name=""/>
          <p:cNvSpPr txBox="1"/>
          <p:nvPr/>
        </p:nvSpPr>
        <p:spPr>
          <a:xfrm>
            <a:off x="755640" y="2084760"/>
            <a:ext cx="1575000" cy="134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00" spc="-1" strike="noStrike">
                <a:solidFill>
                  <a:srgbClr val="0e0e14"/>
                </a:solidFill>
                <a:latin typeface="Inter-Semi"/>
                <a:ea typeface="Inter-Semi"/>
              </a:rPr>
              <a:t>WhatsApp project group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7" name=""/>
          <p:cNvSpPr txBox="1"/>
          <p:nvPr/>
        </p:nvSpPr>
        <p:spPr>
          <a:xfrm>
            <a:off x="2427120" y="2080080"/>
            <a:ext cx="1782360" cy="13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2a2934"/>
                </a:solidFill>
                <a:latin typeface="Inter"/>
                <a:ea typeface="Inter"/>
              </a:rPr>
              <a:t>Updates, questions and requests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8" name=""/>
          <p:cNvSpPr txBox="1"/>
          <p:nvPr/>
        </p:nvSpPr>
        <p:spPr>
          <a:xfrm>
            <a:off x="4860360" y="2080080"/>
            <a:ext cx="1271880" cy="13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2a2934"/>
                </a:solidFill>
                <a:latin typeface="Inter"/>
                <a:ea typeface="Inter"/>
              </a:rPr>
              <a:t>Within one working day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9" name=""/>
          <p:cNvSpPr txBox="1"/>
          <p:nvPr/>
        </p:nvSpPr>
        <p:spPr>
          <a:xfrm>
            <a:off x="755640" y="2456280"/>
            <a:ext cx="268920" cy="134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00" spc="-1" strike="noStrike">
                <a:solidFill>
                  <a:srgbClr val="0e0e14"/>
                </a:solidFill>
                <a:latin typeface="Inter-Semi"/>
                <a:ea typeface="Inter-Semi"/>
              </a:rPr>
              <a:t>Hira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0" name=""/>
          <p:cNvSpPr txBox="1"/>
          <p:nvPr/>
        </p:nvSpPr>
        <p:spPr>
          <a:xfrm>
            <a:off x="980640" y="2451600"/>
            <a:ext cx="1026360" cy="13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2a2934"/>
                </a:solidFill>
                <a:latin typeface="Inter"/>
                <a:ea typeface="Inter"/>
              </a:rPr>
              <a:t>, Account Manager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1" name=""/>
          <p:cNvSpPr txBox="1"/>
          <p:nvPr/>
        </p:nvSpPr>
        <p:spPr>
          <a:xfrm>
            <a:off x="2427120" y="2451600"/>
            <a:ext cx="2068920" cy="13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2a2934"/>
                </a:solidFill>
                <a:latin typeface="Inter"/>
                <a:ea typeface="Inter"/>
              </a:rPr>
              <a:t>Scheduling, documents and payments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2" name=""/>
          <p:cNvSpPr txBox="1"/>
          <p:nvPr/>
        </p:nvSpPr>
        <p:spPr>
          <a:xfrm>
            <a:off x="4860360" y="2451600"/>
            <a:ext cx="1271880" cy="13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2a2934"/>
                </a:solidFill>
                <a:latin typeface="Inter"/>
                <a:ea typeface="Inter"/>
              </a:rPr>
              <a:t>Within one working day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3" name=""/>
          <p:cNvSpPr txBox="1"/>
          <p:nvPr/>
        </p:nvSpPr>
        <p:spPr>
          <a:xfrm>
            <a:off x="755640" y="2837160"/>
            <a:ext cx="1154520" cy="134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00" spc="-1" strike="noStrike">
                <a:solidFill>
                  <a:srgbClr val="0e0e14"/>
                </a:solidFill>
                <a:latin typeface="Inter-Semi"/>
                <a:ea typeface="Inter-Semi"/>
              </a:rPr>
              <a:t>Omer Bin Dawood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4" name=""/>
          <p:cNvSpPr txBox="1"/>
          <p:nvPr/>
        </p:nvSpPr>
        <p:spPr>
          <a:xfrm>
            <a:off x="1744920" y="2832480"/>
            <a:ext cx="303840" cy="13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2a2934"/>
                </a:solidFill>
                <a:latin typeface="Inter"/>
                <a:ea typeface="Inter"/>
              </a:rPr>
              <a:t>, CEO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5" name=""/>
          <p:cNvSpPr txBox="1"/>
          <p:nvPr/>
        </p:nvSpPr>
        <p:spPr>
          <a:xfrm>
            <a:off x="2427120" y="2832480"/>
            <a:ext cx="1843200" cy="13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2a2934"/>
                </a:solidFill>
                <a:latin typeface="Inter"/>
                <a:ea typeface="Inter"/>
              </a:rPr>
              <a:t>Technical matters and escalations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6" name=""/>
          <p:cNvSpPr txBox="1"/>
          <p:nvPr/>
        </p:nvSpPr>
        <p:spPr>
          <a:xfrm>
            <a:off x="4860360" y="2832480"/>
            <a:ext cx="1821960" cy="13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2a2934"/>
                </a:solidFill>
                <a:latin typeface="Inter"/>
                <a:ea typeface="Inter"/>
              </a:rPr>
              <a:t>Website or email down: same day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7" name=""/>
          <p:cNvSpPr txBox="1"/>
          <p:nvPr/>
        </p:nvSpPr>
        <p:spPr>
          <a:xfrm>
            <a:off x="647640" y="3187800"/>
            <a:ext cx="281088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6b6878"/>
                </a:solidFill>
                <a:latin typeface="Inter"/>
                <a:ea typeface="Inter"/>
              </a:rPr>
              <a:t>Working hours: Monday to Saturday, 1000 to 1900 PKT.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8" name=""/>
          <p:cNvSpPr/>
          <p:nvPr/>
        </p:nvSpPr>
        <p:spPr>
          <a:xfrm>
            <a:off x="652320" y="3890880"/>
            <a:ext cx="1981440" cy="1038600"/>
          </a:xfrm>
          <a:custGeom>
            <a:avLst/>
            <a:gdLst/>
            <a:ahLst/>
            <a:rect l="0" t="0" r="r" b="b"/>
            <a:pathLst>
              <a:path w="5504" h="2885">
                <a:moveTo>
                  <a:pt x="0" y="2658"/>
                </a:moveTo>
                <a:lnTo>
                  <a:pt x="0" y="226"/>
                </a:lnTo>
                <a:cubicBezTo>
                  <a:pt x="0" y="212"/>
                  <a:pt x="1" y="197"/>
                  <a:pt x="4" y="182"/>
                </a:cubicBezTo>
                <a:cubicBezTo>
                  <a:pt x="7" y="168"/>
                  <a:pt x="11" y="153"/>
                  <a:pt x="17" y="140"/>
                </a:cubicBezTo>
                <a:cubicBezTo>
                  <a:pt x="23" y="126"/>
                  <a:pt x="30" y="113"/>
                  <a:pt x="38" y="100"/>
                </a:cubicBezTo>
                <a:cubicBezTo>
                  <a:pt x="46" y="88"/>
                  <a:pt x="56" y="77"/>
                  <a:pt x="66" y="66"/>
                </a:cubicBezTo>
                <a:cubicBezTo>
                  <a:pt x="77" y="56"/>
                  <a:pt x="88" y="46"/>
                  <a:pt x="101" y="38"/>
                </a:cubicBezTo>
                <a:cubicBezTo>
                  <a:pt x="113" y="30"/>
                  <a:pt x="126" y="23"/>
                  <a:pt x="140" y="17"/>
                </a:cubicBezTo>
                <a:cubicBezTo>
                  <a:pt x="154" y="11"/>
                  <a:pt x="168" y="7"/>
                  <a:pt x="182" y="4"/>
                </a:cubicBezTo>
                <a:cubicBezTo>
                  <a:pt x="197" y="1"/>
                  <a:pt x="212" y="0"/>
                  <a:pt x="227" y="0"/>
                </a:cubicBezTo>
                <a:lnTo>
                  <a:pt x="5277" y="0"/>
                </a:lnTo>
                <a:cubicBezTo>
                  <a:pt x="5292" y="0"/>
                  <a:pt x="5307" y="1"/>
                  <a:pt x="5322" y="4"/>
                </a:cubicBezTo>
                <a:cubicBezTo>
                  <a:pt x="5336" y="7"/>
                  <a:pt x="5350" y="11"/>
                  <a:pt x="5364" y="17"/>
                </a:cubicBezTo>
                <a:cubicBezTo>
                  <a:pt x="5378" y="23"/>
                  <a:pt x="5391" y="30"/>
                  <a:pt x="5403" y="38"/>
                </a:cubicBezTo>
                <a:cubicBezTo>
                  <a:pt x="5416" y="46"/>
                  <a:pt x="5427" y="56"/>
                  <a:pt x="5438" y="66"/>
                </a:cubicBezTo>
                <a:cubicBezTo>
                  <a:pt x="5448" y="77"/>
                  <a:pt x="5458" y="88"/>
                  <a:pt x="5466" y="100"/>
                </a:cubicBezTo>
                <a:cubicBezTo>
                  <a:pt x="5474" y="113"/>
                  <a:pt x="5481" y="126"/>
                  <a:pt x="5487" y="140"/>
                </a:cubicBezTo>
                <a:cubicBezTo>
                  <a:pt x="5493" y="153"/>
                  <a:pt x="5497" y="168"/>
                  <a:pt x="5500" y="182"/>
                </a:cubicBezTo>
                <a:cubicBezTo>
                  <a:pt x="5503" y="197"/>
                  <a:pt x="5504" y="212"/>
                  <a:pt x="5504" y="226"/>
                </a:cubicBezTo>
                <a:lnTo>
                  <a:pt x="5504" y="2658"/>
                </a:lnTo>
                <a:cubicBezTo>
                  <a:pt x="5504" y="2673"/>
                  <a:pt x="5503" y="2688"/>
                  <a:pt x="5500" y="2702"/>
                </a:cubicBezTo>
                <a:cubicBezTo>
                  <a:pt x="5497" y="2717"/>
                  <a:pt x="5493" y="2731"/>
                  <a:pt x="5487" y="2745"/>
                </a:cubicBezTo>
                <a:cubicBezTo>
                  <a:pt x="5481" y="2758"/>
                  <a:pt x="5474" y="2772"/>
                  <a:pt x="5466" y="2784"/>
                </a:cubicBezTo>
                <a:cubicBezTo>
                  <a:pt x="5458" y="2796"/>
                  <a:pt x="5448" y="2808"/>
                  <a:pt x="5438" y="2818"/>
                </a:cubicBezTo>
                <a:cubicBezTo>
                  <a:pt x="5427" y="2829"/>
                  <a:pt x="5416" y="2838"/>
                  <a:pt x="5403" y="2846"/>
                </a:cubicBezTo>
                <a:cubicBezTo>
                  <a:pt x="5391" y="2855"/>
                  <a:pt x="5378" y="2862"/>
                  <a:pt x="5364" y="2867"/>
                </a:cubicBezTo>
                <a:cubicBezTo>
                  <a:pt x="5350" y="2873"/>
                  <a:pt x="5336" y="2877"/>
                  <a:pt x="5322" y="2880"/>
                </a:cubicBezTo>
                <a:cubicBezTo>
                  <a:pt x="5307" y="2883"/>
                  <a:pt x="5292" y="2885"/>
                  <a:pt x="5277" y="2885"/>
                </a:cubicBezTo>
                <a:lnTo>
                  <a:pt x="227" y="2885"/>
                </a:lnTo>
                <a:cubicBezTo>
                  <a:pt x="212" y="2885"/>
                  <a:pt x="197" y="2883"/>
                  <a:pt x="182" y="2880"/>
                </a:cubicBezTo>
                <a:cubicBezTo>
                  <a:pt x="168" y="2877"/>
                  <a:pt x="154" y="2873"/>
                  <a:pt x="140" y="2867"/>
                </a:cubicBezTo>
                <a:cubicBezTo>
                  <a:pt x="126" y="2862"/>
                  <a:pt x="113" y="2855"/>
                  <a:pt x="101" y="2846"/>
                </a:cubicBezTo>
                <a:cubicBezTo>
                  <a:pt x="88" y="2838"/>
                  <a:pt x="77" y="2829"/>
                  <a:pt x="66" y="2818"/>
                </a:cubicBezTo>
                <a:cubicBezTo>
                  <a:pt x="56" y="2808"/>
                  <a:pt x="46" y="2796"/>
                  <a:pt x="38" y="2784"/>
                </a:cubicBezTo>
                <a:cubicBezTo>
                  <a:pt x="30" y="2772"/>
                  <a:pt x="23" y="2758"/>
                  <a:pt x="17" y="2745"/>
                </a:cubicBezTo>
                <a:cubicBezTo>
                  <a:pt x="11" y="2731"/>
                  <a:pt x="7" y="2717"/>
                  <a:pt x="4" y="2702"/>
                </a:cubicBezTo>
                <a:cubicBezTo>
                  <a:pt x="1" y="2688"/>
                  <a:pt x="0" y="2673"/>
                  <a:pt x="0" y="2658"/>
                </a:cubicBezTo>
                <a:close/>
              </a:path>
            </a:pathLst>
          </a:custGeom>
          <a:solidFill>
            <a:srgbClr val="f8f6f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9" name=""/>
          <p:cNvSpPr/>
          <p:nvPr/>
        </p:nvSpPr>
        <p:spPr>
          <a:xfrm>
            <a:off x="652320" y="3890880"/>
            <a:ext cx="1981440" cy="1038600"/>
          </a:xfrm>
          <a:custGeom>
            <a:avLst/>
            <a:gdLst/>
            <a:ahLst/>
            <a:rect l="0" t="0" r="r" b="b"/>
            <a:pathLst>
              <a:path w="5504" h="2885">
                <a:moveTo>
                  <a:pt x="0" y="2658"/>
                </a:moveTo>
                <a:lnTo>
                  <a:pt x="0" y="226"/>
                </a:lnTo>
                <a:cubicBezTo>
                  <a:pt x="0" y="212"/>
                  <a:pt x="1" y="197"/>
                  <a:pt x="4" y="182"/>
                </a:cubicBezTo>
                <a:cubicBezTo>
                  <a:pt x="7" y="168"/>
                  <a:pt x="11" y="153"/>
                  <a:pt x="17" y="140"/>
                </a:cubicBezTo>
                <a:cubicBezTo>
                  <a:pt x="23" y="126"/>
                  <a:pt x="30" y="113"/>
                  <a:pt x="38" y="100"/>
                </a:cubicBezTo>
                <a:cubicBezTo>
                  <a:pt x="46" y="88"/>
                  <a:pt x="56" y="77"/>
                  <a:pt x="66" y="66"/>
                </a:cubicBezTo>
                <a:cubicBezTo>
                  <a:pt x="77" y="56"/>
                  <a:pt x="88" y="46"/>
                  <a:pt x="101" y="38"/>
                </a:cubicBezTo>
                <a:cubicBezTo>
                  <a:pt x="113" y="30"/>
                  <a:pt x="126" y="23"/>
                  <a:pt x="140" y="17"/>
                </a:cubicBezTo>
                <a:cubicBezTo>
                  <a:pt x="154" y="11"/>
                  <a:pt x="168" y="7"/>
                  <a:pt x="182" y="4"/>
                </a:cubicBezTo>
                <a:cubicBezTo>
                  <a:pt x="197" y="1"/>
                  <a:pt x="212" y="0"/>
                  <a:pt x="227" y="0"/>
                </a:cubicBezTo>
                <a:lnTo>
                  <a:pt x="5277" y="0"/>
                </a:lnTo>
                <a:cubicBezTo>
                  <a:pt x="5292" y="0"/>
                  <a:pt x="5307" y="1"/>
                  <a:pt x="5322" y="4"/>
                </a:cubicBezTo>
                <a:cubicBezTo>
                  <a:pt x="5336" y="7"/>
                  <a:pt x="5350" y="11"/>
                  <a:pt x="5364" y="17"/>
                </a:cubicBezTo>
                <a:cubicBezTo>
                  <a:pt x="5378" y="23"/>
                  <a:pt x="5391" y="30"/>
                  <a:pt x="5403" y="38"/>
                </a:cubicBezTo>
                <a:cubicBezTo>
                  <a:pt x="5416" y="46"/>
                  <a:pt x="5427" y="56"/>
                  <a:pt x="5438" y="66"/>
                </a:cubicBezTo>
                <a:cubicBezTo>
                  <a:pt x="5448" y="77"/>
                  <a:pt x="5458" y="88"/>
                  <a:pt x="5466" y="100"/>
                </a:cubicBezTo>
                <a:cubicBezTo>
                  <a:pt x="5474" y="113"/>
                  <a:pt x="5481" y="126"/>
                  <a:pt x="5487" y="140"/>
                </a:cubicBezTo>
                <a:cubicBezTo>
                  <a:pt x="5493" y="153"/>
                  <a:pt x="5497" y="168"/>
                  <a:pt x="5500" y="182"/>
                </a:cubicBezTo>
                <a:cubicBezTo>
                  <a:pt x="5503" y="197"/>
                  <a:pt x="5504" y="212"/>
                  <a:pt x="5504" y="226"/>
                </a:cubicBezTo>
                <a:lnTo>
                  <a:pt x="5504" y="2658"/>
                </a:lnTo>
                <a:cubicBezTo>
                  <a:pt x="5504" y="2673"/>
                  <a:pt x="5503" y="2688"/>
                  <a:pt x="5500" y="2702"/>
                </a:cubicBezTo>
                <a:cubicBezTo>
                  <a:pt x="5497" y="2717"/>
                  <a:pt x="5493" y="2731"/>
                  <a:pt x="5487" y="2745"/>
                </a:cubicBezTo>
                <a:cubicBezTo>
                  <a:pt x="5481" y="2758"/>
                  <a:pt x="5474" y="2772"/>
                  <a:pt x="5466" y="2784"/>
                </a:cubicBezTo>
                <a:cubicBezTo>
                  <a:pt x="5458" y="2796"/>
                  <a:pt x="5448" y="2808"/>
                  <a:pt x="5438" y="2818"/>
                </a:cubicBezTo>
                <a:cubicBezTo>
                  <a:pt x="5427" y="2829"/>
                  <a:pt x="5416" y="2838"/>
                  <a:pt x="5403" y="2846"/>
                </a:cubicBezTo>
                <a:cubicBezTo>
                  <a:pt x="5391" y="2855"/>
                  <a:pt x="5378" y="2862"/>
                  <a:pt x="5364" y="2867"/>
                </a:cubicBezTo>
                <a:cubicBezTo>
                  <a:pt x="5350" y="2873"/>
                  <a:pt x="5336" y="2877"/>
                  <a:pt x="5322" y="2880"/>
                </a:cubicBezTo>
                <a:cubicBezTo>
                  <a:pt x="5307" y="2883"/>
                  <a:pt x="5292" y="2885"/>
                  <a:pt x="5277" y="2885"/>
                </a:cubicBezTo>
                <a:lnTo>
                  <a:pt x="227" y="2885"/>
                </a:lnTo>
                <a:cubicBezTo>
                  <a:pt x="212" y="2885"/>
                  <a:pt x="197" y="2883"/>
                  <a:pt x="182" y="2880"/>
                </a:cubicBezTo>
                <a:cubicBezTo>
                  <a:pt x="168" y="2877"/>
                  <a:pt x="154" y="2873"/>
                  <a:pt x="140" y="2867"/>
                </a:cubicBezTo>
                <a:cubicBezTo>
                  <a:pt x="126" y="2862"/>
                  <a:pt x="113" y="2855"/>
                  <a:pt x="101" y="2846"/>
                </a:cubicBezTo>
                <a:cubicBezTo>
                  <a:pt x="88" y="2838"/>
                  <a:pt x="77" y="2829"/>
                  <a:pt x="66" y="2818"/>
                </a:cubicBezTo>
                <a:cubicBezTo>
                  <a:pt x="56" y="2808"/>
                  <a:pt x="46" y="2796"/>
                  <a:pt x="38" y="2784"/>
                </a:cubicBezTo>
                <a:cubicBezTo>
                  <a:pt x="30" y="2772"/>
                  <a:pt x="23" y="2758"/>
                  <a:pt x="17" y="2745"/>
                </a:cubicBezTo>
                <a:cubicBezTo>
                  <a:pt x="11" y="2731"/>
                  <a:pt x="7" y="2717"/>
                  <a:pt x="4" y="2702"/>
                </a:cubicBezTo>
                <a:cubicBezTo>
                  <a:pt x="1" y="2688"/>
                  <a:pt x="0" y="2673"/>
                  <a:pt x="0" y="2658"/>
                </a:cubicBezTo>
                <a:close/>
              </a:path>
            </a:pathLst>
          </a:custGeom>
          <a:noFill/>
          <a:ln w="9360">
            <a:solidFill>
              <a:srgbClr val="e6e1f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80" name=""/>
          <p:cNvSpPr txBox="1"/>
          <p:nvPr/>
        </p:nvSpPr>
        <p:spPr>
          <a:xfrm>
            <a:off x="647640" y="3648240"/>
            <a:ext cx="80244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050" spc="-1" strike="noStrike">
                <a:solidFill>
                  <a:srgbClr val="0e0e14"/>
                </a:solidFill>
                <a:latin typeface="Inter-Semi"/>
                <a:ea typeface="Inter-Semi"/>
              </a:rPr>
              <a:t>Next steps</a:t>
            </a:r>
            <a:endParaRPr b="0" lang="en-US" sz="10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81" name=""/>
          <p:cNvSpPr txBox="1"/>
          <p:nvPr/>
        </p:nvSpPr>
        <p:spPr>
          <a:xfrm>
            <a:off x="837000" y="4070160"/>
            <a:ext cx="304560" cy="355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400" spc="-1" strike="noStrike">
                <a:solidFill>
                  <a:srgbClr val="6a26d8"/>
                </a:solidFill>
                <a:latin typeface="PlayfairDisplay-Semi"/>
                <a:ea typeface="PlayfairDisplay-Semi"/>
              </a:rPr>
              <a:t>1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82" name=""/>
          <p:cNvSpPr txBox="1"/>
          <p:nvPr/>
        </p:nvSpPr>
        <p:spPr>
          <a:xfrm>
            <a:off x="837000" y="4473720"/>
            <a:ext cx="136332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2a2934"/>
                </a:solidFill>
                <a:latin typeface="Inter"/>
                <a:ea typeface="Inter"/>
              </a:rPr>
              <a:t>Review and sign the Service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83" name=""/>
          <p:cNvSpPr/>
          <p:nvPr/>
        </p:nvSpPr>
        <p:spPr>
          <a:xfrm>
            <a:off x="2786040" y="3890880"/>
            <a:ext cx="1990800" cy="1038600"/>
          </a:xfrm>
          <a:custGeom>
            <a:avLst/>
            <a:gdLst/>
            <a:ahLst/>
            <a:rect l="0" t="0" r="r" b="b"/>
            <a:pathLst>
              <a:path w="5530" h="2885">
                <a:moveTo>
                  <a:pt x="0" y="2658"/>
                </a:moveTo>
                <a:lnTo>
                  <a:pt x="0" y="226"/>
                </a:lnTo>
                <a:cubicBezTo>
                  <a:pt x="0" y="212"/>
                  <a:pt x="1" y="197"/>
                  <a:pt x="4" y="182"/>
                </a:cubicBezTo>
                <a:cubicBezTo>
                  <a:pt x="7" y="168"/>
                  <a:pt x="11" y="153"/>
                  <a:pt x="17" y="140"/>
                </a:cubicBezTo>
                <a:cubicBezTo>
                  <a:pt x="23" y="126"/>
                  <a:pt x="30" y="113"/>
                  <a:pt x="38" y="100"/>
                </a:cubicBezTo>
                <a:cubicBezTo>
                  <a:pt x="46" y="88"/>
                  <a:pt x="55" y="77"/>
                  <a:pt x="66" y="66"/>
                </a:cubicBezTo>
                <a:cubicBezTo>
                  <a:pt x="77" y="56"/>
                  <a:pt x="88" y="46"/>
                  <a:pt x="100" y="38"/>
                </a:cubicBezTo>
                <a:cubicBezTo>
                  <a:pt x="113" y="30"/>
                  <a:pt x="126" y="23"/>
                  <a:pt x="140" y="17"/>
                </a:cubicBezTo>
                <a:cubicBezTo>
                  <a:pt x="153" y="11"/>
                  <a:pt x="167" y="7"/>
                  <a:pt x="182" y="4"/>
                </a:cubicBezTo>
                <a:cubicBezTo>
                  <a:pt x="197" y="1"/>
                  <a:pt x="211" y="0"/>
                  <a:pt x="226" y="0"/>
                </a:cubicBezTo>
                <a:lnTo>
                  <a:pt x="5304" y="0"/>
                </a:lnTo>
                <a:cubicBezTo>
                  <a:pt x="5318" y="0"/>
                  <a:pt x="5333" y="1"/>
                  <a:pt x="5348" y="4"/>
                </a:cubicBezTo>
                <a:cubicBezTo>
                  <a:pt x="5362" y="7"/>
                  <a:pt x="5377" y="11"/>
                  <a:pt x="5390" y="17"/>
                </a:cubicBezTo>
                <a:cubicBezTo>
                  <a:pt x="5404" y="23"/>
                  <a:pt x="5417" y="30"/>
                  <a:pt x="5430" y="38"/>
                </a:cubicBezTo>
                <a:cubicBezTo>
                  <a:pt x="5442" y="46"/>
                  <a:pt x="5453" y="56"/>
                  <a:pt x="5464" y="66"/>
                </a:cubicBezTo>
                <a:cubicBezTo>
                  <a:pt x="5474" y="77"/>
                  <a:pt x="5484" y="88"/>
                  <a:pt x="5492" y="100"/>
                </a:cubicBezTo>
                <a:cubicBezTo>
                  <a:pt x="5500" y="113"/>
                  <a:pt x="5507" y="126"/>
                  <a:pt x="5513" y="140"/>
                </a:cubicBezTo>
                <a:cubicBezTo>
                  <a:pt x="5519" y="153"/>
                  <a:pt x="5523" y="168"/>
                  <a:pt x="5526" y="182"/>
                </a:cubicBezTo>
                <a:cubicBezTo>
                  <a:pt x="5529" y="197"/>
                  <a:pt x="5530" y="212"/>
                  <a:pt x="5530" y="226"/>
                </a:cubicBezTo>
                <a:lnTo>
                  <a:pt x="5530" y="2658"/>
                </a:lnTo>
                <a:cubicBezTo>
                  <a:pt x="5530" y="2673"/>
                  <a:pt x="5529" y="2688"/>
                  <a:pt x="5526" y="2702"/>
                </a:cubicBezTo>
                <a:cubicBezTo>
                  <a:pt x="5523" y="2717"/>
                  <a:pt x="5519" y="2731"/>
                  <a:pt x="5513" y="2745"/>
                </a:cubicBezTo>
                <a:cubicBezTo>
                  <a:pt x="5507" y="2758"/>
                  <a:pt x="5500" y="2772"/>
                  <a:pt x="5492" y="2784"/>
                </a:cubicBezTo>
                <a:cubicBezTo>
                  <a:pt x="5484" y="2796"/>
                  <a:pt x="5474" y="2808"/>
                  <a:pt x="5464" y="2818"/>
                </a:cubicBezTo>
                <a:cubicBezTo>
                  <a:pt x="5453" y="2829"/>
                  <a:pt x="5442" y="2838"/>
                  <a:pt x="5430" y="2846"/>
                </a:cubicBezTo>
                <a:cubicBezTo>
                  <a:pt x="5417" y="2855"/>
                  <a:pt x="5404" y="2862"/>
                  <a:pt x="5390" y="2867"/>
                </a:cubicBezTo>
                <a:cubicBezTo>
                  <a:pt x="5377" y="2873"/>
                  <a:pt x="5362" y="2877"/>
                  <a:pt x="5348" y="2880"/>
                </a:cubicBezTo>
                <a:cubicBezTo>
                  <a:pt x="5333" y="2883"/>
                  <a:pt x="5318" y="2885"/>
                  <a:pt x="5304" y="2885"/>
                </a:cubicBezTo>
                <a:lnTo>
                  <a:pt x="226" y="2885"/>
                </a:lnTo>
                <a:cubicBezTo>
                  <a:pt x="211" y="2885"/>
                  <a:pt x="197" y="2883"/>
                  <a:pt x="182" y="2880"/>
                </a:cubicBezTo>
                <a:cubicBezTo>
                  <a:pt x="167" y="2877"/>
                  <a:pt x="153" y="2873"/>
                  <a:pt x="140" y="2867"/>
                </a:cubicBezTo>
                <a:cubicBezTo>
                  <a:pt x="126" y="2862"/>
                  <a:pt x="113" y="2855"/>
                  <a:pt x="100" y="2846"/>
                </a:cubicBezTo>
                <a:cubicBezTo>
                  <a:pt x="88" y="2838"/>
                  <a:pt x="77" y="2829"/>
                  <a:pt x="66" y="2818"/>
                </a:cubicBezTo>
                <a:cubicBezTo>
                  <a:pt x="55" y="2808"/>
                  <a:pt x="46" y="2796"/>
                  <a:pt x="38" y="2784"/>
                </a:cubicBezTo>
                <a:cubicBezTo>
                  <a:pt x="30" y="2772"/>
                  <a:pt x="23" y="2758"/>
                  <a:pt x="17" y="2745"/>
                </a:cubicBezTo>
                <a:cubicBezTo>
                  <a:pt x="11" y="2731"/>
                  <a:pt x="7" y="2717"/>
                  <a:pt x="4" y="2702"/>
                </a:cubicBezTo>
                <a:cubicBezTo>
                  <a:pt x="1" y="2688"/>
                  <a:pt x="0" y="2673"/>
                  <a:pt x="0" y="2658"/>
                </a:cubicBezTo>
                <a:close/>
              </a:path>
            </a:pathLst>
          </a:custGeom>
          <a:solidFill>
            <a:srgbClr val="f8f6f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84" name=""/>
          <p:cNvSpPr/>
          <p:nvPr/>
        </p:nvSpPr>
        <p:spPr>
          <a:xfrm>
            <a:off x="2786040" y="3890880"/>
            <a:ext cx="1990800" cy="1038600"/>
          </a:xfrm>
          <a:custGeom>
            <a:avLst/>
            <a:gdLst/>
            <a:ahLst/>
            <a:rect l="0" t="0" r="r" b="b"/>
            <a:pathLst>
              <a:path w="5530" h="2885">
                <a:moveTo>
                  <a:pt x="0" y="2658"/>
                </a:moveTo>
                <a:lnTo>
                  <a:pt x="0" y="226"/>
                </a:lnTo>
                <a:cubicBezTo>
                  <a:pt x="0" y="212"/>
                  <a:pt x="1" y="197"/>
                  <a:pt x="4" y="182"/>
                </a:cubicBezTo>
                <a:cubicBezTo>
                  <a:pt x="7" y="168"/>
                  <a:pt x="11" y="153"/>
                  <a:pt x="17" y="140"/>
                </a:cubicBezTo>
                <a:cubicBezTo>
                  <a:pt x="23" y="126"/>
                  <a:pt x="30" y="113"/>
                  <a:pt x="38" y="100"/>
                </a:cubicBezTo>
                <a:cubicBezTo>
                  <a:pt x="46" y="88"/>
                  <a:pt x="55" y="77"/>
                  <a:pt x="66" y="66"/>
                </a:cubicBezTo>
                <a:cubicBezTo>
                  <a:pt x="77" y="56"/>
                  <a:pt x="88" y="46"/>
                  <a:pt x="100" y="38"/>
                </a:cubicBezTo>
                <a:cubicBezTo>
                  <a:pt x="113" y="30"/>
                  <a:pt x="126" y="23"/>
                  <a:pt x="140" y="17"/>
                </a:cubicBezTo>
                <a:cubicBezTo>
                  <a:pt x="153" y="11"/>
                  <a:pt x="167" y="7"/>
                  <a:pt x="182" y="4"/>
                </a:cubicBezTo>
                <a:cubicBezTo>
                  <a:pt x="197" y="1"/>
                  <a:pt x="211" y="0"/>
                  <a:pt x="226" y="0"/>
                </a:cubicBezTo>
                <a:lnTo>
                  <a:pt x="5304" y="0"/>
                </a:lnTo>
                <a:cubicBezTo>
                  <a:pt x="5318" y="0"/>
                  <a:pt x="5333" y="1"/>
                  <a:pt x="5348" y="4"/>
                </a:cubicBezTo>
                <a:cubicBezTo>
                  <a:pt x="5362" y="7"/>
                  <a:pt x="5377" y="11"/>
                  <a:pt x="5390" y="17"/>
                </a:cubicBezTo>
                <a:cubicBezTo>
                  <a:pt x="5404" y="23"/>
                  <a:pt x="5417" y="30"/>
                  <a:pt x="5430" y="38"/>
                </a:cubicBezTo>
                <a:cubicBezTo>
                  <a:pt x="5442" y="46"/>
                  <a:pt x="5453" y="56"/>
                  <a:pt x="5464" y="66"/>
                </a:cubicBezTo>
                <a:cubicBezTo>
                  <a:pt x="5474" y="77"/>
                  <a:pt x="5484" y="88"/>
                  <a:pt x="5492" y="100"/>
                </a:cubicBezTo>
                <a:cubicBezTo>
                  <a:pt x="5500" y="113"/>
                  <a:pt x="5507" y="126"/>
                  <a:pt x="5513" y="140"/>
                </a:cubicBezTo>
                <a:cubicBezTo>
                  <a:pt x="5519" y="153"/>
                  <a:pt x="5523" y="168"/>
                  <a:pt x="5526" y="182"/>
                </a:cubicBezTo>
                <a:cubicBezTo>
                  <a:pt x="5529" y="197"/>
                  <a:pt x="5530" y="212"/>
                  <a:pt x="5530" y="226"/>
                </a:cubicBezTo>
                <a:lnTo>
                  <a:pt x="5530" y="2658"/>
                </a:lnTo>
                <a:cubicBezTo>
                  <a:pt x="5530" y="2673"/>
                  <a:pt x="5529" y="2688"/>
                  <a:pt x="5526" y="2702"/>
                </a:cubicBezTo>
                <a:cubicBezTo>
                  <a:pt x="5523" y="2717"/>
                  <a:pt x="5519" y="2731"/>
                  <a:pt x="5513" y="2745"/>
                </a:cubicBezTo>
                <a:cubicBezTo>
                  <a:pt x="5507" y="2758"/>
                  <a:pt x="5500" y="2772"/>
                  <a:pt x="5492" y="2784"/>
                </a:cubicBezTo>
                <a:cubicBezTo>
                  <a:pt x="5484" y="2796"/>
                  <a:pt x="5474" y="2808"/>
                  <a:pt x="5464" y="2818"/>
                </a:cubicBezTo>
                <a:cubicBezTo>
                  <a:pt x="5453" y="2829"/>
                  <a:pt x="5442" y="2838"/>
                  <a:pt x="5430" y="2846"/>
                </a:cubicBezTo>
                <a:cubicBezTo>
                  <a:pt x="5417" y="2855"/>
                  <a:pt x="5404" y="2862"/>
                  <a:pt x="5390" y="2867"/>
                </a:cubicBezTo>
                <a:cubicBezTo>
                  <a:pt x="5377" y="2873"/>
                  <a:pt x="5362" y="2877"/>
                  <a:pt x="5348" y="2880"/>
                </a:cubicBezTo>
                <a:cubicBezTo>
                  <a:pt x="5333" y="2883"/>
                  <a:pt x="5318" y="2885"/>
                  <a:pt x="5304" y="2885"/>
                </a:cubicBezTo>
                <a:lnTo>
                  <a:pt x="226" y="2885"/>
                </a:lnTo>
                <a:cubicBezTo>
                  <a:pt x="211" y="2885"/>
                  <a:pt x="197" y="2883"/>
                  <a:pt x="182" y="2880"/>
                </a:cubicBezTo>
                <a:cubicBezTo>
                  <a:pt x="167" y="2877"/>
                  <a:pt x="153" y="2873"/>
                  <a:pt x="140" y="2867"/>
                </a:cubicBezTo>
                <a:cubicBezTo>
                  <a:pt x="126" y="2862"/>
                  <a:pt x="113" y="2855"/>
                  <a:pt x="100" y="2846"/>
                </a:cubicBezTo>
                <a:cubicBezTo>
                  <a:pt x="88" y="2838"/>
                  <a:pt x="77" y="2829"/>
                  <a:pt x="66" y="2818"/>
                </a:cubicBezTo>
                <a:cubicBezTo>
                  <a:pt x="55" y="2808"/>
                  <a:pt x="46" y="2796"/>
                  <a:pt x="38" y="2784"/>
                </a:cubicBezTo>
                <a:cubicBezTo>
                  <a:pt x="30" y="2772"/>
                  <a:pt x="23" y="2758"/>
                  <a:pt x="17" y="2745"/>
                </a:cubicBezTo>
                <a:cubicBezTo>
                  <a:pt x="11" y="2731"/>
                  <a:pt x="7" y="2717"/>
                  <a:pt x="4" y="2702"/>
                </a:cubicBezTo>
                <a:cubicBezTo>
                  <a:pt x="1" y="2688"/>
                  <a:pt x="0" y="2673"/>
                  <a:pt x="0" y="2658"/>
                </a:cubicBezTo>
                <a:close/>
              </a:path>
            </a:pathLst>
          </a:custGeom>
          <a:noFill/>
          <a:ln w="9360">
            <a:solidFill>
              <a:srgbClr val="e6e1f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85" name=""/>
          <p:cNvSpPr txBox="1"/>
          <p:nvPr/>
        </p:nvSpPr>
        <p:spPr>
          <a:xfrm>
            <a:off x="837000" y="4635360"/>
            <a:ext cx="53244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2a2934"/>
                </a:solidFill>
                <a:latin typeface="Inter"/>
                <a:ea typeface="Inter"/>
              </a:rPr>
              <a:t>Agreement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86" name=""/>
          <p:cNvSpPr txBox="1"/>
          <p:nvPr/>
        </p:nvSpPr>
        <p:spPr>
          <a:xfrm>
            <a:off x="2974320" y="4070160"/>
            <a:ext cx="304560" cy="355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400" spc="-1" strike="noStrike">
                <a:solidFill>
                  <a:srgbClr val="6a26d8"/>
                </a:solidFill>
                <a:latin typeface="PlayfairDisplay-Semi"/>
                <a:ea typeface="PlayfairDisplay-Semi"/>
              </a:rPr>
              <a:t>2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87" name=""/>
          <p:cNvSpPr txBox="1"/>
          <p:nvPr/>
        </p:nvSpPr>
        <p:spPr>
          <a:xfrm>
            <a:off x="2974320" y="4473720"/>
            <a:ext cx="143028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2a2934"/>
                </a:solidFill>
                <a:latin typeface="Inter"/>
                <a:ea typeface="Inter"/>
              </a:rPr>
              <a:t>Settle the development fee of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88" name=""/>
          <p:cNvSpPr/>
          <p:nvPr/>
        </p:nvSpPr>
        <p:spPr>
          <a:xfrm>
            <a:off x="4929120" y="3890880"/>
            <a:ext cx="1981440" cy="1038600"/>
          </a:xfrm>
          <a:custGeom>
            <a:avLst/>
            <a:gdLst/>
            <a:ahLst/>
            <a:rect l="0" t="0" r="r" b="b"/>
            <a:pathLst>
              <a:path w="5504" h="2885">
                <a:moveTo>
                  <a:pt x="0" y="2658"/>
                </a:moveTo>
                <a:lnTo>
                  <a:pt x="0" y="226"/>
                </a:lnTo>
                <a:cubicBezTo>
                  <a:pt x="0" y="212"/>
                  <a:pt x="1" y="197"/>
                  <a:pt x="4" y="182"/>
                </a:cubicBezTo>
                <a:cubicBezTo>
                  <a:pt x="7" y="168"/>
                  <a:pt x="11" y="153"/>
                  <a:pt x="17" y="140"/>
                </a:cubicBezTo>
                <a:cubicBezTo>
                  <a:pt x="23" y="126"/>
                  <a:pt x="30" y="113"/>
                  <a:pt x="38" y="100"/>
                </a:cubicBezTo>
                <a:cubicBezTo>
                  <a:pt x="46" y="88"/>
                  <a:pt x="56" y="77"/>
                  <a:pt x="67" y="66"/>
                </a:cubicBezTo>
                <a:cubicBezTo>
                  <a:pt x="78" y="56"/>
                  <a:pt x="89" y="46"/>
                  <a:pt x="101" y="38"/>
                </a:cubicBezTo>
                <a:cubicBezTo>
                  <a:pt x="114" y="30"/>
                  <a:pt x="127" y="23"/>
                  <a:pt x="141" y="17"/>
                </a:cubicBezTo>
                <a:cubicBezTo>
                  <a:pt x="154" y="11"/>
                  <a:pt x="169" y="7"/>
                  <a:pt x="183" y="4"/>
                </a:cubicBezTo>
                <a:cubicBezTo>
                  <a:pt x="198" y="1"/>
                  <a:pt x="213" y="0"/>
                  <a:pt x="227" y="0"/>
                </a:cubicBezTo>
                <a:lnTo>
                  <a:pt x="5277" y="0"/>
                </a:lnTo>
                <a:cubicBezTo>
                  <a:pt x="5292" y="0"/>
                  <a:pt x="5307" y="1"/>
                  <a:pt x="5321" y="4"/>
                </a:cubicBezTo>
                <a:cubicBezTo>
                  <a:pt x="5336" y="7"/>
                  <a:pt x="5350" y="11"/>
                  <a:pt x="5364" y="17"/>
                </a:cubicBezTo>
                <a:cubicBezTo>
                  <a:pt x="5378" y="23"/>
                  <a:pt x="5391" y="30"/>
                  <a:pt x="5403" y="38"/>
                </a:cubicBezTo>
                <a:cubicBezTo>
                  <a:pt x="5416" y="46"/>
                  <a:pt x="5427" y="56"/>
                  <a:pt x="5438" y="66"/>
                </a:cubicBezTo>
                <a:cubicBezTo>
                  <a:pt x="5448" y="77"/>
                  <a:pt x="5458" y="88"/>
                  <a:pt x="5466" y="100"/>
                </a:cubicBezTo>
                <a:cubicBezTo>
                  <a:pt x="5474" y="113"/>
                  <a:pt x="5481" y="126"/>
                  <a:pt x="5487" y="140"/>
                </a:cubicBezTo>
                <a:cubicBezTo>
                  <a:pt x="5492" y="153"/>
                  <a:pt x="5497" y="168"/>
                  <a:pt x="5500" y="182"/>
                </a:cubicBezTo>
                <a:cubicBezTo>
                  <a:pt x="5503" y="197"/>
                  <a:pt x="5504" y="212"/>
                  <a:pt x="5504" y="226"/>
                </a:cubicBezTo>
                <a:lnTo>
                  <a:pt x="5504" y="2658"/>
                </a:lnTo>
                <a:cubicBezTo>
                  <a:pt x="5504" y="2673"/>
                  <a:pt x="5503" y="2688"/>
                  <a:pt x="5500" y="2702"/>
                </a:cubicBezTo>
                <a:cubicBezTo>
                  <a:pt x="5497" y="2717"/>
                  <a:pt x="5492" y="2731"/>
                  <a:pt x="5487" y="2745"/>
                </a:cubicBezTo>
                <a:cubicBezTo>
                  <a:pt x="5481" y="2758"/>
                  <a:pt x="5474" y="2772"/>
                  <a:pt x="5466" y="2784"/>
                </a:cubicBezTo>
                <a:cubicBezTo>
                  <a:pt x="5458" y="2796"/>
                  <a:pt x="5448" y="2808"/>
                  <a:pt x="5438" y="2818"/>
                </a:cubicBezTo>
                <a:cubicBezTo>
                  <a:pt x="5427" y="2829"/>
                  <a:pt x="5416" y="2838"/>
                  <a:pt x="5403" y="2846"/>
                </a:cubicBezTo>
                <a:cubicBezTo>
                  <a:pt x="5391" y="2855"/>
                  <a:pt x="5378" y="2862"/>
                  <a:pt x="5364" y="2867"/>
                </a:cubicBezTo>
                <a:cubicBezTo>
                  <a:pt x="5350" y="2873"/>
                  <a:pt x="5336" y="2877"/>
                  <a:pt x="5321" y="2880"/>
                </a:cubicBezTo>
                <a:cubicBezTo>
                  <a:pt x="5307" y="2883"/>
                  <a:pt x="5292" y="2885"/>
                  <a:pt x="5277" y="2885"/>
                </a:cubicBezTo>
                <a:lnTo>
                  <a:pt x="227" y="2885"/>
                </a:lnTo>
                <a:cubicBezTo>
                  <a:pt x="213" y="2885"/>
                  <a:pt x="198" y="2883"/>
                  <a:pt x="183" y="2880"/>
                </a:cubicBezTo>
                <a:cubicBezTo>
                  <a:pt x="169" y="2877"/>
                  <a:pt x="154" y="2873"/>
                  <a:pt x="141" y="2867"/>
                </a:cubicBezTo>
                <a:cubicBezTo>
                  <a:pt x="127" y="2862"/>
                  <a:pt x="114" y="2855"/>
                  <a:pt x="101" y="2846"/>
                </a:cubicBezTo>
                <a:cubicBezTo>
                  <a:pt x="89" y="2838"/>
                  <a:pt x="78" y="2829"/>
                  <a:pt x="67" y="2818"/>
                </a:cubicBezTo>
                <a:cubicBezTo>
                  <a:pt x="56" y="2808"/>
                  <a:pt x="46" y="2796"/>
                  <a:pt x="38" y="2784"/>
                </a:cubicBezTo>
                <a:cubicBezTo>
                  <a:pt x="30" y="2772"/>
                  <a:pt x="23" y="2758"/>
                  <a:pt x="17" y="2745"/>
                </a:cubicBezTo>
                <a:cubicBezTo>
                  <a:pt x="11" y="2731"/>
                  <a:pt x="7" y="2717"/>
                  <a:pt x="4" y="2702"/>
                </a:cubicBezTo>
                <a:cubicBezTo>
                  <a:pt x="1" y="2688"/>
                  <a:pt x="0" y="2673"/>
                  <a:pt x="0" y="2658"/>
                </a:cubicBezTo>
                <a:close/>
              </a:path>
            </a:pathLst>
          </a:custGeom>
          <a:solidFill>
            <a:srgbClr val="f8f6f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89" name=""/>
          <p:cNvSpPr/>
          <p:nvPr/>
        </p:nvSpPr>
        <p:spPr>
          <a:xfrm>
            <a:off x="4929120" y="3890880"/>
            <a:ext cx="1981440" cy="1038600"/>
          </a:xfrm>
          <a:custGeom>
            <a:avLst/>
            <a:gdLst/>
            <a:ahLst/>
            <a:rect l="0" t="0" r="r" b="b"/>
            <a:pathLst>
              <a:path w="5504" h="2885">
                <a:moveTo>
                  <a:pt x="0" y="2658"/>
                </a:moveTo>
                <a:lnTo>
                  <a:pt x="0" y="226"/>
                </a:lnTo>
                <a:cubicBezTo>
                  <a:pt x="0" y="212"/>
                  <a:pt x="1" y="197"/>
                  <a:pt x="4" y="182"/>
                </a:cubicBezTo>
                <a:cubicBezTo>
                  <a:pt x="7" y="168"/>
                  <a:pt x="11" y="153"/>
                  <a:pt x="17" y="140"/>
                </a:cubicBezTo>
                <a:cubicBezTo>
                  <a:pt x="23" y="126"/>
                  <a:pt x="30" y="113"/>
                  <a:pt x="38" y="100"/>
                </a:cubicBezTo>
                <a:cubicBezTo>
                  <a:pt x="46" y="88"/>
                  <a:pt x="56" y="77"/>
                  <a:pt x="67" y="66"/>
                </a:cubicBezTo>
                <a:cubicBezTo>
                  <a:pt x="78" y="56"/>
                  <a:pt x="89" y="46"/>
                  <a:pt x="101" y="38"/>
                </a:cubicBezTo>
                <a:cubicBezTo>
                  <a:pt x="114" y="30"/>
                  <a:pt x="127" y="23"/>
                  <a:pt x="141" y="17"/>
                </a:cubicBezTo>
                <a:cubicBezTo>
                  <a:pt x="154" y="11"/>
                  <a:pt x="169" y="7"/>
                  <a:pt x="183" y="4"/>
                </a:cubicBezTo>
                <a:cubicBezTo>
                  <a:pt x="198" y="1"/>
                  <a:pt x="213" y="0"/>
                  <a:pt x="227" y="0"/>
                </a:cubicBezTo>
                <a:lnTo>
                  <a:pt x="5277" y="0"/>
                </a:lnTo>
                <a:cubicBezTo>
                  <a:pt x="5292" y="0"/>
                  <a:pt x="5307" y="1"/>
                  <a:pt x="5321" y="4"/>
                </a:cubicBezTo>
                <a:cubicBezTo>
                  <a:pt x="5336" y="7"/>
                  <a:pt x="5350" y="11"/>
                  <a:pt x="5364" y="17"/>
                </a:cubicBezTo>
                <a:cubicBezTo>
                  <a:pt x="5378" y="23"/>
                  <a:pt x="5391" y="30"/>
                  <a:pt x="5403" y="38"/>
                </a:cubicBezTo>
                <a:cubicBezTo>
                  <a:pt x="5416" y="46"/>
                  <a:pt x="5427" y="56"/>
                  <a:pt x="5438" y="66"/>
                </a:cubicBezTo>
                <a:cubicBezTo>
                  <a:pt x="5448" y="77"/>
                  <a:pt x="5458" y="88"/>
                  <a:pt x="5466" y="100"/>
                </a:cubicBezTo>
                <a:cubicBezTo>
                  <a:pt x="5474" y="113"/>
                  <a:pt x="5481" y="126"/>
                  <a:pt x="5487" y="140"/>
                </a:cubicBezTo>
                <a:cubicBezTo>
                  <a:pt x="5492" y="153"/>
                  <a:pt x="5497" y="168"/>
                  <a:pt x="5500" y="182"/>
                </a:cubicBezTo>
                <a:cubicBezTo>
                  <a:pt x="5503" y="197"/>
                  <a:pt x="5504" y="212"/>
                  <a:pt x="5504" y="226"/>
                </a:cubicBezTo>
                <a:lnTo>
                  <a:pt x="5504" y="2658"/>
                </a:lnTo>
                <a:cubicBezTo>
                  <a:pt x="5504" y="2673"/>
                  <a:pt x="5503" y="2688"/>
                  <a:pt x="5500" y="2702"/>
                </a:cubicBezTo>
                <a:cubicBezTo>
                  <a:pt x="5497" y="2717"/>
                  <a:pt x="5492" y="2731"/>
                  <a:pt x="5487" y="2745"/>
                </a:cubicBezTo>
                <a:cubicBezTo>
                  <a:pt x="5481" y="2758"/>
                  <a:pt x="5474" y="2772"/>
                  <a:pt x="5466" y="2784"/>
                </a:cubicBezTo>
                <a:cubicBezTo>
                  <a:pt x="5458" y="2796"/>
                  <a:pt x="5448" y="2808"/>
                  <a:pt x="5438" y="2818"/>
                </a:cubicBezTo>
                <a:cubicBezTo>
                  <a:pt x="5427" y="2829"/>
                  <a:pt x="5416" y="2838"/>
                  <a:pt x="5403" y="2846"/>
                </a:cubicBezTo>
                <a:cubicBezTo>
                  <a:pt x="5391" y="2855"/>
                  <a:pt x="5378" y="2862"/>
                  <a:pt x="5364" y="2867"/>
                </a:cubicBezTo>
                <a:cubicBezTo>
                  <a:pt x="5350" y="2873"/>
                  <a:pt x="5336" y="2877"/>
                  <a:pt x="5321" y="2880"/>
                </a:cubicBezTo>
                <a:cubicBezTo>
                  <a:pt x="5307" y="2883"/>
                  <a:pt x="5292" y="2885"/>
                  <a:pt x="5277" y="2885"/>
                </a:cubicBezTo>
                <a:lnTo>
                  <a:pt x="227" y="2885"/>
                </a:lnTo>
                <a:cubicBezTo>
                  <a:pt x="213" y="2885"/>
                  <a:pt x="198" y="2883"/>
                  <a:pt x="183" y="2880"/>
                </a:cubicBezTo>
                <a:cubicBezTo>
                  <a:pt x="169" y="2877"/>
                  <a:pt x="154" y="2873"/>
                  <a:pt x="141" y="2867"/>
                </a:cubicBezTo>
                <a:cubicBezTo>
                  <a:pt x="127" y="2862"/>
                  <a:pt x="114" y="2855"/>
                  <a:pt x="101" y="2846"/>
                </a:cubicBezTo>
                <a:cubicBezTo>
                  <a:pt x="89" y="2838"/>
                  <a:pt x="78" y="2829"/>
                  <a:pt x="67" y="2818"/>
                </a:cubicBezTo>
                <a:cubicBezTo>
                  <a:pt x="56" y="2808"/>
                  <a:pt x="46" y="2796"/>
                  <a:pt x="38" y="2784"/>
                </a:cubicBezTo>
                <a:cubicBezTo>
                  <a:pt x="30" y="2772"/>
                  <a:pt x="23" y="2758"/>
                  <a:pt x="17" y="2745"/>
                </a:cubicBezTo>
                <a:cubicBezTo>
                  <a:pt x="11" y="2731"/>
                  <a:pt x="7" y="2717"/>
                  <a:pt x="4" y="2702"/>
                </a:cubicBezTo>
                <a:cubicBezTo>
                  <a:pt x="1" y="2688"/>
                  <a:pt x="0" y="2673"/>
                  <a:pt x="0" y="2658"/>
                </a:cubicBezTo>
                <a:close/>
              </a:path>
            </a:pathLst>
          </a:custGeom>
          <a:noFill/>
          <a:ln w="9360">
            <a:solidFill>
              <a:srgbClr val="e6e1f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0" name=""/>
          <p:cNvSpPr txBox="1"/>
          <p:nvPr/>
        </p:nvSpPr>
        <p:spPr>
          <a:xfrm>
            <a:off x="2974320" y="4635360"/>
            <a:ext cx="55224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2a2934"/>
                </a:solidFill>
                <a:latin typeface="Inter"/>
                <a:ea typeface="Inter"/>
              </a:rPr>
              <a:t>PKR 15,000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1" name=""/>
          <p:cNvSpPr txBox="1"/>
          <p:nvPr/>
        </p:nvSpPr>
        <p:spPr>
          <a:xfrm>
            <a:off x="5111280" y="4070160"/>
            <a:ext cx="304560" cy="355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400" spc="-1" strike="noStrike">
                <a:solidFill>
                  <a:srgbClr val="6a26d8"/>
                </a:solidFill>
                <a:latin typeface="PlayfairDisplay-Semi"/>
                <a:ea typeface="PlayfairDisplay-Semi"/>
              </a:rPr>
              <a:t>3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2" name=""/>
          <p:cNvSpPr txBox="1"/>
          <p:nvPr/>
        </p:nvSpPr>
        <p:spPr>
          <a:xfrm>
            <a:off x="5111280" y="4473720"/>
            <a:ext cx="160992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2a2934"/>
                </a:solidFill>
                <a:latin typeface="Inter"/>
                <a:ea typeface="Inter"/>
              </a:rPr>
              <a:t>Schedule a short call to purchase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3" name=""/>
          <p:cNvSpPr txBox="1"/>
          <p:nvPr/>
        </p:nvSpPr>
        <p:spPr>
          <a:xfrm>
            <a:off x="5111280" y="4635360"/>
            <a:ext cx="101736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2a2934"/>
                </a:solidFill>
                <a:latin typeface="Inter"/>
                <a:ea typeface="Inter"/>
              </a:rPr>
              <a:t>the domain &amp; hosting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4" name=""/>
          <p:cNvSpPr txBox="1"/>
          <p:nvPr/>
        </p:nvSpPr>
        <p:spPr>
          <a:xfrm>
            <a:off x="2178360" y="5564880"/>
            <a:ext cx="3211920" cy="21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1300" spc="-1" strike="noStrike">
                <a:solidFill>
                  <a:srgbClr val="ffffff"/>
                </a:solidFill>
                <a:latin typeface="PlayfairDisplay-Medium"/>
                <a:ea typeface="PlayfairDisplay-Medium"/>
              </a:rPr>
              <a:t>We look forward to launching GFX-T online.</a:t>
            </a:r>
            <a:endParaRPr b="0" lang="en-US" sz="13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5" name=""/>
          <p:cNvSpPr txBox="1"/>
          <p:nvPr/>
        </p:nvSpPr>
        <p:spPr>
          <a:xfrm>
            <a:off x="2456640" y="5892840"/>
            <a:ext cx="266760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c9b4ff"/>
                </a:solidFill>
                <a:latin typeface="Inter"/>
                <a:ea typeface="Inter"/>
              </a:rPr>
              <a:t>Omer Bin Dawood · OBD AI Solutions · Lahore, Pakistan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