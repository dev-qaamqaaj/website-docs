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</p:sldIdLst>
  <p:sldSz cx="7554913" cy="106918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7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6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7562880" cy="10696680"/>
          </a:xfrm>
          <a:custGeom>
            <a:avLst/>
            <a:gdLst/>
            <a:ahLst/>
            <a:rect l="0" t="0" r="r" b="b"/>
            <a:pathLst>
              <a:path w="21008" h="29713">
                <a:moveTo>
                  <a:pt x="0" y="0"/>
                </a:moveTo>
                <a:lnTo>
                  <a:pt x="21008" y="0"/>
                </a:lnTo>
                <a:lnTo>
                  <a:pt x="21008" y="29713"/>
                </a:lnTo>
                <a:lnTo>
                  <a:pt x="0" y="297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7562880" cy="10696680"/>
          </a:xfrm>
          <a:custGeom>
            <a:avLst/>
            <a:gdLst/>
            <a:ahLst/>
            <a:rect l="0" t="0" r="r" b="b"/>
            <a:pathLst>
              <a:path w="21008" h="29713">
                <a:moveTo>
                  <a:pt x="0" y="0"/>
                </a:moveTo>
                <a:lnTo>
                  <a:pt x="21008" y="0"/>
                </a:lnTo>
                <a:lnTo>
                  <a:pt x="21008" y="29713"/>
                </a:lnTo>
                <a:lnTo>
                  <a:pt x="0" y="297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2305080" cy="10696680"/>
          </a:xfrm>
          <a:custGeom>
            <a:avLst/>
            <a:gdLst/>
            <a:ahLst/>
            <a:rect l="0" t="0" r="r" b="b"/>
            <a:pathLst>
              <a:path w="6403" h="29713">
                <a:moveTo>
                  <a:pt x="0" y="0"/>
                </a:moveTo>
                <a:lnTo>
                  <a:pt x="6403" y="0"/>
                </a:lnTo>
                <a:lnTo>
                  <a:pt x="6403" y="29713"/>
                </a:lnTo>
                <a:lnTo>
                  <a:pt x="0" y="29713"/>
                </a:lnTo>
                <a:lnTo>
                  <a:pt x="0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135720" y="-2160"/>
            <a:ext cx="2576160" cy="10701000"/>
          </a:xfrm>
          <a:prstGeom prst="rect">
            <a:avLst/>
          </a:prstGeom>
          <a:ln w="0">
            <a:noFill/>
          </a:ln>
        </p:spPr>
      </p:pic>
      <p:sp>
        <p:nvSpPr>
          <p:cNvPr id="12" name=""/>
          <p:cNvSpPr/>
          <p:nvPr/>
        </p:nvSpPr>
        <p:spPr>
          <a:xfrm>
            <a:off x="-360" y="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-360" y="41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-360" y="83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-360" y="125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-360" y="167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-360" y="208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-360" y="250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-360" y="292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-360" y="334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-360" y="375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-360" y="417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-360" y="459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-360" y="501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-360" y="542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-360" y="584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-360" y="626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-360" y="668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-360" y="709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-360" y="751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-360" y="793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-360" y="835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-360" y="876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-360" y="918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-360" y="960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-360" y="1002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-360" y="1044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-360" y="1085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-360" y="1127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-360" y="1169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-360" y="1211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-360" y="1252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-360" y="1294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-360" y="1336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-360" y="1378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-360" y="1419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-360" y="1461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-360" y="1503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-360" y="1545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-360" y="1586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-360" y="1628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-360" y="1670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-360" y="1712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-360" y="1753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-360" y="1795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-360" y="1837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-360" y="1879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-360" y="1920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-360" y="1962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-360" y="2004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-360" y="2046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-360" y="2088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-360" y="2129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-360" y="2171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-360" y="2213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-360" y="2255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-360" y="2296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-360" y="2338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-360" y="2380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-360" y="2422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-360" y="2463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-360" y="2505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-360" y="2547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-360" y="2589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-360" y="2630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-360" y="2672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-360" y="2714400"/>
            <a:ext cx="0" cy="42120"/>
          </a:xfrm>
          <a:custGeom>
            <a:avLst/>
            <a:gdLst/>
            <a:ahLst/>
            <a:rect l="0" t="0" r="r" b="b"/>
            <a:pathLst>
              <a:path w="0" h="117">
                <a:moveTo>
                  <a:pt x="0" y="0"/>
                </a:move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-360" y="2756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-360" y="2798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-360" y="2840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-360" y="2881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-360" y="2923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-360" y="2965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-360" y="3007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-360" y="3048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-360" y="3090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030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-360" y="3132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-360" y="3174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-360" y="3215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-360" y="3257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-360" y="3299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-360" y="3341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-360" y="3382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-360" y="3424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-360" y="3466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-360" y="3508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-360" y="3549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-360" y="3591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-360" y="3633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-360" y="3675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-360" y="3717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-360" y="3758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-360" y="3800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-360" y="3842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-360" y="3884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-360" y="3925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-360" y="3967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-360" y="4009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4242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-360" y="4051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-360" y="4092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-360" y="4134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-360" y="4176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-360" y="4218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-360" y="4259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-360" y="4301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-360" y="4343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-360" y="4385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-360" y="4426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-360" y="4468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-360" y="4510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-360" y="4552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-360" y="4593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-360" y="4635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-360" y="4677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-360" y="4719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-360" y="4761000"/>
            <a:ext cx="0" cy="83520"/>
          </a:xfrm>
          <a:custGeom>
            <a:avLst/>
            <a:gdLst/>
            <a:ahLst/>
            <a:rect l="0" t="0" r="r" b="b"/>
            <a:pathLst>
              <a:path w="0" h="232">
                <a:moveTo>
                  <a:pt x="0" y="0"/>
                </a:moveTo>
                <a:lnTo>
                  <a:pt x="0" y="232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-360" y="4844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-360" y="4886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-360" y="4928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-360" y="4969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-360" y="5011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-360" y="5053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-360" y="5095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-360" y="5136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-360" y="5178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-360" y="5220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-360" y="5262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-360" y="5303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-360" y="5345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-360" y="5387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-360" y="5429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-360" y="5470920"/>
            <a:ext cx="0" cy="42120"/>
          </a:xfrm>
          <a:custGeom>
            <a:avLst/>
            <a:gdLst/>
            <a:ahLst/>
            <a:rect l="0" t="0" r="r" b="b"/>
            <a:pathLst>
              <a:path w="0" h="117">
                <a:moveTo>
                  <a:pt x="0" y="0"/>
                </a:move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-360" y="5513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-360" y="5554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-360" y="5596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-360" y="5638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-360" y="5680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-360" y="5721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-360" y="5763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-360" y="5805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-360" y="5847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-360" y="5888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-360" y="5930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-360" y="5972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-360" y="6014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-360" y="6055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-360" y="6097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-360" y="6139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-360" y="6181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-360" y="6222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-360" y="6264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-360" y="6306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-360" y="6348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-360" y="6390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-360" y="6431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-360" y="6473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-360" y="6515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-360" y="6557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-360" y="6598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-360" y="6640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-360" y="6682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-360" y="6724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-360" y="6765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b5b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-360" y="6807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c5c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-360" y="6849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d5d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-360" y="6891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f5f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-360" y="6932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-360" y="6974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262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-360" y="7016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363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-360" y="7058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464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-360" y="7099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-360" y="7141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7676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-360" y="7183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868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-360" y="7225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a6a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-360" y="7266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b6b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-360" y="7308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c6c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-360" y="7350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-360" y="7392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f6f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-360" y="7434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-360" y="7475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272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-360" y="7517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37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-360" y="7559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-360" y="7601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-360" y="7642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7777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-360" y="7684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979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-360" y="7726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-360" y="7768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b7b7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-360" y="7809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d7d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-360" y="7851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-360" y="7893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-360" y="7935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181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-360" y="7976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282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-360" y="8018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383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-360" y="8060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585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-360" y="8102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6868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-360" y="8143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787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-360" y="8185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989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-360" y="8227440"/>
            <a:ext cx="0" cy="42120"/>
          </a:xfrm>
          <a:custGeom>
            <a:avLst/>
            <a:gdLst/>
            <a:ahLst/>
            <a:rect l="0" t="0" r="r" b="b"/>
            <a:pathLst>
              <a:path w="0" h="117">
                <a:moveTo>
                  <a:pt x="0" y="0"/>
                </a:move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8a8a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-360" y="8269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-360" y="8311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d8d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-360" y="8353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e8e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-360" y="8394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090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-360" y="8436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191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-360" y="8478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-360" y="8520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494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-360" y="8561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595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-360" y="8603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696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-360" y="8645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8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-360" y="8687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-360" y="8728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-360" y="8770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c9c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-360" y="8812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d9d9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-360" y="8854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-360" y="8895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0a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-360" y="8937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1a1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-360" y="8979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3a3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-360" y="9021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4a4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-360" y="9063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5a5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-360" y="9104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7a7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-360" y="9146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-360" y="9188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9a9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-360" y="9230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bab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-360" y="9271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cac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-360" y="9313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dad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-360" y="9355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-360" y="9397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0b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-360" y="9438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2b2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-360" y="9480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3b3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-360" y="9522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4b4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-360" y="9564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6b6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-360" y="9605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7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-360" y="9647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8b8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-360" y="9689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aba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-360" y="9731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bb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-360" y="9772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cbc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-360" y="9814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-360" y="9856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-360" y="9898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-360" y="9939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2c2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-360" y="9981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3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-360" y="10023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5c5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-360" y="10065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6c6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-360" y="10107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7c7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-360" y="10148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-360" y="10190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aca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-360" y="10232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-360" y="10274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dc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-360" y="10315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-360" y="10357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fc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-360" y="10399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1d1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-360" y="10441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-360" y="10482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-360" y="10524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5d5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-360" y="10566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6d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-360" y="10608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-360" y="10649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-3778560" y="-108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-7556760" y="-108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-3778560" y="534564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-7556760" y="534564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0" y="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41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0" y="83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125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167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208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0" y="250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0" y="292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0" y="334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0" y="375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417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0" y="459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0" y="501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0" y="542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0" y="584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0" y="626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0" y="668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709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751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793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0" y="835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0" y="876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0" y="918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960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0" y="1002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0" y="1044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0" y="1085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0" y="1127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0" y="1169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0" y="1211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0" y="1252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1294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1336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747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1378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1419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1461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1503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1545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1586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1628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1670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1712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1753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1795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0" y="1837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0" y="1879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1920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1962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2004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0" y="2046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2088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0" y="2129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0" y="2171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0" y="2213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0" y="2255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2296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2338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2380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2422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2463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2505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0" y="2547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0" y="2589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0" y="2630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0" y="2672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2714400"/>
            <a:ext cx="2305080" cy="42480"/>
          </a:xfrm>
          <a:custGeom>
            <a:avLst/>
            <a:gdLst/>
            <a:ahLst/>
            <a:rect l="0" t="0" r="r" b="b"/>
            <a:pathLst>
              <a:path w="6403" h="118">
                <a:moveTo>
                  <a:pt x="6403" y="0"/>
                </a:moveTo>
                <a:lnTo>
                  <a:pt x="0" y="0"/>
                </a:lnTo>
                <a:lnTo>
                  <a:pt x="0" y="118"/>
                </a:lnTo>
                <a:lnTo>
                  <a:pt x="6403" y="118"/>
                </a:lnTo>
                <a:lnTo>
                  <a:pt x="6403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2756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0" y="2798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0" y="2840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0" y="2881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0" y="2923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0" y="2965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3007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3048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0" y="3090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030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0" y="3132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0" y="3174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0" y="3215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0" y="3257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0" y="3299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0" y="3341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3382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3424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0" y="3466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0" y="3508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0" y="3549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0" y="3591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0" y="3633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3675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0" y="3717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0" y="3758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0" y="3800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0" y="3842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0" y="3884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0" y="3925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0" y="3967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0" y="4009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4242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0" y="4051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4092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4134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0" y="4176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0" y="4218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4259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0" y="4301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4343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4385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4426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0" y="4468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0" y="4510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0" y="4552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0" y="4593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0" y="4635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0" y="4677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0" y="4719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0" y="4761000"/>
            <a:ext cx="2305080" cy="83880"/>
          </a:xfrm>
          <a:custGeom>
            <a:avLst/>
            <a:gdLst/>
            <a:ahLst/>
            <a:rect l="0" t="0" r="r" b="b"/>
            <a:pathLst>
              <a:path w="6403" h="233">
                <a:moveTo>
                  <a:pt x="6403" y="0"/>
                </a:moveTo>
                <a:lnTo>
                  <a:pt x="0" y="0"/>
                </a:lnTo>
                <a:lnTo>
                  <a:pt x="0" y="233"/>
                </a:lnTo>
                <a:lnTo>
                  <a:pt x="6403" y="233"/>
                </a:lnTo>
                <a:lnTo>
                  <a:pt x="6403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0" y="4844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0" y="4886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0" y="4928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0" y="4969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0" y="5011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0" y="5053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0" y="5095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0" y="5136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0" y="5178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0" y="5220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5262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5303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5345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0" y="5387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0" y="5429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0" y="5470920"/>
            <a:ext cx="2305080" cy="42480"/>
          </a:xfrm>
          <a:custGeom>
            <a:avLst/>
            <a:gdLst/>
            <a:ahLst/>
            <a:rect l="0" t="0" r="r" b="b"/>
            <a:pathLst>
              <a:path w="6403" h="118">
                <a:moveTo>
                  <a:pt x="6403" y="0"/>
                </a:moveTo>
                <a:lnTo>
                  <a:pt x="0" y="0"/>
                </a:lnTo>
                <a:lnTo>
                  <a:pt x="0" y="118"/>
                </a:lnTo>
                <a:lnTo>
                  <a:pt x="6403" y="118"/>
                </a:lnTo>
                <a:lnTo>
                  <a:pt x="6403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0" y="5513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5554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5596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5638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0" y="5680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0" y="5721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0" y="5763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0" y="5805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5847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5888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5930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5972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0" y="6014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0" y="6055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0" y="6097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0" y="6139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0" y="6181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0" y="6222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0" y="6264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0" y="6306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0" y="6348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0" y="6390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0" y="6431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0" y="6473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0" y="6515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0" y="6557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0" y="6598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0" y="6640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0" y="6682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0" y="6724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959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0" y="6765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b5b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0" y="6807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c5c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0" y="6849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d5d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0" y="6891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f5f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0" y="6932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06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0" y="6974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262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0" y="7016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363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0" y="7058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464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0" y="7099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0" y="7141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7676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0" y="7183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868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7225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a6a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7266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b6b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0" y="7308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c6c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0" y="7350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7392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f6f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0" y="7434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070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0" y="7475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272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7517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37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0" y="7559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575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0" y="7601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676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0" y="7642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7777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0" y="7684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979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0" y="7726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a7a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0" y="7768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b7b7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0" y="7809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d7d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0" y="7851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e7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0" y="7893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0" y="7935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181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0" y="7976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282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0" y="8018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383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0" y="8060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585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0" y="8102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6868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0" y="8143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787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0" y="8185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989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0" y="8227440"/>
            <a:ext cx="2305080" cy="42480"/>
          </a:xfrm>
          <a:custGeom>
            <a:avLst/>
            <a:gdLst/>
            <a:ahLst/>
            <a:rect l="0" t="0" r="r" b="b"/>
            <a:pathLst>
              <a:path w="6403" h="118">
                <a:moveTo>
                  <a:pt x="6403" y="0"/>
                </a:moveTo>
                <a:lnTo>
                  <a:pt x="0" y="0"/>
                </a:lnTo>
                <a:lnTo>
                  <a:pt x="0" y="118"/>
                </a:lnTo>
                <a:lnTo>
                  <a:pt x="6403" y="118"/>
                </a:lnTo>
                <a:lnTo>
                  <a:pt x="6403" y="0"/>
                </a:lnTo>
                <a:close/>
              </a:path>
            </a:pathLst>
          </a:custGeom>
          <a:solidFill>
            <a:srgbClr val="8a8a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0" y="8269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0" y="8311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d8d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0" y="8353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e8e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0" y="8394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090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0" y="8436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191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0" y="8478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0" y="8520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494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0" y="8561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595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0" y="8603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696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0" y="8645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8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0" y="8687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0" y="8728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0" y="8770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c9c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0" y="8812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d9d9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0" y="8854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f9f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0" y="8895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0a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0" y="8937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1a1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0" y="8979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3a3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0" y="9021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4a4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9063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5a5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9104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7a7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9146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0" y="9188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9a9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0" y="9230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bab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0" y="9271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cac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0" y="9313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dad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0" y="9355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faf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0" y="9397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0b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0" y="9438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2b2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0" y="9480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3b3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0" y="9522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4b4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0" y="9564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6b6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0" y="9605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7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0" y="9647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8b8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0" y="9689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aba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0" y="9731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bb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9772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cbc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0" y="9814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ebe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0" y="9856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0" y="9898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0c0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0" y="9939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2c2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0" y="9981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3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0" y="10023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5c5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0" y="10065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6c6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0" y="10107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7c7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0" y="10148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0" y="10190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aca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0" y="10232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bc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0" y="10274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dc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0" y="10315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ec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0" y="10357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fc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0" y="10399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1d1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0" y="10441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0" y="10482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0" y="10524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5d5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0" y="10566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6d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0" y="10608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0" y="10649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3778200" y="-108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0" y="-108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3778200" y="534564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0" y="534564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30" name="" descr=""/>
          <p:cNvPicPr/>
          <p:nvPr/>
        </p:nvPicPr>
        <p:blipFill>
          <a:blip r:embed="rId2"/>
          <a:stretch/>
        </p:blipFill>
        <p:spPr>
          <a:xfrm>
            <a:off x="2876400" y="933480"/>
            <a:ext cx="409320" cy="399600"/>
          </a:xfrm>
          <a:prstGeom prst="rect">
            <a:avLst/>
          </a:prstGeom>
          <a:ln w="0">
            <a:noFill/>
          </a:ln>
        </p:spPr>
      </p:pic>
      <p:sp>
        <p:nvSpPr>
          <p:cNvPr id="531" name=""/>
          <p:cNvSpPr txBox="1"/>
          <p:nvPr/>
        </p:nvSpPr>
        <p:spPr>
          <a:xfrm>
            <a:off x="3394800" y="926280"/>
            <a:ext cx="369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0e0e14"/>
                </a:solidFill>
                <a:latin typeface="PlayfairDisplay"/>
                <a:ea typeface="PlayfairDisplay"/>
              </a:rPr>
              <a:t>OBD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3394800" y="1184400"/>
            <a:ext cx="9349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20" spc="-1" strike="noStrike">
                <a:solidFill>
                  <a:srgbClr val="6a26d8"/>
                </a:solidFill>
                <a:latin typeface="Inter-Semi"/>
                <a:ea typeface="Inter-Semi"/>
              </a:rPr>
              <a:t>A I   S O L U T I O N S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2880000" y="2940480"/>
            <a:ext cx="193176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50" spc="-1" strike="noStrike">
                <a:solidFill>
                  <a:srgbClr val="6a26d8"/>
                </a:solidFill>
                <a:latin typeface="Inter-Semi"/>
                <a:ea typeface="Inter-Semi"/>
              </a:rPr>
              <a:t>W E L C O M E   P A C K   ·   G F X - T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2880000" y="3256920"/>
            <a:ext cx="4232880" cy="50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4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Welcome aboard,</a:t>
            </a:r>
            <a:endParaRPr b="0" lang="en-US" sz="3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2876400" y="4466880"/>
            <a:ext cx="5400" cy="5760"/>
          </a:xfrm>
          <a:custGeom>
            <a:avLst/>
            <a:gdLst/>
            <a:ahLst/>
            <a:rect l="0" t="0" r="r" b="b"/>
            <a:pathLst>
              <a:path w="15" h="16">
                <a:moveTo>
                  <a:pt x="0" y="0"/>
                </a:moveTo>
                <a:lnTo>
                  <a:pt x="0" y="16"/>
                </a:lnTo>
                <a:lnTo>
                  <a:pt x="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2876400" y="4466880"/>
            <a:ext cx="10800" cy="10800"/>
          </a:xfrm>
          <a:custGeom>
            <a:avLst/>
            <a:gdLst/>
            <a:ahLst/>
            <a:rect l="0" t="0" r="r" b="b"/>
            <a:pathLst>
              <a:path w="30" h="30">
                <a:moveTo>
                  <a:pt x="15" y="0"/>
                </a:moveTo>
                <a:lnTo>
                  <a:pt x="0" y="16"/>
                </a:lnTo>
                <a:lnTo>
                  <a:pt x="0" y="30"/>
                </a:lnTo>
                <a:lnTo>
                  <a:pt x="30" y="0"/>
                </a:lnTo>
                <a:lnTo>
                  <a:pt x="15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2876400" y="4466880"/>
            <a:ext cx="15840" cy="16200"/>
          </a:xfrm>
          <a:custGeom>
            <a:avLst/>
            <a:gdLst/>
            <a:ahLst/>
            <a:rect l="0" t="0" r="r" b="b"/>
            <a:pathLst>
              <a:path w="44" h="45">
                <a:moveTo>
                  <a:pt x="29" y="0"/>
                </a:moveTo>
                <a:lnTo>
                  <a:pt x="0" y="29"/>
                </a:lnTo>
                <a:lnTo>
                  <a:pt x="0" y="45"/>
                </a:lnTo>
                <a:lnTo>
                  <a:pt x="44" y="0"/>
                </a:lnTo>
                <a:lnTo>
                  <a:pt x="29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2876400" y="44668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3" y="0"/>
                </a:moveTo>
                <a:lnTo>
                  <a:pt x="0" y="44"/>
                </a:lnTo>
                <a:lnTo>
                  <a:pt x="0" y="54"/>
                </a:lnTo>
                <a:lnTo>
                  <a:pt x="54" y="0"/>
                </a:lnTo>
                <a:lnTo>
                  <a:pt x="43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2876400" y="446688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28782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28832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28886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28936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28990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29041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9095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291456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29199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29250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29304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29354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29408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29458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29509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9563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296136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29667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297180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29772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29822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29876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29926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29980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30031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30085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30135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30189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30240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30290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30344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30394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30448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30499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30553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306036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30657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307080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30762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30812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30866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30916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30970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31021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31075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31125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311760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31230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31280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31334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31384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31438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3148920" y="4466880"/>
            <a:ext cx="29880" cy="19440"/>
          </a:xfrm>
          <a:custGeom>
            <a:avLst/>
            <a:gdLst/>
            <a:ahLst/>
            <a:rect l="0" t="0" r="r" b="b"/>
            <a:pathLst>
              <a:path w="83" h="54">
                <a:moveTo>
                  <a:pt x="54" y="0"/>
                </a:moveTo>
                <a:lnTo>
                  <a:pt x="0" y="54"/>
                </a:lnTo>
                <a:lnTo>
                  <a:pt x="29" y="54"/>
                </a:lnTo>
                <a:lnTo>
                  <a:pt x="83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3159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31618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3164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3167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3169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317232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3175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3177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3180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3182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3185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3188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3190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3193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31960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3198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3201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3203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32061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3209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3211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32140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321660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3219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3222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32245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3227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32299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2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2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3232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32349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3237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3240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3242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32454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32479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3250440" y="4466880"/>
            <a:ext cx="22680" cy="19440"/>
          </a:xfrm>
          <a:custGeom>
            <a:avLst/>
            <a:gdLst/>
            <a:ahLst/>
            <a:rect l="0" t="0" r="r" b="b"/>
            <a:pathLst>
              <a:path w="63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3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3253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3255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3258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32608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3263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3266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3268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3271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3274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2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2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3276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3279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3281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32842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3287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3289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3292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329472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3297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3300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3302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33051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3308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3310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33130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3315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3318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3321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33235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3326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33285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3331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33339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3336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333900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3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3341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33444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33469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334944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3352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3354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3357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3359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3362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3365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3367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3370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337284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3375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3378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3380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33832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3386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3388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3391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3393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3396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3399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3401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3404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3407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3409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34120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3414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341712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3420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34225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3425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34275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3430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34329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3435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3438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3440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34434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34459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3448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3451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3453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3456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3458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346140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3464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3466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3469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347184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3474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3477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3479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3482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3485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3487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3490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3492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3495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3498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3500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3503160" y="446688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3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3505680" y="4467960"/>
            <a:ext cx="18720" cy="18360"/>
          </a:xfrm>
          <a:custGeom>
            <a:avLst/>
            <a:gdLst/>
            <a:ahLst/>
            <a:rect l="0" t="0" r="r" b="b"/>
            <a:pathLst>
              <a:path w="52" h="51">
                <a:moveTo>
                  <a:pt x="52" y="0"/>
                </a:moveTo>
                <a:lnTo>
                  <a:pt x="0" y="51"/>
                </a:lnTo>
                <a:lnTo>
                  <a:pt x="8" y="51"/>
                </a:lnTo>
                <a:lnTo>
                  <a:pt x="52" y="7"/>
                </a:lnTo>
                <a:lnTo>
                  <a:pt x="52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3508560" y="447048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0"/>
                </a:moveTo>
                <a:lnTo>
                  <a:pt x="0" y="44"/>
                </a:lnTo>
                <a:lnTo>
                  <a:pt x="7" y="44"/>
                </a:lnTo>
                <a:lnTo>
                  <a:pt x="44" y="7"/>
                </a:lnTo>
                <a:lnTo>
                  <a:pt x="44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3511080" y="4473000"/>
            <a:ext cx="13320" cy="13320"/>
          </a:xfrm>
          <a:custGeom>
            <a:avLst/>
            <a:gdLst/>
            <a:ahLst/>
            <a:rect l="0" t="0" r="r" b="b"/>
            <a:pathLst>
              <a:path w="37" h="37">
                <a:moveTo>
                  <a:pt x="37" y="0"/>
                </a:moveTo>
                <a:lnTo>
                  <a:pt x="0" y="37"/>
                </a:lnTo>
                <a:lnTo>
                  <a:pt x="7" y="37"/>
                </a:lnTo>
                <a:lnTo>
                  <a:pt x="37" y="7"/>
                </a:lnTo>
                <a:lnTo>
                  <a:pt x="37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3513600" y="4475520"/>
            <a:ext cx="10800" cy="10800"/>
          </a:xfrm>
          <a:custGeom>
            <a:avLst/>
            <a:gdLst/>
            <a:ahLst/>
            <a:rect l="0" t="0" r="r" b="b"/>
            <a:pathLst>
              <a:path w="30" h="30">
                <a:moveTo>
                  <a:pt x="30" y="0"/>
                </a:moveTo>
                <a:lnTo>
                  <a:pt x="0" y="30"/>
                </a:lnTo>
                <a:lnTo>
                  <a:pt x="7" y="30"/>
                </a:lnTo>
                <a:lnTo>
                  <a:pt x="30" y="8"/>
                </a:lnTo>
                <a:lnTo>
                  <a:pt x="30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3516120" y="4478400"/>
            <a:ext cx="8280" cy="7920"/>
          </a:xfrm>
          <a:custGeom>
            <a:avLst/>
            <a:gdLst/>
            <a:ahLst/>
            <a:rect l="0" t="0" r="r" b="b"/>
            <a:pathLst>
              <a:path w="23" h="22">
                <a:moveTo>
                  <a:pt x="23" y="0"/>
                </a:moveTo>
                <a:lnTo>
                  <a:pt x="0" y="22"/>
                </a:lnTo>
                <a:lnTo>
                  <a:pt x="8" y="22"/>
                </a:lnTo>
                <a:lnTo>
                  <a:pt x="23" y="8"/>
                </a:lnTo>
                <a:lnTo>
                  <a:pt x="23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3519000" y="448092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0"/>
                </a:moveTo>
                <a:lnTo>
                  <a:pt x="0" y="15"/>
                </a:lnTo>
                <a:lnTo>
                  <a:pt x="8" y="15"/>
                </a:lnTo>
                <a:lnTo>
                  <a:pt x="15" y="8"/>
                </a:lnTo>
                <a:lnTo>
                  <a:pt x="15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3521520" y="448344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8" y="0"/>
                </a:moveTo>
                <a:lnTo>
                  <a:pt x="0" y="8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2880000" y="3657240"/>
            <a:ext cx="1478880" cy="574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3400" spc="-1" strike="noStrike">
                <a:solidFill>
                  <a:srgbClr val="6a26d8"/>
                </a:solidFill>
                <a:latin typeface="PlayfairDisplay-Medium"/>
                <a:ea typeface="PlayfairDisplay-Medium"/>
              </a:rPr>
              <a:t>GFX-T.</a:t>
            </a:r>
            <a:endParaRPr b="0" lang="en-US" sz="3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2880000" y="4776120"/>
            <a:ext cx="33429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6b6878"/>
                </a:solidFill>
                <a:latin typeface="Inter"/>
                <a:ea typeface="Inter"/>
              </a:rPr>
              <a:t>An overview of your website project: where it stands,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2880000" y="4995360"/>
            <a:ext cx="32133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6b6878"/>
                </a:solidFill>
                <a:latin typeface="Inter"/>
                <a:ea typeface="Inter"/>
              </a:rPr>
              <a:t>how we will take it live on your own domain, what it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2876400" y="8629560"/>
            <a:ext cx="4038840" cy="9720"/>
          </a:xfrm>
          <a:custGeom>
            <a:avLst/>
            <a:gdLst/>
            <a:ahLst/>
            <a:rect l="0" t="0" r="r" b="b"/>
            <a:pathLst>
              <a:path w="11219" h="27">
                <a:moveTo>
                  <a:pt x="0" y="0"/>
                </a:moveTo>
                <a:lnTo>
                  <a:pt x="11219" y="0"/>
                </a:lnTo>
                <a:lnTo>
                  <a:pt x="112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2880000" y="5214240"/>
            <a:ext cx="28551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6b6878"/>
                </a:solidFill>
                <a:latin typeface="Inter"/>
                <a:ea typeface="Inter"/>
              </a:rPr>
              <a:t>costs, and how we will support you at launch.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2880000" y="8870040"/>
            <a:ext cx="89244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P R E PA R E D   F O R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2880000" y="9017640"/>
            <a:ext cx="145620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GFXT · Creative &amp; Digital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2880000" y="9208080"/>
            <a:ext cx="10400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Marketing Agency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5040000" y="8870040"/>
            <a:ext cx="54648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P R O J E C T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5040000" y="9017640"/>
            <a:ext cx="17884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GFXT Website: Build &amp; Launch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2880000" y="9574560"/>
            <a:ext cx="69552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R E F E R E N C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2880000" y="9722520"/>
            <a:ext cx="98676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OBDGFXT2026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5040000" y="9574560"/>
            <a:ext cx="27972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D 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5040000" y="9722520"/>
            <a:ext cx="113616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25 September 2026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 rot="16200000">
            <a:off x="477720" y="9738720"/>
            <a:ext cx="2142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B U I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 rot="16200000">
            <a:off x="482400" y="9470520"/>
            <a:ext cx="2048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L D  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 rot="16200000">
            <a:off x="537120" y="9261360"/>
            <a:ext cx="950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·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 rot="16200000">
            <a:off x="537120" y="9195840"/>
            <a:ext cx="950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 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 rot="16200000">
            <a:off x="287280" y="8881200"/>
            <a:ext cx="5950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L A U N C H  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 rot="16200000">
            <a:off x="537120" y="8436960"/>
            <a:ext cx="950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·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 rot="16200000">
            <a:off x="537120" y="8371440"/>
            <a:ext cx="950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 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54" name="" descr=""/>
          <p:cNvPicPr/>
          <p:nvPr/>
        </p:nvPicPr>
        <p:blipFill>
          <a:blip r:embed="rId3"/>
          <a:stretch/>
        </p:blipFill>
        <p:spPr>
          <a:xfrm>
            <a:off x="504720" y="866880"/>
            <a:ext cx="514080" cy="504360"/>
          </a:xfrm>
          <a:prstGeom prst="rect">
            <a:avLst/>
          </a:prstGeom>
          <a:ln w="0">
            <a:noFill/>
          </a:ln>
        </p:spPr>
      </p:pic>
      <p:sp>
        <p:nvSpPr>
          <p:cNvPr id="755" name=""/>
          <p:cNvSpPr txBox="1"/>
          <p:nvPr/>
        </p:nvSpPr>
        <p:spPr>
          <a:xfrm rot="16200000">
            <a:off x="277200" y="8046360"/>
            <a:ext cx="6148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S U P P O R T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"/>
          <p:cNvSpPr/>
          <p:nvPr/>
        </p:nvSpPr>
        <p:spPr>
          <a:xfrm>
            <a:off x="647640" y="866520"/>
            <a:ext cx="6267600" cy="9106200"/>
          </a:xfrm>
          <a:custGeom>
            <a:avLst/>
            <a:gdLst/>
            <a:ahLst/>
            <a:rect l="0" t="0" r="r" b="b"/>
            <a:pathLst>
              <a:path w="17410" h="25295">
                <a:moveTo>
                  <a:pt x="0" y="0"/>
                </a:moveTo>
                <a:lnTo>
                  <a:pt x="17410" y="0"/>
                </a:lnTo>
                <a:lnTo>
                  <a:pt x="17410" y="25295"/>
                </a:lnTo>
                <a:lnTo>
                  <a:pt x="0" y="252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647640" y="647280"/>
            <a:ext cx="10735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a26d8"/>
                </a:solidFill>
                <a:latin typeface="Inter"/>
                <a:ea typeface="Inter"/>
              </a:rPr>
              <a:t>WELCOME PACK · GFX-T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6038280" y="647280"/>
            <a:ext cx="9486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 B D - G F XT-2 0 2 6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6355800" y="10286640"/>
            <a:ext cx="4777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2 of 5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647640" y="111420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0" y="0"/>
                </a:moveTo>
                <a:lnTo>
                  <a:pt x="0" y="12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647640" y="1114200"/>
            <a:ext cx="8280" cy="8640"/>
          </a:xfrm>
          <a:custGeom>
            <a:avLst/>
            <a:gdLst/>
            <a:ahLst/>
            <a:rect l="0" t="0" r="r" b="b"/>
            <a:pathLst>
              <a:path w="23" h="24">
                <a:moveTo>
                  <a:pt x="11" y="0"/>
                </a:moveTo>
                <a:lnTo>
                  <a:pt x="0" y="11"/>
                </a:lnTo>
                <a:lnTo>
                  <a:pt x="0" y="24"/>
                </a:lnTo>
                <a:lnTo>
                  <a:pt x="23" y="0"/>
                </a:lnTo>
                <a:lnTo>
                  <a:pt x="11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647640" y="111420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23" y="0"/>
                </a:moveTo>
                <a:lnTo>
                  <a:pt x="0" y="24"/>
                </a:lnTo>
                <a:lnTo>
                  <a:pt x="0" y="35"/>
                </a:lnTo>
                <a:lnTo>
                  <a:pt x="35" y="0"/>
                </a:lnTo>
                <a:lnTo>
                  <a:pt x="23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647640" y="111420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35" y="0"/>
                </a:moveTo>
                <a:lnTo>
                  <a:pt x="0" y="35"/>
                </a:lnTo>
                <a:lnTo>
                  <a:pt x="0" y="47"/>
                </a:lnTo>
                <a:lnTo>
                  <a:pt x="46" y="0"/>
                </a:lnTo>
                <a:lnTo>
                  <a:pt x="35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647640" y="11142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5" y="0"/>
                </a:moveTo>
                <a:lnTo>
                  <a:pt x="0" y="46"/>
                </a:lnTo>
                <a:lnTo>
                  <a:pt x="0" y="54"/>
                </a:lnTo>
                <a:lnTo>
                  <a:pt x="54" y="0"/>
                </a:lnTo>
                <a:lnTo>
                  <a:pt x="45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647640" y="1114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4" y="54"/>
                </a:lnTo>
                <a:lnTo>
                  <a:pt x="5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649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653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5700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661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6652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66924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673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6775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681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685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689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694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698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70200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706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7102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71424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718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72252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726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730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734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739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743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74700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751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7552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7596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763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76752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771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775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779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784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788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7923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796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80028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8046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808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81252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816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820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824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829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833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8373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841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84528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8496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853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857520" y="111420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865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8679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870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871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8740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876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878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880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882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884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886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888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8902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892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894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8964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898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9007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9025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904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9068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909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910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9129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915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916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919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921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923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925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927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929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931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933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9352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937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939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9414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943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9457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947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949680" y="111420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9518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954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955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957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960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961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964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966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968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970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972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974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976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978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9802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982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984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9867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988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9907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992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994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9968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999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1000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1002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1005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1006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1009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1011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1013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1015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1017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1019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1021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1023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10256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1027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1029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10317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1033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10357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1037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1039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10418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1044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1045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1047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1050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1051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1054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1056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1058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1060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1062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10645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1066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1068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10706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1072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10746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10767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1078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10807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1082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1084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10868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1089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1090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1092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1095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1096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1099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1101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11034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1105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11073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11095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1111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11134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11156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1117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11196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11217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1123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11257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1127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1129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1131840" y="1114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8" y="2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1134000" y="1114920"/>
            <a:ext cx="18720" cy="18720"/>
          </a:xfrm>
          <a:custGeom>
            <a:avLst/>
            <a:gdLst/>
            <a:ahLst/>
            <a:rect l="0" t="0" r="r" b="b"/>
            <a:pathLst>
              <a:path w="52" h="52">
                <a:moveTo>
                  <a:pt x="52" y="0"/>
                </a:moveTo>
                <a:lnTo>
                  <a:pt x="0" y="52"/>
                </a:lnTo>
                <a:lnTo>
                  <a:pt x="5" y="52"/>
                </a:lnTo>
                <a:lnTo>
                  <a:pt x="52" y="6"/>
                </a:lnTo>
                <a:lnTo>
                  <a:pt x="52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1135800" y="111708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47" y="0"/>
                </a:moveTo>
                <a:lnTo>
                  <a:pt x="0" y="46"/>
                </a:lnTo>
                <a:lnTo>
                  <a:pt x="6" y="46"/>
                </a:lnTo>
                <a:lnTo>
                  <a:pt x="47" y="5"/>
                </a:lnTo>
                <a:lnTo>
                  <a:pt x="47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1137960" y="1118880"/>
            <a:ext cx="14760" cy="14760"/>
          </a:xfrm>
          <a:custGeom>
            <a:avLst/>
            <a:gdLst/>
            <a:ahLst/>
            <a:rect l="0" t="0" r="r" b="b"/>
            <a:pathLst>
              <a:path w="41" h="41">
                <a:moveTo>
                  <a:pt x="41" y="0"/>
                </a:moveTo>
                <a:lnTo>
                  <a:pt x="0" y="41"/>
                </a:lnTo>
                <a:lnTo>
                  <a:pt x="6" y="41"/>
                </a:lnTo>
                <a:lnTo>
                  <a:pt x="41" y="6"/>
                </a:lnTo>
                <a:lnTo>
                  <a:pt x="41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1140120" y="112104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35" y="0"/>
                </a:moveTo>
                <a:lnTo>
                  <a:pt x="0" y="35"/>
                </a:lnTo>
                <a:lnTo>
                  <a:pt x="6" y="35"/>
                </a:lnTo>
                <a:lnTo>
                  <a:pt x="35" y="6"/>
                </a:lnTo>
                <a:lnTo>
                  <a:pt x="35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1142280" y="1123200"/>
            <a:ext cx="10440" cy="10440"/>
          </a:xfrm>
          <a:custGeom>
            <a:avLst/>
            <a:gdLst/>
            <a:ahLst/>
            <a:rect l="0" t="0" r="r" b="b"/>
            <a:pathLst>
              <a:path w="29" h="29">
                <a:moveTo>
                  <a:pt x="29" y="0"/>
                </a:moveTo>
                <a:lnTo>
                  <a:pt x="0" y="29"/>
                </a:lnTo>
                <a:lnTo>
                  <a:pt x="6" y="29"/>
                </a:lnTo>
                <a:lnTo>
                  <a:pt x="29" y="6"/>
                </a:lnTo>
                <a:lnTo>
                  <a:pt x="29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1144080" y="1125000"/>
            <a:ext cx="9000" cy="8640"/>
          </a:xfrm>
          <a:custGeom>
            <a:avLst/>
            <a:gdLst/>
            <a:ahLst/>
            <a:rect l="0" t="0" r="r" b="b"/>
            <a:pathLst>
              <a:path w="25" h="24">
                <a:moveTo>
                  <a:pt x="25" y="0"/>
                </a:moveTo>
                <a:lnTo>
                  <a:pt x="0" y="24"/>
                </a:lnTo>
                <a:lnTo>
                  <a:pt x="7" y="24"/>
                </a:lnTo>
                <a:lnTo>
                  <a:pt x="25" y="6"/>
                </a:lnTo>
                <a:lnTo>
                  <a:pt x="25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1146240" y="112716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0"/>
                </a:moveTo>
                <a:lnTo>
                  <a:pt x="0" y="18"/>
                </a:lnTo>
                <a:lnTo>
                  <a:pt x="7" y="18"/>
                </a:lnTo>
                <a:lnTo>
                  <a:pt x="18" y="7"/>
                </a:lnTo>
                <a:lnTo>
                  <a:pt x="1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1148400" y="112932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12" y="0"/>
                </a:moveTo>
                <a:lnTo>
                  <a:pt x="0" y="12"/>
                </a:lnTo>
                <a:lnTo>
                  <a:pt x="5" y="12"/>
                </a:lnTo>
                <a:lnTo>
                  <a:pt x="12" y="6"/>
                </a:lnTo>
                <a:lnTo>
                  <a:pt x="12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1150200" y="11311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7" y="0"/>
                </a:moveTo>
                <a:lnTo>
                  <a:pt x="0" y="8"/>
                </a:lnTo>
                <a:lnTo>
                  <a:pt x="7" y="8"/>
                </a:lnTo>
                <a:lnTo>
                  <a:pt x="7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647640" y="2028600"/>
            <a:ext cx="6267600" cy="10080"/>
          </a:xfrm>
          <a:custGeom>
            <a:avLst/>
            <a:gdLst/>
            <a:ahLst/>
            <a:rect l="0" t="0" r="r" b="b"/>
            <a:pathLst>
              <a:path w="17410" h="28">
                <a:moveTo>
                  <a:pt x="0" y="0"/>
                </a:moveTo>
                <a:lnTo>
                  <a:pt x="17410" y="0"/>
                </a:lnTo>
                <a:lnTo>
                  <a:pt x="17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647640" y="580068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0" y="0"/>
                </a:moveTo>
                <a:lnTo>
                  <a:pt x="0" y="12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647640" y="5800680"/>
            <a:ext cx="8640" cy="8640"/>
          </a:xfrm>
          <a:custGeom>
            <a:avLst/>
            <a:gdLst/>
            <a:ahLst/>
            <a:rect l="0" t="0" r="r" b="b"/>
            <a:pathLst>
              <a:path w="24" h="24">
                <a:moveTo>
                  <a:pt x="12" y="0"/>
                </a:moveTo>
                <a:lnTo>
                  <a:pt x="0" y="11"/>
                </a:lnTo>
                <a:lnTo>
                  <a:pt x="0" y="24"/>
                </a:lnTo>
                <a:lnTo>
                  <a:pt x="24" y="0"/>
                </a:lnTo>
                <a:lnTo>
                  <a:pt x="12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647640" y="580068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24" y="0"/>
                </a:moveTo>
                <a:lnTo>
                  <a:pt x="0" y="24"/>
                </a:lnTo>
                <a:lnTo>
                  <a:pt x="0" y="35"/>
                </a:lnTo>
                <a:lnTo>
                  <a:pt x="35" y="0"/>
                </a:lnTo>
                <a:lnTo>
                  <a:pt x="24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647640" y="58006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35" y="0"/>
                </a:moveTo>
                <a:lnTo>
                  <a:pt x="0" y="35"/>
                </a:lnTo>
                <a:lnTo>
                  <a:pt x="0" y="47"/>
                </a:lnTo>
                <a:lnTo>
                  <a:pt x="47" y="0"/>
                </a:lnTo>
                <a:lnTo>
                  <a:pt x="35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647640" y="58006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46" y="0"/>
                </a:moveTo>
                <a:lnTo>
                  <a:pt x="0" y="46"/>
                </a:lnTo>
                <a:lnTo>
                  <a:pt x="0" y="59"/>
                </a:lnTo>
                <a:lnTo>
                  <a:pt x="59" y="0"/>
                </a:lnTo>
                <a:lnTo>
                  <a:pt x="46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647640" y="5800680"/>
            <a:ext cx="25200" cy="25200"/>
          </a:xfrm>
          <a:custGeom>
            <a:avLst/>
            <a:gdLst/>
            <a:ahLst/>
            <a:rect l="0" t="0" r="r" b="b"/>
            <a:pathLst>
              <a:path w="70" h="70">
                <a:moveTo>
                  <a:pt x="59" y="0"/>
                </a:moveTo>
                <a:lnTo>
                  <a:pt x="0" y="58"/>
                </a:lnTo>
                <a:lnTo>
                  <a:pt x="0" y="70"/>
                </a:lnTo>
                <a:lnTo>
                  <a:pt x="70" y="0"/>
                </a:lnTo>
                <a:lnTo>
                  <a:pt x="59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647640" y="5800680"/>
            <a:ext cx="28800" cy="28800"/>
          </a:xfrm>
          <a:custGeom>
            <a:avLst/>
            <a:gdLst/>
            <a:ahLst/>
            <a:rect l="0" t="0" r="r" b="b"/>
            <a:pathLst>
              <a:path w="80" h="80">
                <a:moveTo>
                  <a:pt x="70" y="0"/>
                </a:moveTo>
                <a:lnTo>
                  <a:pt x="0" y="70"/>
                </a:lnTo>
                <a:lnTo>
                  <a:pt x="0" y="80"/>
                </a:lnTo>
                <a:lnTo>
                  <a:pt x="80" y="0"/>
                </a:lnTo>
                <a:lnTo>
                  <a:pt x="70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647640" y="5800680"/>
            <a:ext cx="29520" cy="28800"/>
          </a:xfrm>
          <a:custGeom>
            <a:avLst/>
            <a:gdLst/>
            <a:ahLst/>
            <a:rect l="0" t="0" r="r" b="b"/>
            <a:pathLst>
              <a:path w="82" h="80">
                <a:moveTo>
                  <a:pt x="80" y="0"/>
                </a:moveTo>
                <a:lnTo>
                  <a:pt x="0" y="80"/>
                </a:lnTo>
                <a:lnTo>
                  <a:pt x="1" y="80"/>
                </a:lnTo>
                <a:lnTo>
                  <a:pt x="82" y="0"/>
                </a:lnTo>
                <a:lnTo>
                  <a:pt x="80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64800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65232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65628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66060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3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66492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79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79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66888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67320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67716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68148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68544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68976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69408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69804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70236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70632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71064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714960" y="5800680"/>
            <a:ext cx="32760" cy="28800"/>
          </a:xfrm>
          <a:custGeom>
            <a:avLst/>
            <a:gdLst/>
            <a:ahLst/>
            <a:rect l="0" t="0" r="r" b="b"/>
            <a:pathLst>
              <a:path w="91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1" y="0"/>
                </a:lnTo>
                <a:lnTo>
                  <a:pt x="80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71892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72324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72720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3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73152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79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79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73548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73980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74412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74808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75240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75636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76068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76464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76896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77328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77724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78156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78552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78984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79380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79812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80244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80640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81072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81468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81900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82296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3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82728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79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79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83160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83556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83988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1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84384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1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1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848160" y="5800680"/>
            <a:ext cx="33120" cy="28800"/>
          </a:xfrm>
          <a:custGeom>
            <a:avLst/>
            <a:gdLst/>
            <a:ahLst/>
            <a:rect l="0" t="0" r="r" b="b"/>
            <a:pathLst>
              <a:path w="92" h="80">
                <a:moveTo>
                  <a:pt x="80" y="0"/>
                </a:moveTo>
                <a:lnTo>
                  <a:pt x="0" y="80"/>
                </a:lnTo>
                <a:lnTo>
                  <a:pt x="12" y="80"/>
                </a:lnTo>
                <a:lnTo>
                  <a:pt x="92" y="0"/>
                </a:lnTo>
                <a:lnTo>
                  <a:pt x="80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852480" y="5800680"/>
            <a:ext cx="37080" cy="28800"/>
          </a:xfrm>
          <a:custGeom>
            <a:avLst/>
            <a:gdLst/>
            <a:ahLst/>
            <a:rect l="0" t="0" r="r" b="b"/>
            <a:pathLst>
              <a:path w="103" h="80">
                <a:moveTo>
                  <a:pt x="80" y="0"/>
                </a:moveTo>
                <a:lnTo>
                  <a:pt x="0" y="80"/>
                </a:lnTo>
                <a:lnTo>
                  <a:pt x="23" y="80"/>
                </a:lnTo>
                <a:lnTo>
                  <a:pt x="103" y="0"/>
                </a:lnTo>
                <a:lnTo>
                  <a:pt x="80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8607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86256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8647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8668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8690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8712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87300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0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8751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8773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8794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8816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8834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8856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8877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8899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89172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8938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8960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8982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9003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90216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7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9043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9064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9086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9108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91260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9147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9169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9190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9212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9230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9252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9273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9295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93132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7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9334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9356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9378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9399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94176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9439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9460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9482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9504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9522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9543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9565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9586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96048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9626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7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9648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79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79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9669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9691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97092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9730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9752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9774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9795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98136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9835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9856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9878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9900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9918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9939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7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9961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79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79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9982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100008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10022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10044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10065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10087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101052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10126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10148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10170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10191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10209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10231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7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10252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79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79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10274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102924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10314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10335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10357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10378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103968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10418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10440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10461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10483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105012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10522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10544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7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10566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79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79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10587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10605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10627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10648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10670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106884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10710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10731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10753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10774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107928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10814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10836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10857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7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10879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79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79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10897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10918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10940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10962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109800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11001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11023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11044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11066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110844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111060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111276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111492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0" y="0"/>
                </a:moveTo>
                <a:lnTo>
                  <a:pt x="0" y="80"/>
                </a:lnTo>
                <a:lnTo>
                  <a:pt x="7" y="80"/>
                </a:lnTo>
                <a:lnTo>
                  <a:pt x="86" y="0"/>
                </a:lnTo>
                <a:lnTo>
                  <a:pt x="80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111708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79" y="0"/>
                </a:moveTo>
                <a:lnTo>
                  <a:pt x="0" y="80"/>
                </a:lnTo>
                <a:lnTo>
                  <a:pt x="5" y="80"/>
                </a:lnTo>
                <a:lnTo>
                  <a:pt x="86" y="0"/>
                </a:lnTo>
                <a:lnTo>
                  <a:pt x="79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1118880" y="5800680"/>
            <a:ext cx="31320" cy="28800"/>
          </a:xfrm>
          <a:custGeom>
            <a:avLst/>
            <a:gdLst/>
            <a:ahLst/>
            <a:rect l="0" t="0" r="r" b="b"/>
            <a:pathLst>
              <a:path w="87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7" y="0"/>
                </a:lnTo>
                <a:lnTo>
                  <a:pt x="81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1121040" y="5800680"/>
            <a:ext cx="30960" cy="28800"/>
          </a:xfrm>
          <a:custGeom>
            <a:avLst/>
            <a:gdLst/>
            <a:ahLst/>
            <a:rect l="0" t="0" r="r" b="b"/>
            <a:pathLst>
              <a:path w="86" h="80">
                <a:moveTo>
                  <a:pt x="81" y="0"/>
                </a:moveTo>
                <a:lnTo>
                  <a:pt x="0" y="80"/>
                </a:lnTo>
                <a:lnTo>
                  <a:pt x="6" y="80"/>
                </a:lnTo>
                <a:lnTo>
                  <a:pt x="86" y="0"/>
                </a:lnTo>
                <a:lnTo>
                  <a:pt x="81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1123200" y="5800680"/>
            <a:ext cx="29520" cy="28800"/>
          </a:xfrm>
          <a:custGeom>
            <a:avLst/>
            <a:gdLst/>
            <a:ahLst/>
            <a:rect l="0" t="0" r="r" b="b"/>
            <a:pathLst>
              <a:path w="82" h="80">
                <a:moveTo>
                  <a:pt x="79" y="0"/>
                </a:moveTo>
                <a:lnTo>
                  <a:pt x="0" y="80"/>
                </a:lnTo>
                <a:lnTo>
                  <a:pt x="6" y="80"/>
                </a:lnTo>
                <a:lnTo>
                  <a:pt x="82" y="4"/>
                </a:lnTo>
                <a:lnTo>
                  <a:pt x="79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1125360" y="5802120"/>
            <a:ext cx="27360" cy="27360"/>
          </a:xfrm>
          <a:custGeom>
            <a:avLst/>
            <a:gdLst/>
            <a:ahLst/>
            <a:rect l="0" t="0" r="r" b="b"/>
            <a:pathLst>
              <a:path w="76" h="76">
                <a:moveTo>
                  <a:pt x="76" y="0"/>
                </a:moveTo>
                <a:lnTo>
                  <a:pt x="0" y="76"/>
                </a:lnTo>
                <a:lnTo>
                  <a:pt x="6" y="76"/>
                </a:lnTo>
                <a:lnTo>
                  <a:pt x="76" y="6"/>
                </a:lnTo>
                <a:lnTo>
                  <a:pt x="76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1127520" y="5804280"/>
            <a:ext cx="25200" cy="25200"/>
          </a:xfrm>
          <a:custGeom>
            <a:avLst/>
            <a:gdLst/>
            <a:ahLst/>
            <a:rect l="0" t="0" r="r" b="b"/>
            <a:pathLst>
              <a:path w="70" h="70">
                <a:moveTo>
                  <a:pt x="70" y="0"/>
                </a:moveTo>
                <a:lnTo>
                  <a:pt x="0" y="70"/>
                </a:lnTo>
                <a:lnTo>
                  <a:pt x="5" y="70"/>
                </a:lnTo>
                <a:lnTo>
                  <a:pt x="70" y="5"/>
                </a:lnTo>
                <a:lnTo>
                  <a:pt x="70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1129320" y="5806080"/>
            <a:ext cx="23400" cy="23400"/>
          </a:xfrm>
          <a:custGeom>
            <a:avLst/>
            <a:gdLst/>
            <a:ahLst/>
            <a:rect l="0" t="0" r="r" b="b"/>
            <a:pathLst>
              <a:path w="65" h="65">
                <a:moveTo>
                  <a:pt x="65" y="0"/>
                </a:moveTo>
                <a:lnTo>
                  <a:pt x="0" y="65"/>
                </a:lnTo>
                <a:lnTo>
                  <a:pt x="6" y="65"/>
                </a:lnTo>
                <a:lnTo>
                  <a:pt x="65" y="6"/>
                </a:lnTo>
                <a:lnTo>
                  <a:pt x="65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1131480" y="580824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0"/>
                </a:moveTo>
                <a:lnTo>
                  <a:pt x="0" y="59"/>
                </a:lnTo>
                <a:lnTo>
                  <a:pt x="6" y="59"/>
                </a:lnTo>
                <a:lnTo>
                  <a:pt x="59" y="6"/>
                </a:lnTo>
                <a:lnTo>
                  <a:pt x="59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1133640" y="5810400"/>
            <a:ext cx="19080" cy="19080"/>
          </a:xfrm>
          <a:custGeom>
            <a:avLst/>
            <a:gdLst/>
            <a:ahLst/>
            <a:rect l="0" t="0" r="r" b="b"/>
            <a:pathLst>
              <a:path w="53" h="53">
                <a:moveTo>
                  <a:pt x="53" y="0"/>
                </a:moveTo>
                <a:lnTo>
                  <a:pt x="0" y="53"/>
                </a:lnTo>
                <a:lnTo>
                  <a:pt x="6" y="53"/>
                </a:lnTo>
                <a:lnTo>
                  <a:pt x="53" y="7"/>
                </a:lnTo>
                <a:lnTo>
                  <a:pt x="53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1135800" y="58125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47" y="0"/>
                </a:moveTo>
                <a:lnTo>
                  <a:pt x="0" y="47"/>
                </a:lnTo>
                <a:lnTo>
                  <a:pt x="5" y="47"/>
                </a:lnTo>
                <a:lnTo>
                  <a:pt x="47" y="5"/>
                </a:lnTo>
                <a:lnTo>
                  <a:pt x="47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1137600" y="5814360"/>
            <a:ext cx="15120" cy="15120"/>
          </a:xfrm>
          <a:custGeom>
            <a:avLst/>
            <a:gdLst/>
            <a:ahLst/>
            <a:rect l="0" t="0" r="r" b="b"/>
            <a:pathLst>
              <a:path w="42" h="42">
                <a:moveTo>
                  <a:pt x="42" y="0"/>
                </a:moveTo>
                <a:lnTo>
                  <a:pt x="0" y="42"/>
                </a:lnTo>
                <a:lnTo>
                  <a:pt x="6" y="42"/>
                </a:lnTo>
                <a:lnTo>
                  <a:pt x="42" y="6"/>
                </a:lnTo>
                <a:lnTo>
                  <a:pt x="42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1139760" y="5816520"/>
            <a:ext cx="12960" cy="12960"/>
          </a:xfrm>
          <a:custGeom>
            <a:avLst/>
            <a:gdLst/>
            <a:ahLst/>
            <a:rect l="0" t="0" r="r" b="b"/>
            <a:pathLst>
              <a:path w="36" h="36">
                <a:moveTo>
                  <a:pt x="36" y="0"/>
                </a:moveTo>
                <a:lnTo>
                  <a:pt x="0" y="36"/>
                </a:lnTo>
                <a:lnTo>
                  <a:pt x="6" y="36"/>
                </a:lnTo>
                <a:lnTo>
                  <a:pt x="36" y="6"/>
                </a:lnTo>
                <a:lnTo>
                  <a:pt x="36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1141920" y="5818680"/>
            <a:ext cx="10800" cy="10800"/>
          </a:xfrm>
          <a:custGeom>
            <a:avLst/>
            <a:gdLst/>
            <a:ahLst/>
            <a:rect l="0" t="0" r="r" b="b"/>
            <a:pathLst>
              <a:path w="30" h="30">
                <a:moveTo>
                  <a:pt x="30" y="0"/>
                </a:moveTo>
                <a:lnTo>
                  <a:pt x="0" y="30"/>
                </a:lnTo>
                <a:lnTo>
                  <a:pt x="7" y="30"/>
                </a:lnTo>
                <a:lnTo>
                  <a:pt x="30" y="6"/>
                </a:lnTo>
                <a:lnTo>
                  <a:pt x="30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1144080" y="5820840"/>
            <a:ext cx="8640" cy="8640"/>
          </a:xfrm>
          <a:custGeom>
            <a:avLst/>
            <a:gdLst/>
            <a:ahLst/>
            <a:rect l="0" t="0" r="r" b="b"/>
            <a:pathLst>
              <a:path w="24" h="24">
                <a:moveTo>
                  <a:pt x="24" y="0"/>
                </a:moveTo>
                <a:lnTo>
                  <a:pt x="0" y="24"/>
                </a:lnTo>
                <a:lnTo>
                  <a:pt x="6" y="24"/>
                </a:lnTo>
                <a:lnTo>
                  <a:pt x="24" y="6"/>
                </a:lnTo>
                <a:lnTo>
                  <a:pt x="24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1146240" y="582300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0"/>
                </a:moveTo>
                <a:lnTo>
                  <a:pt x="0" y="18"/>
                </a:lnTo>
                <a:lnTo>
                  <a:pt x="6" y="18"/>
                </a:lnTo>
                <a:lnTo>
                  <a:pt x="18" y="6"/>
                </a:lnTo>
                <a:lnTo>
                  <a:pt x="1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1148040" y="5824800"/>
            <a:ext cx="4680" cy="4680"/>
          </a:xfrm>
          <a:custGeom>
            <a:avLst/>
            <a:gdLst/>
            <a:ahLst/>
            <a:rect l="0" t="0" r="r" b="b"/>
            <a:pathLst>
              <a:path w="13" h="13">
                <a:moveTo>
                  <a:pt x="13" y="0"/>
                </a:moveTo>
                <a:lnTo>
                  <a:pt x="0" y="13"/>
                </a:lnTo>
                <a:lnTo>
                  <a:pt x="6" y="13"/>
                </a:lnTo>
                <a:lnTo>
                  <a:pt x="13" y="6"/>
                </a:lnTo>
                <a:lnTo>
                  <a:pt x="13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1150200" y="582696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7" y="0"/>
                </a:moveTo>
                <a:lnTo>
                  <a:pt x="0" y="7"/>
                </a:lnTo>
                <a:lnTo>
                  <a:pt x="7" y="7"/>
                </a:lnTo>
                <a:lnTo>
                  <a:pt x="7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652320" y="7291080"/>
            <a:ext cx="6258240" cy="1038600"/>
          </a:xfrm>
          <a:custGeom>
            <a:avLst/>
            <a:gdLst/>
            <a:ahLst/>
            <a:rect l="0" t="0" r="r" b="b"/>
            <a:pathLst>
              <a:path w="17384" h="2885">
                <a:moveTo>
                  <a:pt x="0" y="2659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7"/>
                  <a:pt x="30" y="114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8" y="47"/>
                  <a:pt x="101" y="39"/>
                </a:cubicBezTo>
                <a:cubicBezTo>
                  <a:pt x="113" y="30"/>
                  <a:pt x="126" y="23"/>
                  <a:pt x="140" y="18"/>
                </a:cubicBezTo>
                <a:cubicBezTo>
                  <a:pt x="154" y="12"/>
                  <a:pt x="168" y="8"/>
                  <a:pt x="182" y="5"/>
                </a:cubicBezTo>
                <a:cubicBezTo>
                  <a:pt x="197" y="2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7" y="2"/>
                  <a:pt x="17201" y="5"/>
                </a:cubicBezTo>
                <a:cubicBezTo>
                  <a:pt x="17216" y="8"/>
                  <a:pt x="17230" y="12"/>
                  <a:pt x="17244" y="18"/>
                </a:cubicBezTo>
                <a:cubicBezTo>
                  <a:pt x="17258" y="23"/>
                  <a:pt x="17271" y="30"/>
                  <a:pt x="17283" y="39"/>
                </a:cubicBezTo>
                <a:cubicBezTo>
                  <a:pt x="17296" y="47"/>
                  <a:pt x="17307" y="56"/>
                  <a:pt x="17318" y="67"/>
                </a:cubicBezTo>
                <a:cubicBezTo>
                  <a:pt x="17328" y="77"/>
                  <a:pt x="17338" y="89"/>
                  <a:pt x="17346" y="101"/>
                </a:cubicBezTo>
                <a:cubicBezTo>
                  <a:pt x="17354" y="114"/>
                  <a:pt x="17361" y="127"/>
                  <a:pt x="17367" y="140"/>
                </a:cubicBezTo>
                <a:cubicBezTo>
                  <a:pt x="17372" y="154"/>
                  <a:pt x="17377" y="168"/>
                  <a:pt x="17380" y="183"/>
                </a:cubicBezTo>
                <a:cubicBezTo>
                  <a:pt x="17383" y="197"/>
                  <a:pt x="17384" y="212"/>
                  <a:pt x="17384" y="227"/>
                </a:cubicBezTo>
                <a:lnTo>
                  <a:pt x="17384" y="2659"/>
                </a:lnTo>
                <a:cubicBezTo>
                  <a:pt x="17384" y="2673"/>
                  <a:pt x="17383" y="2688"/>
                  <a:pt x="17380" y="2703"/>
                </a:cubicBezTo>
                <a:cubicBezTo>
                  <a:pt x="17377" y="2717"/>
                  <a:pt x="17372" y="2732"/>
                  <a:pt x="17367" y="2745"/>
                </a:cubicBezTo>
                <a:cubicBezTo>
                  <a:pt x="17361" y="2759"/>
                  <a:pt x="17354" y="2772"/>
                  <a:pt x="17346" y="2785"/>
                </a:cubicBezTo>
                <a:cubicBezTo>
                  <a:pt x="17338" y="2797"/>
                  <a:pt x="17328" y="2808"/>
                  <a:pt x="17318" y="2819"/>
                </a:cubicBezTo>
                <a:cubicBezTo>
                  <a:pt x="17307" y="2829"/>
                  <a:pt x="17296" y="2839"/>
                  <a:pt x="17283" y="2847"/>
                </a:cubicBezTo>
                <a:cubicBezTo>
                  <a:pt x="17271" y="2855"/>
                  <a:pt x="17258" y="2862"/>
                  <a:pt x="17244" y="2868"/>
                </a:cubicBezTo>
                <a:cubicBezTo>
                  <a:pt x="17230" y="2874"/>
                  <a:pt x="17216" y="2878"/>
                  <a:pt x="17201" y="2881"/>
                </a:cubicBezTo>
                <a:cubicBezTo>
                  <a:pt x="17187" y="2884"/>
                  <a:pt x="17172" y="2885"/>
                  <a:pt x="17157" y="2885"/>
                </a:cubicBezTo>
                <a:lnTo>
                  <a:pt x="227" y="2885"/>
                </a:lnTo>
                <a:cubicBezTo>
                  <a:pt x="212" y="2885"/>
                  <a:pt x="197" y="2884"/>
                  <a:pt x="182" y="2881"/>
                </a:cubicBezTo>
                <a:cubicBezTo>
                  <a:pt x="168" y="2878"/>
                  <a:pt x="154" y="2874"/>
                  <a:pt x="140" y="2868"/>
                </a:cubicBezTo>
                <a:cubicBezTo>
                  <a:pt x="126" y="2862"/>
                  <a:pt x="113" y="2855"/>
                  <a:pt x="101" y="2847"/>
                </a:cubicBezTo>
                <a:cubicBezTo>
                  <a:pt x="88" y="2839"/>
                  <a:pt x="77" y="2829"/>
                  <a:pt x="66" y="2819"/>
                </a:cubicBezTo>
                <a:cubicBezTo>
                  <a:pt x="56" y="2808"/>
                  <a:pt x="46" y="2797"/>
                  <a:pt x="38" y="2785"/>
                </a:cubicBezTo>
                <a:cubicBezTo>
                  <a:pt x="30" y="2772"/>
                  <a:pt x="23" y="2759"/>
                  <a:pt x="17" y="2745"/>
                </a:cubicBezTo>
                <a:cubicBezTo>
                  <a:pt x="11" y="2732"/>
                  <a:pt x="7" y="2717"/>
                  <a:pt x="4" y="2703"/>
                </a:cubicBezTo>
                <a:cubicBezTo>
                  <a:pt x="1" y="2688"/>
                  <a:pt x="0" y="2673"/>
                  <a:pt x="0" y="2659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652320" y="7291080"/>
            <a:ext cx="6258240" cy="1038600"/>
          </a:xfrm>
          <a:custGeom>
            <a:avLst/>
            <a:gdLst/>
            <a:ahLst/>
            <a:rect l="0" t="0" r="r" b="b"/>
            <a:pathLst>
              <a:path w="17384" h="2885">
                <a:moveTo>
                  <a:pt x="0" y="2659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7"/>
                  <a:pt x="30" y="114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8" y="47"/>
                  <a:pt x="101" y="39"/>
                </a:cubicBezTo>
                <a:cubicBezTo>
                  <a:pt x="113" y="30"/>
                  <a:pt x="126" y="23"/>
                  <a:pt x="140" y="18"/>
                </a:cubicBezTo>
                <a:cubicBezTo>
                  <a:pt x="154" y="12"/>
                  <a:pt x="168" y="8"/>
                  <a:pt x="182" y="5"/>
                </a:cubicBezTo>
                <a:cubicBezTo>
                  <a:pt x="197" y="2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7" y="2"/>
                  <a:pt x="17201" y="5"/>
                </a:cubicBezTo>
                <a:cubicBezTo>
                  <a:pt x="17216" y="8"/>
                  <a:pt x="17230" y="12"/>
                  <a:pt x="17244" y="18"/>
                </a:cubicBezTo>
                <a:cubicBezTo>
                  <a:pt x="17258" y="23"/>
                  <a:pt x="17271" y="30"/>
                  <a:pt x="17283" y="39"/>
                </a:cubicBezTo>
                <a:cubicBezTo>
                  <a:pt x="17296" y="47"/>
                  <a:pt x="17307" y="56"/>
                  <a:pt x="17318" y="67"/>
                </a:cubicBezTo>
                <a:cubicBezTo>
                  <a:pt x="17328" y="77"/>
                  <a:pt x="17338" y="89"/>
                  <a:pt x="17346" y="101"/>
                </a:cubicBezTo>
                <a:cubicBezTo>
                  <a:pt x="17354" y="114"/>
                  <a:pt x="17361" y="127"/>
                  <a:pt x="17367" y="140"/>
                </a:cubicBezTo>
                <a:cubicBezTo>
                  <a:pt x="17372" y="154"/>
                  <a:pt x="17377" y="168"/>
                  <a:pt x="17380" y="183"/>
                </a:cubicBezTo>
                <a:cubicBezTo>
                  <a:pt x="17383" y="197"/>
                  <a:pt x="17384" y="212"/>
                  <a:pt x="17384" y="227"/>
                </a:cubicBezTo>
                <a:lnTo>
                  <a:pt x="17384" y="2659"/>
                </a:lnTo>
                <a:cubicBezTo>
                  <a:pt x="17384" y="2673"/>
                  <a:pt x="17383" y="2688"/>
                  <a:pt x="17380" y="2703"/>
                </a:cubicBezTo>
                <a:cubicBezTo>
                  <a:pt x="17377" y="2717"/>
                  <a:pt x="17372" y="2732"/>
                  <a:pt x="17367" y="2745"/>
                </a:cubicBezTo>
                <a:cubicBezTo>
                  <a:pt x="17361" y="2759"/>
                  <a:pt x="17354" y="2772"/>
                  <a:pt x="17346" y="2785"/>
                </a:cubicBezTo>
                <a:cubicBezTo>
                  <a:pt x="17338" y="2797"/>
                  <a:pt x="17328" y="2808"/>
                  <a:pt x="17318" y="2819"/>
                </a:cubicBezTo>
                <a:cubicBezTo>
                  <a:pt x="17307" y="2829"/>
                  <a:pt x="17296" y="2839"/>
                  <a:pt x="17283" y="2847"/>
                </a:cubicBezTo>
                <a:cubicBezTo>
                  <a:pt x="17271" y="2855"/>
                  <a:pt x="17258" y="2862"/>
                  <a:pt x="17244" y="2868"/>
                </a:cubicBezTo>
                <a:cubicBezTo>
                  <a:pt x="17230" y="2874"/>
                  <a:pt x="17216" y="2878"/>
                  <a:pt x="17201" y="2881"/>
                </a:cubicBezTo>
                <a:cubicBezTo>
                  <a:pt x="17187" y="2884"/>
                  <a:pt x="17172" y="2885"/>
                  <a:pt x="17157" y="2885"/>
                </a:cubicBezTo>
                <a:lnTo>
                  <a:pt x="227" y="2885"/>
                </a:lnTo>
                <a:cubicBezTo>
                  <a:pt x="212" y="2885"/>
                  <a:pt x="197" y="2884"/>
                  <a:pt x="182" y="2881"/>
                </a:cubicBezTo>
                <a:cubicBezTo>
                  <a:pt x="168" y="2878"/>
                  <a:pt x="154" y="2874"/>
                  <a:pt x="140" y="2868"/>
                </a:cubicBezTo>
                <a:cubicBezTo>
                  <a:pt x="126" y="2862"/>
                  <a:pt x="113" y="2855"/>
                  <a:pt x="101" y="2847"/>
                </a:cubicBezTo>
                <a:cubicBezTo>
                  <a:pt x="88" y="2839"/>
                  <a:pt x="77" y="2829"/>
                  <a:pt x="66" y="2819"/>
                </a:cubicBezTo>
                <a:cubicBezTo>
                  <a:pt x="56" y="2808"/>
                  <a:pt x="46" y="2797"/>
                  <a:pt x="38" y="2785"/>
                </a:cubicBezTo>
                <a:cubicBezTo>
                  <a:pt x="30" y="2772"/>
                  <a:pt x="23" y="2759"/>
                  <a:pt x="17" y="2745"/>
                </a:cubicBezTo>
                <a:cubicBezTo>
                  <a:pt x="11" y="2732"/>
                  <a:pt x="7" y="2717"/>
                  <a:pt x="4" y="2703"/>
                </a:cubicBezTo>
                <a:cubicBezTo>
                  <a:pt x="1" y="2688"/>
                  <a:pt x="0" y="2673"/>
                  <a:pt x="0" y="2659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647640" y="879480"/>
            <a:ext cx="22226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A   N O T E   F R O M   O U R   F O U N D E R S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647640" y="1326240"/>
            <a:ext cx="6246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300" spc="-1" strike="noStrike">
                <a:solidFill>
                  <a:srgbClr val="0e0e14"/>
                </a:solidFill>
                <a:latin typeface="PlayfairDisplay-Medium"/>
                <a:ea typeface="PlayfairDisplay-Medium"/>
              </a:rPr>
              <a:t>"We Create. We Strategize. We Elevate." Your website should say the same from the very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647640" y="1573920"/>
            <a:ext cx="70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300" spc="-1" strike="noStrike">
                <a:solidFill>
                  <a:srgbClr val="0e0e14"/>
                </a:solidFill>
                <a:latin typeface="PlayfairDisplay-Medium"/>
                <a:ea typeface="PlayfairDisplay-Medium"/>
              </a:rPr>
              <a:t>ﬁrst click.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647640" y="2272680"/>
            <a:ext cx="1044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Dear GFXT team,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647640" y="2567880"/>
            <a:ext cx="5941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Thank you for choosing OBD AI Solutions. Your website has been developed from the company profile,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647640" y="2768040"/>
            <a:ext cx="6246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content, photos and logos you provided. All 7 pages are complete, and we are now finishing the final details.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647640" y="3072600"/>
            <a:ext cx="6089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We would also like to address the deployment charges. Deployment costs were not communicated to you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647640" y="3263400"/>
            <a:ext cx="3819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clearly at the start, and that was our oversight. We have therefore 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4449600" y="3268080"/>
            <a:ext cx="23140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60" spc="-1" strike="noStrike">
                <a:solidFill>
                  <a:srgbClr val="0e0e14"/>
                </a:solidFill>
                <a:latin typeface="Inter-Semi"/>
                <a:ea typeface="Inter-Semi"/>
              </a:rPr>
              <a:t>waived the deployment fee in full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6394680" y="3263400"/>
            <a:ext cx="474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. Setting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647640" y="3463200"/>
            <a:ext cx="5461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up your domain, hosting, SSL and one professional mailbox is included at no additional charge.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647640" y="3758400"/>
            <a:ext cx="4839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This pack sets out the next steps. If you have any questions, we will be glad to help.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2" name=""/>
          <p:cNvSpPr txBox="1"/>
          <p:nvPr/>
        </p:nvSpPr>
        <p:spPr>
          <a:xfrm>
            <a:off x="647640" y="4177800"/>
            <a:ext cx="771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Kind regards,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647640" y="4502160"/>
            <a:ext cx="1800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Omer Bin Dawood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647640" y="4759200"/>
            <a:ext cx="1279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Founder, OBD AI Solutions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3961440" y="4502160"/>
            <a:ext cx="925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Hira Baig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3961440" y="4759200"/>
            <a:ext cx="17715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Managing Director, OBD AI Solutions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7" name=""/>
          <p:cNvSpPr txBox="1"/>
          <p:nvPr/>
        </p:nvSpPr>
        <p:spPr>
          <a:xfrm>
            <a:off x="647640" y="5220720"/>
            <a:ext cx="15156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00" spc="-1" strike="noStrike">
                <a:solidFill>
                  <a:srgbClr val="6a26d8"/>
                </a:solidFill>
                <a:latin typeface="Inter-Semi"/>
                <a:ea typeface="Inter-Semi"/>
              </a:rPr>
              <a:t>0 1   ·   W H O   W E   A R 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647640" y="5424480"/>
            <a:ext cx="45878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An engineering studio built on AI.</a:t>
            </a:r>
            <a:endParaRPr b="0" lang="en-US" sz="1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647640" y="6015960"/>
            <a:ext cx="6262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OBD AI Solutions builds AI products, MVPs and production websites for businesses in the USA, Australia and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647640" y="6216120"/>
            <a:ext cx="522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Pakistan.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647640" y="6565680"/>
            <a:ext cx="6789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400" spc="-1" strike="noStrike">
                <a:solidFill>
                  <a:srgbClr val="6a26d8"/>
                </a:solidFill>
                <a:latin typeface="PlayfairDisplay-Semi"/>
                <a:ea typeface="PlayfairDisplay-Semi"/>
              </a:rPr>
              <a:t>10+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647640" y="6917040"/>
            <a:ext cx="1024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60" spc="-1" strike="noStrike">
                <a:solidFill>
                  <a:srgbClr val="6b6878"/>
                </a:solidFill>
                <a:latin typeface="Inter"/>
                <a:ea typeface="Inter"/>
              </a:rPr>
              <a:t>US &amp; Australian clients</a:t>
            </a:r>
            <a:endParaRPr b="0" lang="en-US" sz="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2250360" y="6565680"/>
            <a:ext cx="6789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400" spc="-1" strike="noStrike">
                <a:solidFill>
                  <a:srgbClr val="6a26d8"/>
                </a:solidFill>
                <a:latin typeface="PlayfairDisplay-Semi"/>
                <a:ea typeface="PlayfairDisplay-Semi"/>
              </a:rPr>
              <a:t>25+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2250360" y="6917040"/>
            <a:ext cx="943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60" spc="-1" strike="noStrike">
                <a:solidFill>
                  <a:srgbClr val="6b6878"/>
                </a:solidFill>
                <a:latin typeface="Inter"/>
                <a:ea typeface="Inter"/>
              </a:rPr>
              <a:t>Pakistani businesses</a:t>
            </a:r>
            <a:endParaRPr b="0" lang="en-US" sz="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3853440" y="6565680"/>
            <a:ext cx="30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400" spc="-1" strike="noStrike">
                <a:solidFill>
                  <a:srgbClr val="6a26d8"/>
                </a:solidFill>
                <a:latin typeface="PlayfairDisplay-Semi"/>
                <a:ea typeface="PlayfairDisplay-Semi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3853440" y="6917040"/>
            <a:ext cx="11422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60" spc="-1" strike="noStrike">
                <a:solidFill>
                  <a:srgbClr val="6b6878"/>
                </a:solidFill>
                <a:latin typeface="Inter"/>
                <a:ea typeface="Inter"/>
              </a:rPr>
              <a:t>USA · Australia · Pakistan</a:t>
            </a:r>
            <a:endParaRPr b="0" lang="en-US" sz="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5456160" y="6565680"/>
            <a:ext cx="546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400" spc="-1" strike="noStrike">
                <a:solidFill>
                  <a:srgbClr val="6a26d8"/>
                </a:solidFill>
                <a:latin typeface="PlayfairDisplay-Semi"/>
                <a:ea typeface="PlayfairDisplay-Semi"/>
              </a:rPr>
              <a:t>1:1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5456160" y="6917040"/>
            <a:ext cx="9486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60" spc="-1" strike="noStrike">
                <a:solidFill>
                  <a:srgbClr val="6b6878"/>
                </a:solidFill>
                <a:latin typeface="Inter"/>
                <a:ea typeface="Inter"/>
              </a:rPr>
              <a:t>Founder-led delivery</a:t>
            </a:r>
            <a:endParaRPr b="0" lang="en-US" sz="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837000" y="7493040"/>
            <a:ext cx="12672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Our team has worked with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837000" y="7712280"/>
            <a:ext cx="59428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e0e14"/>
                </a:solidFill>
                <a:latin typeface="PlayfairDisplay"/>
                <a:ea typeface="PlayfairDisplay"/>
              </a:rPr>
              <a:t>Aginit  ·  LEASAP (CA, USA)  ·  Marketing Transformers (Australia)  ·  DevNeuron (CA,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837000" y="7959960"/>
            <a:ext cx="3438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e0e14"/>
                </a:solidFill>
                <a:latin typeface="PlayfairDisplay"/>
                <a:ea typeface="PlayfairDisplay"/>
              </a:rPr>
              <a:t>USA)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"/>
          <p:cNvSpPr/>
          <p:nvPr/>
        </p:nvSpPr>
        <p:spPr>
          <a:xfrm>
            <a:off x="647640" y="866520"/>
            <a:ext cx="6267600" cy="9106200"/>
          </a:xfrm>
          <a:custGeom>
            <a:avLst/>
            <a:gdLst/>
            <a:ahLst/>
            <a:rect l="0" t="0" r="r" b="b"/>
            <a:pathLst>
              <a:path w="17410" h="25295">
                <a:moveTo>
                  <a:pt x="0" y="0"/>
                </a:moveTo>
                <a:lnTo>
                  <a:pt x="17410" y="0"/>
                </a:lnTo>
                <a:lnTo>
                  <a:pt x="17410" y="25295"/>
                </a:lnTo>
                <a:lnTo>
                  <a:pt x="0" y="252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647640" y="647280"/>
            <a:ext cx="10735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a26d8"/>
                </a:solidFill>
                <a:latin typeface="Inter"/>
                <a:ea typeface="Inter"/>
              </a:rPr>
              <a:t>WELCOME PACK · GFX-T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6038280" y="647280"/>
            <a:ext cx="9486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 B D - G F XT-2 0 2 6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6355080" y="10286640"/>
            <a:ext cx="4791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3 of 5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647640" y="143820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0" y="0"/>
                </a:moveTo>
                <a:lnTo>
                  <a:pt x="0" y="12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647640" y="1438200"/>
            <a:ext cx="8280" cy="8280"/>
          </a:xfrm>
          <a:custGeom>
            <a:avLst/>
            <a:gdLst/>
            <a:ahLst/>
            <a:rect l="0" t="0" r="r" b="b"/>
            <a:pathLst>
              <a:path w="23" h="23">
                <a:moveTo>
                  <a:pt x="11" y="0"/>
                </a:moveTo>
                <a:lnTo>
                  <a:pt x="0" y="11"/>
                </a:lnTo>
                <a:lnTo>
                  <a:pt x="0" y="23"/>
                </a:lnTo>
                <a:lnTo>
                  <a:pt x="23" y="0"/>
                </a:lnTo>
                <a:lnTo>
                  <a:pt x="11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647640" y="143820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23" y="0"/>
                </a:moveTo>
                <a:lnTo>
                  <a:pt x="0" y="22"/>
                </a:lnTo>
                <a:lnTo>
                  <a:pt x="0" y="35"/>
                </a:lnTo>
                <a:lnTo>
                  <a:pt x="35" y="0"/>
                </a:lnTo>
                <a:lnTo>
                  <a:pt x="23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647640" y="1438200"/>
            <a:ext cx="16560" cy="16560"/>
          </a:xfrm>
          <a:custGeom>
            <a:avLst/>
            <a:gdLst/>
            <a:ahLst/>
            <a:rect l="0" t="0" r="r" b="b"/>
            <a:pathLst>
              <a:path w="46" h="46">
                <a:moveTo>
                  <a:pt x="35" y="0"/>
                </a:moveTo>
                <a:lnTo>
                  <a:pt x="0" y="35"/>
                </a:lnTo>
                <a:lnTo>
                  <a:pt x="0" y="46"/>
                </a:lnTo>
                <a:lnTo>
                  <a:pt x="46" y="0"/>
                </a:lnTo>
                <a:lnTo>
                  <a:pt x="35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647640" y="14382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5" y="0"/>
                </a:moveTo>
                <a:lnTo>
                  <a:pt x="0" y="46"/>
                </a:lnTo>
                <a:lnTo>
                  <a:pt x="0" y="54"/>
                </a:lnTo>
                <a:lnTo>
                  <a:pt x="54" y="0"/>
                </a:lnTo>
                <a:lnTo>
                  <a:pt x="45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647640" y="1438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4" y="54"/>
                </a:lnTo>
                <a:lnTo>
                  <a:pt x="5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64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65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657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66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665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66924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67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6775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681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685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689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694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698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702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706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710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71424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718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722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726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730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734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73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74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747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75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755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759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76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767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771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775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779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784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788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7923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796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80028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804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808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812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816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820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824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82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83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8373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84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84528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849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85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857520" y="143820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86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8679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87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87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8740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87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87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88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88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884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88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88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890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89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894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8964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89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900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9025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90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9068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90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91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9129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91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91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91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92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923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92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927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929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93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933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935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93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939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9414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94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945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94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949680" y="143820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9518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954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95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957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96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96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964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96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96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97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97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974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97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97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980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98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984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986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98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990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992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99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996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99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100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1002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100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100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100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101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1013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101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1017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1019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102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1023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1025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102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1029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1031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103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1035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103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1039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1041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1044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104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1047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105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105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1054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105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105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106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106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10645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106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106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1070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107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10746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1076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107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1080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1082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108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1086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108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109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1092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109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109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109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110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11034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110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11073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11095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111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11134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1115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111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11196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1121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112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1125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112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1129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1131840" y="1438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8" y="1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1134000" y="1438560"/>
            <a:ext cx="18720" cy="19080"/>
          </a:xfrm>
          <a:custGeom>
            <a:avLst/>
            <a:gdLst/>
            <a:ahLst/>
            <a:rect l="0" t="0" r="r" b="b"/>
            <a:pathLst>
              <a:path w="52" h="53">
                <a:moveTo>
                  <a:pt x="52" y="0"/>
                </a:moveTo>
                <a:lnTo>
                  <a:pt x="0" y="53"/>
                </a:lnTo>
                <a:lnTo>
                  <a:pt x="5" y="53"/>
                </a:lnTo>
                <a:lnTo>
                  <a:pt x="52" y="6"/>
                </a:lnTo>
                <a:lnTo>
                  <a:pt x="52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1135800" y="14407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47" y="0"/>
                </a:moveTo>
                <a:lnTo>
                  <a:pt x="0" y="47"/>
                </a:lnTo>
                <a:lnTo>
                  <a:pt x="6" y="47"/>
                </a:lnTo>
                <a:lnTo>
                  <a:pt x="47" y="6"/>
                </a:lnTo>
                <a:lnTo>
                  <a:pt x="47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1137960" y="1442880"/>
            <a:ext cx="14760" cy="14760"/>
          </a:xfrm>
          <a:custGeom>
            <a:avLst/>
            <a:gdLst/>
            <a:ahLst/>
            <a:rect l="0" t="0" r="r" b="b"/>
            <a:pathLst>
              <a:path w="41" h="41">
                <a:moveTo>
                  <a:pt x="41" y="0"/>
                </a:moveTo>
                <a:lnTo>
                  <a:pt x="0" y="41"/>
                </a:lnTo>
                <a:lnTo>
                  <a:pt x="6" y="41"/>
                </a:lnTo>
                <a:lnTo>
                  <a:pt x="41" y="6"/>
                </a:lnTo>
                <a:lnTo>
                  <a:pt x="41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1140120" y="144504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35" y="0"/>
                </a:moveTo>
                <a:lnTo>
                  <a:pt x="0" y="35"/>
                </a:lnTo>
                <a:lnTo>
                  <a:pt x="6" y="35"/>
                </a:lnTo>
                <a:lnTo>
                  <a:pt x="35" y="5"/>
                </a:lnTo>
                <a:lnTo>
                  <a:pt x="35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1142280" y="1446840"/>
            <a:ext cx="10440" cy="10800"/>
          </a:xfrm>
          <a:custGeom>
            <a:avLst/>
            <a:gdLst/>
            <a:ahLst/>
            <a:rect l="0" t="0" r="r" b="b"/>
            <a:pathLst>
              <a:path w="29" h="30">
                <a:moveTo>
                  <a:pt x="29" y="0"/>
                </a:moveTo>
                <a:lnTo>
                  <a:pt x="0" y="30"/>
                </a:lnTo>
                <a:lnTo>
                  <a:pt x="6" y="30"/>
                </a:lnTo>
                <a:lnTo>
                  <a:pt x="29" y="6"/>
                </a:lnTo>
                <a:lnTo>
                  <a:pt x="29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1144080" y="1449000"/>
            <a:ext cx="9000" cy="8640"/>
          </a:xfrm>
          <a:custGeom>
            <a:avLst/>
            <a:gdLst/>
            <a:ahLst/>
            <a:rect l="0" t="0" r="r" b="b"/>
            <a:pathLst>
              <a:path w="25" h="24">
                <a:moveTo>
                  <a:pt x="25" y="0"/>
                </a:moveTo>
                <a:lnTo>
                  <a:pt x="0" y="24"/>
                </a:lnTo>
                <a:lnTo>
                  <a:pt x="7" y="24"/>
                </a:lnTo>
                <a:lnTo>
                  <a:pt x="25" y="6"/>
                </a:lnTo>
                <a:lnTo>
                  <a:pt x="25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1146240" y="145116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0"/>
                </a:moveTo>
                <a:lnTo>
                  <a:pt x="0" y="18"/>
                </a:lnTo>
                <a:lnTo>
                  <a:pt x="7" y="18"/>
                </a:lnTo>
                <a:lnTo>
                  <a:pt x="18" y="5"/>
                </a:lnTo>
                <a:lnTo>
                  <a:pt x="1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1148400" y="1452960"/>
            <a:ext cx="4320" cy="4680"/>
          </a:xfrm>
          <a:custGeom>
            <a:avLst/>
            <a:gdLst/>
            <a:ahLst/>
            <a:rect l="0" t="0" r="r" b="b"/>
            <a:pathLst>
              <a:path w="12" h="13">
                <a:moveTo>
                  <a:pt x="12" y="0"/>
                </a:moveTo>
                <a:lnTo>
                  <a:pt x="0" y="13"/>
                </a:lnTo>
                <a:lnTo>
                  <a:pt x="5" y="13"/>
                </a:lnTo>
                <a:lnTo>
                  <a:pt x="12" y="6"/>
                </a:lnTo>
                <a:lnTo>
                  <a:pt x="12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1150200" y="14551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7" y="0"/>
                </a:moveTo>
                <a:lnTo>
                  <a:pt x="0" y="8"/>
                </a:lnTo>
                <a:lnTo>
                  <a:pt x="7" y="8"/>
                </a:lnTo>
                <a:lnTo>
                  <a:pt x="7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652320" y="7843680"/>
            <a:ext cx="6258240" cy="1152720"/>
          </a:xfrm>
          <a:custGeom>
            <a:avLst/>
            <a:gdLst/>
            <a:ahLst/>
            <a:rect l="0" t="0" r="r" b="b"/>
            <a:pathLst>
              <a:path w="17384" h="3202">
                <a:moveTo>
                  <a:pt x="0" y="2976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7" y="1"/>
                  <a:pt x="17201" y="4"/>
                </a:cubicBezTo>
                <a:cubicBezTo>
                  <a:pt x="17216" y="7"/>
                  <a:pt x="17230" y="12"/>
                  <a:pt x="17244" y="17"/>
                </a:cubicBezTo>
                <a:cubicBezTo>
                  <a:pt x="17258" y="23"/>
                  <a:pt x="17271" y="30"/>
                  <a:pt x="17283" y="38"/>
                </a:cubicBezTo>
                <a:cubicBezTo>
                  <a:pt x="17296" y="46"/>
                  <a:pt x="17307" y="56"/>
                  <a:pt x="17318" y="66"/>
                </a:cubicBezTo>
                <a:cubicBezTo>
                  <a:pt x="17328" y="77"/>
                  <a:pt x="17338" y="88"/>
                  <a:pt x="17346" y="101"/>
                </a:cubicBezTo>
                <a:cubicBezTo>
                  <a:pt x="17354" y="113"/>
                  <a:pt x="17361" y="126"/>
                  <a:pt x="17367" y="140"/>
                </a:cubicBezTo>
                <a:cubicBezTo>
                  <a:pt x="17372" y="154"/>
                  <a:pt x="17377" y="168"/>
                  <a:pt x="17380" y="182"/>
                </a:cubicBezTo>
                <a:cubicBezTo>
                  <a:pt x="17383" y="197"/>
                  <a:pt x="17384" y="212"/>
                  <a:pt x="17384" y="227"/>
                </a:cubicBezTo>
                <a:lnTo>
                  <a:pt x="17384" y="2976"/>
                </a:lnTo>
                <a:cubicBezTo>
                  <a:pt x="17384" y="2991"/>
                  <a:pt x="17383" y="3005"/>
                  <a:pt x="17380" y="3020"/>
                </a:cubicBezTo>
                <a:cubicBezTo>
                  <a:pt x="17377" y="3034"/>
                  <a:pt x="17372" y="3049"/>
                  <a:pt x="17367" y="3062"/>
                </a:cubicBezTo>
                <a:cubicBezTo>
                  <a:pt x="17361" y="3076"/>
                  <a:pt x="17354" y="3089"/>
                  <a:pt x="17346" y="3102"/>
                </a:cubicBezTo>
                <a:cubicBezTo>
                  <a:pt x="17338" y="3114"/>
                  <a:pt x="17328" y="3125"/>
                  <a:pt x="17318" y="3136"/>
                </a:cubicBezTo>
                <a:cubicBezTo>
                  <a:pt x="17307" y="3147"/>
                  <a:pt x="17296" y="3156"/>
                  <a:pt x="17283" y="3164"/>
                </a:cubicBezTo>
                <a:cubicBezTo>
                  <a:pt x="17271" y="3172"/>
                  <a:pt x="17258" y="3179"/>
                  <a:pt x="17244" y="3185"/>
                </a:cubicBezTo>
                <a:cubicBezTo>
                  <a:pt x="17230" y="3191"/>
                  <a:pt x="17216" y="3195"/>
                  <a:pt x="17201" y="3198"/>
                </a:cubicBezTo>
                <a:cubicBezTo>
                  <a:pt x="17187" y="3201"/>
                  <a:pt x="17172" y="3202"/>
                  <a:pt x="17157" y="3202"/>
                </a:cubicBezTo>
                <a:lnTo>
                  <a:pt x="227" y="3202"/>
                </a:lnTo>
                <a:cubicBezTo>
                  <a:pt x="212" y="3202"/>
                  <a:pt x="197" y="3201"/>
                  <a:pt x="182" y="3198"/>
                </a:cubicBezTo>
                <a:cubicBezTo>
                  <a:pt x="168" y="3195"/>
                  <a:pt x="154" y="3191"/>
                  <a:pt x="140" y="3185"/>
                </a:cubicBezTo>
                <a:cubicBezTo>
                  <a:pt x="126" y="3179"/>
                  <a:pt x="113" y="3172"/>
                  <a:pt x="101" y="3164"/>
                </a:cubicBezTo>
                <a:cubicBezTo>
                  <a:pt x="88" y="3156"/>
                  <a:pt x="77" y="3147"/>
                  <a:pt x="66" y="3136"/>
                </a:cubicBezTo>
                <a:cubicBezTo>
                  <a:pt x="56" y="3125"/>
                  <a:pt x="46" y="3114"/>
                  <a:pt x="38" y="3102"/>
                </a:cubicBezTo>
                <a:cubicBezTo>
                  <a:pt x="30" y="3089"/>
                  <a:pt x="23" y="3076"/>
                  <a:pt x="17" y="3062"/>
                </a:cubicBezTo>
                <a:cubicBezTo>
                  <a:pt x="11" y="3049"/>
                  <a:pt x="7" y="3034"/>
                  <a:pt x="4" y="3020"/>
                </a:cubicBezTo>
                <a:cubicBezTo>
                  <a:pt x="1" y="3005"/>
                  <a:pt x="0" y="2991"/>
                  <a:pt x="0" y="2976"/>
                </a:cubicBezTo>
                <a:close/>
              </a:path>
            </a:pathLst>
          </a:custGeom>
          <a:solidFill>
            <a:srgbClr val="120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652320" y="7843680"/>
            <a:ext cx="6258240" cy="1152720"/>
          </a:xfrm>
          <a:custGeom>
            <a:avLst/>
            <a:gdLst/>
            <a:ahLst/>
            <a:rect l="0" t="0" r="r" b="b"/>
            <a:pathLst>
              <a:path w="17384" h="3202">
                <a:moveTo>
                  <a:pt x="0" y="2976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7" y="1"/>
                  <a:pt x="17201" y="4"/>
                </a:cubicBezTo>
                <a:cubicBezTo>
                  <a:pt x="17216" y="7"/>
                  <a:pt x="17230" y="12"/>
                  <a:pt x="17244" y="17"/>
                </a:cubicBezTo>
                <a:cubicBezTo>
                  <a:pt x="17258" y="23"/>
                  <a:pt x="17271" y="30"/>
                  <a:pt x="17283" y="38"/>
                </a:cubicBezTo>
                <a:cubicBezTo>
                  <a:pt x="17296" y="46"/>
                  <a:pt x="17307" y="56"/>
                  <a:pt x="17318" y="66"/>
                </a:cubicBezTo>
                <a:cubicBezTo>
                  <a:pt x="17328" y="77"/>
                  <a:pt x="17338" y="88"/>
                  <a:pt x="17346" y="101"/>
                </a:cubicBezTo>
                <a:cubicBezTo>
                  <a:pt x="17354" y="113"/>
                  <a:pt x="17361" y="126"/>
                  <a:pt x="17367" y="140"/>
                </a:cubicBezTo>
                <a:cubicBezTo>
                  <a:pt x="17372" y="154"/>
                  <a:pt x="17377" y="168"/>
                  <a:pt x="17380" y="182"/>
                </a:cubicBezTo>
                <a:cubicBezTo>
                  <a:pt x="17383" y="197"/>
                  <a:pt x="17384" y="212"/>
                  <a:pt x="17384" y="227"/>
                </a:cubicBezTo>
                <a:lnTo>
                  <a:pt x="17384" y="2976"/>
                </a:lnTo>
                <a:cubicBezTo>
                  <a:pt x="17384" y="2991"/>
                  <a:pt x="17383" y="3005"/>
                  <a:pt x="17380" y="3020"/>
                </a:cubicBezTo>
                <a:cubicBezTo>
                  <a:pt x="17377" y="3034"/>
                  <a:pt x="17372" y="3049"/>
                  <a:pt x="17367" y="3062"/>
                </a:cubicBezTo>
                <a:cubicBezTo>
                  <a:pt x="17361" y="3076"/>
                  <a:pt x="17354" y="3089"/>
                  <a:pt x="17346" y="3102"/>
                </a:cubicBezTo>
                <a:cubicBezTo>
                  <a:pt x="17338" y="3114"/>
                  <a:pt x="17328" y="3125"/>
                  <a:pt x="17318" y="3136"/>
                </a:cubicBezTo>
                <a:cubicBezTo>
                  <a:pt x="17307" y="3147"/>
                  <a:pt x="17296" y="3156"/>
                  <a:pt x="17283" y="3164"/>
                </a:cubicBezTo>
                <a:cubicBezTo>
                  <a:pt x="17271" y="3172"/>
                  <a:pt x="17258" y="3179"/>
                  <a:pt x="17244" y="3185"/>
                </a:cubicBezTo>
                <a:cubicBezTo>
                  <a:pt x="17230" y="3191"/>
                  <a:pt x="17216" y="3195"/>
                  <a:pt x="17201" y="3198"/>
                </a:cubicBezTo>
                <a:cubicBezTo>
                  <a:pt x="17187" y="3201"/>
                  <a:pt x="17172" y="3202"/>
                  <a:pt x="17157" y="3202"/>
                </a:cubicBezTo>
                <a:lnTo>
                  <a:pt x="227" y="3202"/>
                </a:lnTo>
                <a:cubicBezTo>
                  <a:pt x="212" y="3202"/>
                  <a:pt x="197" y="3201"/>
                  <a:pt x="182" y="3198"/>
                </a:cubicBezTo>
                <a:cubicBezTo>
                  <a:pt x="168" y="3195"/>
                  <a:pt x="154" y="3191"/>
                  <a:pt x="140" y="3185"/>
                </a:cubicBezTo>
                <a:cubicBezTo>
                  <a:pt x="126" y="3179"/>
                  <a:pt x="113" y="3172"/>
                  <a:pt x="101" y="3164"/>
                </a:cubicBezTo>
                <a:cubicBezTo>
                  <a:pt x="88" y="3156"/>
                  <a:pt x="77" y="3147"/>
                  <a:pt x="66" y="3136"/>
                </a:cubicBezTo>
                <a:cubicBezTo>
                  <a:pt x="56" y="3125"/>
                  <a:pt x="46" y="3114"/>
                  <a:pt x="38" y="3102"/>
                </a:cubicBezTo>
                <a:cubicBezTo>
                  <a:pt x="30" y="3089"/>
                  <a:pt x="23" y="3076"/>
                  <a:pt x="17" y="3062"/>
                </a:cubicBezTo>
                <a:cubicBezTo>
                  <a:pt x="11" y="3049"/>
                  <a:pt x="7" y="3034"/>
                  <a:pt x="4" y="3020"/>
                </a:cubicBezTo>
                <a:cubicBezTo>
                  <a:pt x="1" y="3005"/>
                  <a:pt x="0" y="2991"/>
                  <a:pt x="0" y="2976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647640" y="858240"/>
            <a:ext cx="168948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00" spc="-1" strike="noStrike">
                <a:solidFill>
                  <a:srgbClr val="6a26d8"/>
                </a:solidFill>
                <a:latin typeface="Inter-Semi"/>
                <a:ea typeface="Inter-Semi"/>
              </a:rPr>
              <a:t>0 2   ·   Y O U R   W E B S I T 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652320" y="1643040"/>
            <a:ext cx="1448280" cy="648000"/>
          </a:xfrm>
          <a:custGeom>
            <a:avLst/>
            <a:gdLst/>
            <a:ahLst/>
            <a:rect l="0" t="0" r="r" b="b"/>
            <a:pathLst>
              <a:path w="4023" h="1800">
                <a:moveTo>
                  <a:pt x="0" y="1572"/>
                </a:moveTo>
                <a:lnTo>
                  <a:pt x="0" y="226"/>
                </a:lnTo>
                <a:cubicBezTo>
                  <a:pt x="0" y="211"/>
                  <a:pt x="1" y="197"/>
                  <a:pt x="4" y="182"/>
                </a:cubicBezTo>
                <a:cubicBezTo>
                  <a:pt x="7" y="167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5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3" y="0"/>
                  <a:pt x="228" y="0"/>
                </a:cubicBezTo>
                <a:lnTo>
                  <a:pt x="3796" y="0"/>
                </a:lnTo>
                <a:cubicBezTo>
                  <a:pt x="3811" y="0"/>
                  <a:pt x="3825" y="1"/>
                  <a:pt x="3840" y="4"/>
                </a:cubicBezTo>
                <a:cubicBezTo>
                  <a:pt x="3855" y="7"/>
                  <a:pt x="3869" y="11"/>
                  <a:pt x="3883" y="17"/>
                </a:cubicBezTo>
                <a:cubicBezTo>
                  <a:pt x="3896" y="23"/>
                  <a:pt x="3909" y="29"/>
                  <a:pt x="3922" y="38"/>
                </a:cubicBezTo>
                <a:cubicBezTo>
                  <a:pt x="3934" y="46"/>
                  <a:pt x="3946" y="55"/>
                  <a:pt x="3956" y="66"/>
                </a:cubicBezTo>
                <a:cubicBezTo>
                  <a:pt x="3967" y="77"/>
                  <a:pt x="3976" y="88"/>
                  <a:pt x="3984" y="100"/>
                </a:cubicBezTo>
                <a:cubicBezTo>
                  <a:pt x="3993" y="113"/>
                  <a:pt x="4000" y="126"/>
                  <a:pt x="4005" y="140"/>
                </a:cubicBezTo>
                <a:cubicBezTo>
                  <a:pt x="4011" y="153"/>
                  <a:pt x="4015" y="167"/>
                  <a:pt x="4018" y="182"/>
                </a:cubicBezTo>
                <a:cubicBezTo>
                  <a:pt x="4021" y="197"/>
                  <a:pt x="4023" y="211"/>
                  <a:pt x="4023" y="226"/>
                </a:cubicBezTo>
                <a:lnTo>
                  <a:pt x="4023" y="1572"/>
                </a:lnTo>
                <a:cubicBezTo>
                  <a:pt x="4023" y="1587"/>
                  <a:pt x="4021" y="1602"/>
                  <a:pt x="4018" y="1616"/>
                </a:cubicBezTo>
                <a:cubicBezTo>
                  <a:pt x="4015" y="1631"/>
                  <a:pt x="4011" y="1645"/>
                  <a:pt x="4005" y="1659"/>
                </a:cubicBezTo>
                <a:cubicBezTo>
                  <a:pt x="4000" y="1672"/>
                  <a:pt x="3993" y="1686"/>
                  <a:pt x="3984" y="1698"/>
                </a:cubicBezTo>
                <a:cubicBezTo>
                  <a:pt x="3976" y="1710"/>
                  <a:pt x="3967" y="1722"/>
                  <a:pt x="3956" y="1732"/>
                </a:cubicBezTo>
                <a:cubicBezTo>
                  <a:pt x="3946" y="1744"/>
                  <a:pt x="3934" y="1753"/>
                  <a:pt x="3922" y="1762"/>
                </a:cubicBezTo>
                <a:cubicBezTo>
                  <a:pt x="3909" y="1770"/>
                  <a:pt x="3896" y="1777"/>
                  <a:pt x="3883" y="1782"/>
                </a:cubicBezTo>
                <a:cubicBezTo>
                  <a:pt x="3869" y="1788"/>
                  <a:pt x="3855" y="1792"/>
                  <a:pt x="3840" y="1795"/>
                </a:cubicBezTo>
                <a:cubicBezTo>
                  <a:pt x="3825" y="1798"/>
                  <a:pt x="3811" y="1800"/>
                  <a:pt x="3796" y="1800"/>
                </a:cubicBezTo>
                <a:lnTo>
                  <a:pt x="228" y="1800"/>
                </a:lnTo>
                <a:cubicBezTo>
                  <a:pt x="213" y="1800"/>
                  <a:pt x="197" y="1798"/>
                  <a:pt x="182" y="1795"/>
                </a:cubicBezTo>
                <a:cubicBezTo>
                  <a:pt x="168" y="1792"/>
                  <a:pt x="154" y="1788"/>
                  <a:pt x="140" y="1782"/>
                </a:cubicBezTo>
                <a:cubicBezTo>
                  <a:pt x="126" y="1777"/>
                  <a:pt x="113" y="1770"/>
                  <a:pt x="101" y="1762"/>
                </a:cubicBezTo>
                <a:cubicBezTo>
                  <a:pt x="88" y="1753"/>
                  <a:pt x="77" y="1744"/>
                  <a:pt x="66" y="1732"/>
                </a:cubicBezTo>
                <a:cubicBezTo>
                  <a:pt x="56" y="1722"/>
                  <a:pt x="46" y="1710"/>
                  <a:pt x="38" y="1698"/>
                </a:cubicBezTo>
                <a:cubicBezTo>
                  <a:pt x="30" y="1686"/>
                  <a:pt x="23" y="1672"/>
                  <a:pt x="17" y="1659"/>
                </a:cubicBezTo>
                <a:cubicBezTo>
                  <a:pt x="11" y="1645"/>
                  <a:pt x="7" y="1631"/>
                  <a:pt x="4" y="1616"/>
                </a:cubicBezTo>
                <a:cubicBezTo>
                  <a:pt x="1" y="1602"/>
                  <a:pt x="0" y="1587"/>
                  <a:pt x="0" y="15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657000" y="1647720"/>
            <a:ext cx="1438560" cy="638280"/>
          </a:xfrm>
          <a:custGeom>
            <a:avLst/>
            <a:gdLst/>
            <a:ahLst/>
            <a:rect l="0" t="0" r="r" b="b"/>
            <a:pathLst>
              <a:path w="3996" h="1773">
                <a:moveTo>
                  <a:pt x="0" y="1773"/>
                </a:moveTo>
                <a:lnTo>
                  <a:pt x="0" y="0"/>
                </a:lnTo>
                <a:lnTo>
                  <a:pt x="3996" y="0"/>
                </a:lnTo>
                <a:lnTo>
                  <a:pt x="3996" y="1773"/>
                </a:lnTo>
                <a:lnTo>
                  <a:pt x="0" y="1773"/>
                </a:lnTo>
                <a:moveTo>
                  <a:pt x="21" y="1559"/>
                </a:moveTo>
                <a:lnTo>
                  <a:pt x="21" y="213"/>
                </a:lnTo>
                <a:cubicBezTo>
                  <a:pt x="21" y="201"/>
                  <a:pt x="23" y="188"/>
                  <a:pt x="25" y="176"/>
                </a:cubicBezTo>
                <a:cubicBezTo>
                  <a:pt x="27" y="163"/>
                  <a:pt x="31" y="151"/>
                  <a:pt x="36" y="140"/>
                </a:cubicBezTo>
                <a:cubicBezTo>
                  <a:pt x="41" y="128"/>
                  <a:pt x="47" y="117"/>
                  <a:pt x="54" y="106"/>
                </a:cubicBezTo>
                <a:cubicBezTo>
                  <a:pt x="61" y="96"/>
                  <a:pt x="69" y="86"/>
                  <a:pt x="78" y="77"/>
                </a:cubicBezTo>
                <a:cubicBezTo>
                  <a:pt x="87" y="68"/>
                  <a:pt x="96" y="60"/>
                  <a:pt x="107" y="53"/>
                </a:cubicBezTo>
                <a:cubicBezTo>
                  <a:pt x="117" y="46"/>
                  <a:pt x="128" y="40"/>
                  <a:pt x="140" y="36"/>
                </a:cubicBezTo>
                <a:cubicBezTo>
                  <a:pt x="152" y="31"/>
                  <a:pt x="164" y="27"/>
                  <a:pt x="177" y="25"/>
                </a:cubicBezTo>
                <a:cubicBezTo>
                  <a:pt x="190" y="22"/>
                  <a:pt x="202" y="21"/>
                  <a:pt x="215" y="21"/>
                </a:cubicBezTo>
                <a:lnTo>
                  <a:pt x="3783" y="21"/>
                </a:lnTo>
                <a:cubicBezTo>
                  <a:pt x="3795" y="21"/>
                  <a:pt x="3808" y="22"/>
                  <a:pt x="3820" y="25"/>
                </a:cubicBezTo>
                <a:cubicBezTo>
                  <a:pt x="3833" y="27"/>
                  <a:pt x="3845" y="31"/>
                  <a:pt x="3856" y="36"/>
                </a:cubicBezTo>
                <a:cubicBezTo>
                  <a:pt x="3868" y="40"/>
                  <a:pt x="3879" y="46"/>
                  <a:pt x="3890" y="53"/>
                </a:cubicBezTo>
                <a:cubicBezTo>
                  <a:pt x="3900" y="60"/>
                  <a:pt x="3910" y="68"/>
                  <a:pt x="3919" y="77"/>
                </a:cubicBezTo>
                <a:cubicBezTo>
                  <a:pt x="3928" y="86"/>
                  <a:pt x="3936" y="96"/>
                  <a:pt x="3943" y="106"/>
                </a:cubicBezTo>
                <a:cubicBezTo>
                  <a:pt x="3950" y="117"/>
                  <a:pt x="3956" y="128"/>
                  <a:pt x="3961" y="140"/>
                </a:cubicBezTo>
                <a:cubicBezTo>
                  <a:pt x="3965" y="151"/>
                  <a:pt x="3969" y="163"/>
                  <a:pt x="3971" y="176"/>
                </a:cubicBezTo>
                <a:cubicBezTo>
                  <a:pt x="3974" y="188"/>
                  <a:pt x="3975" y="201"/>
                  <a:pt x="3975" y="213"/>
                </a:cubicBezTo>
                <a:lnTo>
                  <a:pt x="3975" y="1559"/>
                </a:lnTo>
                <a:cubicBezTo>
                  <a:pt x="3975" y="1572"/>
                  <a:pt x="3974" y="1584"/>
                  <a:pt x="3971" y="1596"/>
                </a:cubicBezTo>
                <a:cubicBezTo>
                  <a:pt x="3969" y="1609"/>
                  <a:pt x="3965" y="1621"/>
                  <a:pt x="3961" y="1634"/>
                </a:cubicBezTo>
                <a:cubicBezTo>
                  <a:pt x="3956" y="1645"/>
                  <a:pt x="3950" y="1656"/>
                  <a:pt x="3943" y="1667"/>
                </a:cubicBezTo>
                <a:cubicBezTo>
                  <a:pt x="3936" y="1677"/>
                  <a:pt x="3928" y="1687"/>
                  <a:pt x="3919" y="1696"/>
                </a:cubicBezTo>
                <a:cubicBezTo>
                  <a:pt x="3910" y="1705"/>
                  <a:pt x="3900" y="1713"/>
                  <a:pt x="3890" y="1720"/>
                </a:cubicBezTo>
                <a:cubicBezTo>
                  <a:pt x="3879" y="1727"/>
                  <a:pt x="3868" y="1733"/>
                  <a:pt x="3856" y="1738"/>
                </a:cubicBezTo>
                <a:cubicBezTo>
                  <a:pt x="3845" y="1743"/>
                  <a:pt x="3833" y="1746"/>
                  <a:pt x="3820" y="1749"/>
                </a:cubicBezTo>
                <a:cubicBezTo>
                  <a:pt x="3808" y="1751"/>
                  <a:pt x="3795" y="1752"/>
                  <a:pt x="3783" y="1752"/>
                </a:cubicBezTo>
                <a:lnTo>
                  <a:pt x="215" y="1752"/>
                </a:lnTo>
                <a:cubicBezTo>
                  <a:pt x="202" y="1752"/>
                  <a:pt x="190" y="1751"/>
                  <a:pt x="177" y="1749"/>
                </a:cubicBezTo>
                <a:cubicBezTo>
                  <a:pt x="164" y="1746"/>
                  <a:pt x="152" y="1743"/>
                  <a:pt x="140" y="1738"/>
                </a:cubicBezTo>
                <a:cubicBezTo>
                  <a:pt x="128" y="1733"/>
                  <a:pt x="117" y="1727"/>
                  <a:pt x="107" y="1720"/>
                </a:cubicBezTo>
                <a:cubicBezTo>
                  <a:pt x="96" y="1713"/>
                  <a:pt x="87" y="1705"/>
                  <a:pt x="78" y="1696"/>
                </a:cubicBezTo>
                <a:cubicBezTo>
                  <a:pt x="69" y="1687"/>
                  <a:pt x="61" y="1677"/>
                  <a:pt x="54" y="1667"/>
                </a:cubicBezTo>
                <a:cubicBezTo>
                  <a:pt x="47" y="1656"/>
                  <a:pt x="41" y="1645"/>
                  <a:pt x="36" y="1634"/>
                </a:cubicBezTo>
                <a:cubicBezTo>
                  <a:pt x="31" y="1621"/>
                  <a:pt x="27" y="1609"/>
                  <a:pt x="25" y="1596"/>
                </a:cubicBezTo>
                <a:cubicBezTo>
                  <a:pt x="23" y="1584"/>
                  <a:pt x="21" y="1572"/>
                  <a:pt x="21" y="1559"/>
                </a:cubicBezTo>
                <a:close/>
              </a:path>
            </a:pathLst>
          </a:custGeom>
          <a:solidFill>
            <a:srgbClr val="6a2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652320" y="1643040"/>
            <a:ext cx="1448280" cy="648000"/>
          </a:xfrm>
          <a:custGeom>
            <a:avLst/>
            <a:gdLst/>
            <a:ahLst/>
            <a:rect l="0" t="0" r="r" b="b"/>
            <a:pathLst>
              <a:path w="4023" h="1800">
                <a:moveTo>
                  <a:pt x="0" y="1572"/>
                </a:moveTo>
                <a:lnTo>
                  <a:pt x="0" y="226"/>
                </a:lnTo>
                <a:cubicBezTo>
                  <a:pt x="0" y="211"/>
                  <a:pt x="1" y="197"/>
                  <a:pt x="4" y="182"/>
                </a:cubicBezTo>
                <a:cubicBezTo>
                  <a:pt x="7" y="167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5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3" y="0"/>
                  <a:pt x="228" y="0"/>
                </a:cubicBezTo>
                <a:lnTo>
                  <a:pt x="3796" y="0"/>
                </a:lnTo>
                <a:cubicBezTo>
                  <a:pt x="3811" y="0"/>
                  <a:pt x="3825" y="1"/>
                  <a:pt x="3840" y="4"/>
                </a:cubicBezTo>
                <a:cubicBezTo>
                  <a:pt x="3855" y="7"/>
                  <a:pt x="3869" y="11"/>
                  <a:pt x="3883" y="17"/>
                </a:cubicBezTo>
                <a:cubicBezTo>
                  <a:pt x="3896" y="23"/>
                  <a:pt x="3909" y="29"/>
                  <a:pt x="3922" y="38"/>
                </a:cubicBezTo>
                <a:cubicBezTo>
                  <a:pt x="3934" y="46"/>
                  <a:pt x="3946" y="55"/>
                  <a:pt x="3956" y="66"/>
                </a:cubicBezTo>
                <a:cubicBezTo>
                  <a:pt x="3967" y="77"/>
                  <a:pt x="3976" y="88"/>
                  <a:pt x="3984" y="100"/>
                </a:cubicBezTo>
                <a:cubicBezTo>
                  <a:pt x="3993" y="113"/>
                  <a:pt x="4000" y="126"/>
                  <a:pt x="4005" y="140"/>
                </a:cubicBezTo>
                <a:cubicBezTo>
                  <a:pt x="4011" y="153"/>
                  <a:pt x="4015" y="167"/>
                  <a:pt x="4018" y="182"/>
                </a:cubicBezTo>
                <a:cubicBezTo>
                  <a:pt x="4021" y="197"/>
                  <a:pt x="4023" y="211"/>
                  <a:pt x="4023" y="226"/>
                </a:cubicBezTo>
                <a:lnTo>
                  <a:pt x="4023" y="1572"/>
                </a:lnTo>
                <a:cubicBezTo>
                  <a:pt x="4023" y="1587"/>
                  <a:pt x="4021" y="1602"/>
                  <a:pt x="4018" y="1616"/>
                </a:cubicBezTo>
                <a:cubicBezTo>
                  <a:pt x="4015" y="1631"/>
                  <a:pt x="4011" y="1645"/>
                  <a:pt x="4005" y="1659"/>
                </a:cubicBezTo>
                <a:cubicBezTo>
                  <a:pt x="4000" y="1672"/>
                  <a:pt x="3993" y="1686"/>
                  <a:pt x="3984" y="1698"/>
                </a:cubicBezTo>
                <a:cubicBezTo>
                  <a:pt x="3976" y="1710"/>
                  <a:pt x="3967" y="1722"/>
                  <a:pt x="3956" y="1732"/>
                </a:cubicBezTo>
                <a:cubicBezTo>
                  <a:pt x="3946" y="1744"/>
                  <a:pt x="3934" y="1753"/>
                  <a:pt x="3922" y="1762"/>
                </a:cubicBezTo>
                <a:cubicBezTo>
                  <a:pt x="3909" y="1770"/>
                  <a:pt x="3896" y="1777"/>
                  <a:pt x="3883" y="1782"/>
                </a:cubicBezTo>
                <a:cubicBezTo>
                  <a:pt x="3869" y="1788"/>
                  <a:pt x="3855" y="1792"/>
                  <a:pt x="3840" y="1795"/>
                </a:cubicBezTo>
                <a:cubicBezTo>
                  <a:pt x="3825" y="1798"/>
                  <a:pt x="3811" y="1800"/>
                  <a:pt x="3796" y="1800"/>
                </a:cubicBezTo>
                <a:lnTo>
                  <a:pt x="228" y="1800"/>
                </a:lnTo>
                <a:cubicBezTo>
                  <a:pt x="213" y="1800"/>
                  <a:pt x="197" y="1798"/>
                  <a:pt x="182" y="1795"/>
                </a:cubicBezTo>
                <a:cubicBezTo>
                  <a:pt x="168" y="1792"/>
                  <a:pt x="154" y="1788"/>
                  <a:pt x="140" y="1782"/>
                </a:cubicBezTo>
                <a:cubicBezTo>
                  <a:pt x="126" y="1777"/>
                  <a:pt x="113" y="1770"/>
                  <a:pt x="101" y="1762"/>
                </a:cubicBezTo>
                <a:cubicBezTo>
                  <a:pt x="88" y="1753"/>
                  <a:pt x="77" y="1744"/>
                  <a:pt x="66" y="1732"/>
                </a:cubicBezTo>
                <a:cubicBezTo>
                  <a:pt x="56" y="1722"/>
                  <a:pt x="46" y="1710"/>
                  <a:pt x="38" y="1698"/>
                </a:cubicBezTo>
                <a:cubicBezTo>
                  <a:pt x="30" y="1686"/>
                  <a:pt x="23" y="1672"/>
                  <a:pt x="17" y="1659"/>
                </a:cubicBezTo>
                <a:cubicBezTo>
                  <a:pt x="11" y="1645"/>
                  <a:pt x="7" y="1631"/>
                  <a:pt x="4" y="1616"/>
                </a:cubicBezTo>
                <a:cubicBezTo>
                  <a:pt x="1" y="1602"/>
                  <a:pt x="0" y="1587"/>
                  <a:pt x="0" y="1572"/>
                </a:cubicBezTo>
                <a:close/>
              </a:path>
            </a:pathLst>
          </a:custGeom>
          <a:noFill/>
          <a:ln w="9360">
            <a:solidFill>
              <a:srgbClr val="6a26d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647640" y="1052280"/>
            <a:ext cx="324216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Almost ready to launch.</a:t>
            </a:r>
            <a:endParaRPr b="0" lang="en-US" sz="1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801000" y="1784520"/>
            <a:ext cx="604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P A G E   0 1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2252520" y="1643040"/>
            <a:ext cx="1448280" cy="648000"/>
          </a:xfrm>
          <a:custGeom>
            <a:avLst/>
            <a:gdLst/>
            <a:ahLst/>
            <a:rect l="0" t="0" r="r" b="b"/>
            <a:pathLst>
              <a:path w="4023" h="1800">
                <a:moveTo>
                  <a:pt x="0" y="1572"/>
                </a:moveTo>
                <a:lnTo>
                  <a:pt x="0" y="226"/>
                </a:lnTo>
                <a:cubicBezTo>
                  <a:pt x="0" y="211"/>
                  <a:pt x="1" y="197"/>
                  <a:pt x="4" y="182"/>
                </a:cubicBezTo>
                <a:cubicBezTo>
                  <a:pt x="7" y="167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5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3795" y="0"/>
                </a:lnTo>
                <a:cubicBezTo>
                  <a:pt x="3811" y="0"/>
                  <a:pt x="3825" y="1"/>
                  <a:pt x="3840" y="4"/>
                </a:cubicBezTo>
                <a:cubicBezTo>
                  <a:pt x="3855" y="7"/>
                  <a:pt x="3869" y="11"/>
                  <a:pt x="3883" y="17"/>
                </a:cubicBezTo>
                <a:cubicBezTo>
                  <a:pt x="3896" y="23"/>
                  <a:pt x="3909" y="29"/>
                  <a:pt x="3922" y="38"/>
                </a:cubicBezTo>
                <a:cubicBezTo>
                  <a:pt x="3934" y="46"/>
                  <a:pt x="3946" y="55"/>
                  <a:pt x="3956" y="66"/>
                </a:cubicBezTo>
                <a:cubicBezTo>
                  <a:pt x="3967" y="77"/>
                  <a:pt x="3976" y="88"/>
                  <a:pt x="3984" y="100"/>
                </a:cubicBezTo>
                <a:cubicBezTo>
                  <a:pt x="3993" y="113"/>
                  <a:pt x="4000" y="126"/>
                  <a:pt x="4005" y="140"/>
                </a:cubicBezTo>
                <a:cubicBezTo>
                  <a:pt x="4011" y="153"/>
                  <a:pt x="4015" y="167"/>
                  <a:pt x="4018" y="182"/>
                </a:cubicBezTo>
                <a:cubicBezTo>
                  <a:pt x="4021" y="197"/>
                  <a:pt x="4023" y="211"/>
                  <a:pt x="4023" y="226"/>
                </a:cubicBezTo>
                <a:lnTo>
                  <a:pt x="4023" y="1572"/>
                </a:lnTo>
                <a:cubicBezTo>
                  <a:pt x="4023" y="1587"/>
                  <a:pt x="4021" y="1602"/>
                  <a:pt x="4018" y="1616"/>
                </a:cubicBezTo>
                <a:cubicBezTo>
                  <a:pt x="4015" y="1631"/>
                  <a:pt x="4011" y="1645"/>
                  <a:pt x="4005" y="1659"/>
                </a:cubicBezTo>
                <a:cubicBezTo>
                  <a:pt x="4000" y="1672"/>
                  <a:pt x="3993" y="1686"/>
                  <a:pt x="3984" y="1698"/>
                </a:cubicBezTo>
                <a:cubicBezTo>
                  <a:pt x="3976" y="1710"/>
                  <a:pt x="3967" y="1722"/>
                  <a:pt x="3956" y="1732"/>
                </a:cubicBezTo>
                <a:cubicBezTo>
                  <a:pt x="3946" y="1744"/>
                  <a:pt x="3934" y="1753"/>
                  <a:pt x="3922" y="1762"/>
                </a:cubicBezTo>
                <a:cubicBezTo>
                  <a:pt x="3909" y="1770"/>
                  <a:pt x="3896" y="1777"/>
                  <a:pt x="3883" y="1782"/>
                </a:cubicBezTo>
                <a:cubicBezTo>
                  <a:pt x="3869" y="1788"/>
                  <a:pt x="3855" y="1792"/>
                  <a:pt x="3840" y="1795"/>
                </a:cubicBezTo>
                <a:cubicBezTo>
                  <a:pt x="3825" y="1798"/>
                  <a:pt x="3811" y="1800"/>
                  <a:pt x="3795" y="1800"/>
                </a:cubicBezTo>
                <a:lnTo>
                  <a:pt x="227" y="1800"/>
                </a:lnTo>
                <a:cubicBezTo>
                  <a:pt x="212" y="1800"/>
                  <a:pt x="197" y="1798"/>
                  <a:pt x="182" y="1795"/>
                </a:cubicBezTo>
                <a:cubicBezTo>
                  <a:pt x="168" y="1792"/>
                  <a:pt x="154" y="1788"/>
                  <a:pt x="140" y="1782"/>
                </a:cubicBezTo>
                <a:cubicBezTo>
                  <a:pt x="126" y="1777"/>
                  <a:pt x="113" y="1770"/>
                  <a:pt x="101" y="1762"/>
                </a:cubicBezTo>
                <a:cubicBezTo>
                  <a:pt x="88" y="1753"/>
                  <a:pt x="77" y="1744"/>
                  <a:pt x="66" y="1732"/>
                </a:cubicBezTo>
                <a:cubicBezTo>
                  <a:pt x="56" y="1722"/>
                  <a:pt x="46" y="1710"/>
                  <a:pt x="38" y="1698"/>
                </a:cubicBezTo>
                <a:cubicBezTo>
                  <a:pt x="30" y="1686"/>
                  <a:pt x="23" y="1672"/>
                  <a:pt x="17" y="1659"/>
                </a:cubicBezTo>
                <a:cubicBezTo>
                  <a:pt x="11" y="1645"/>
                  <a:pt x="7" y="1631"/>
                  <a:pt x="4" y="1616"/>
                </a:cubicBezTo>
                <a:cubicBezTo>
                  <a:pt x="1" y="1602"/>
                  <a:pt x="0" y="1587"/>
                  <a:pt x="0" y="1572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2252520" y="1643040"/>
            <a:ext cx="1448280" cy="648000"/>
          </a:xfrm>
          <a:custGeom>
            <a:avLst/>
            <a:gdLst/>
            <a:ahLst/>
            <a:rect l="0" t="0" r="r" b="b"/>
            <a:pathLst>
              <a:path w="4023" h="1800">
                <a:moveTo>
                  <a:pt x="0" y="1572"/>
                </a:moveTo>
                <a:lnTo>
                  <a:pt x="0" y="226"/>
                </a:lnTo>
                <a:cubicBezTo>
                  <a:pt x="0" y="211"/>
                  <a:pt x="1" y="197"/>
                  <a:pt x="4" y="182"/>
                </a:cubicBezTo>
                <a:cubicBezTo>
                  <a:pt x="7" y="167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5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3795" y="0"/>
                </a:lnTo>
                <a:cubicBezTo>
                  <a:pt x="3811" y="0"/>
                  <a:pt x="3825" y="1"/>
                  <a:pt x="3840" y="4"/>
                </a:cubicBezTo>
                <a:cubicBezTo>
                  <a:pt x="3855" y="7"/>
                  <a:pt x="3869" y="11"/>
                  <a:pt x="3883" y="17"/>
                </a:cubicBezTo>
                <a:cubicBezTo>
                  <a:pt x="3896" y="23"/>
                  <a:pt x="3909" y="29"/>
                  <a:pt x="3922" y="38"/>
                </a:cubicBezTo>
                <a:cubicBezTo>
                  <a:pt x="3934" y="46"/>
                  <a:pt x="3946" y="55"/>
                  <a:pt x="3956" y="66"/>
                </a:cubicBezTo>
                <a:cubicBezTo>
                  <a:pt x="3967" y="77"/>
                  <a:pt x="3976" y="88"/>
                  <a:pt x="3984" y="100"/>
                </a:cubicBezTo>
                <a:cubicBezTo>
                  <a:pt x="3993" y="113"/>
                  <a:pt x="4000" y="126"/>
                  <a:pt x="4005" y="140"/>
                </a:cubicBezTo>
                <a:cubicBezTo>
                  <a:pt x="4011" y="153"/>
                  <a:pt x="4015" y="167"/>
                  <a:pt x="4018" y="182"/>
                </a:cubicBezTo>
                <a:cubicBezTo>
                  <a:pt x="4021" y="197"/>
                  <a:pt x="4023" y="211"/>
                  <a:pt x="4023" y="226"/>
                </a:cubicBezTo>
                <a:lnTo>
                  <a:pt x="4023" y="1572"/>
                </a:lnTo>
                <a:cubicBezTo>
                  <a:pt x="4023" y="1587"/>
                  <a:pt x="4021" y="1602"/>
                  <a:pt x="4018" y="1616"/>
                </a:cubicBezTo>
                <a:cubicBezTo>
                  <a:pt x="4015" y="1631"/>
                  <a:pt x="4011" y="1645"/>
                  <a:pt x="4005" y="1659"/>
                </a:cubicBezTo>
                <a:cubicBezTo>
                  <a:pt x="4000" y="1672"/>
                  <a:pt x="3993" y="1686"/>
                  <a:pt x="3984" y="1698"/>
                </a:cubicBezTo>
                <a:cubicBezTo>
                  <a:pt x="3976" y="1710"/>
                  <a:pt x="3967" y="1722"/>
                  <a:pt x="3956" y="1732"/>
                </a:cubicBezTo>
                <a:cubicBezTo>
                  <a:pt x="3946" y="1744"/>
                  <a:pt x="3934" y="1753"/>
                  <a:pt x="3922" y="1762"/>
                </a:cubicBezTo>
                <a:cubicBezTo>
                  <a:pt x="3909" y="1770"/>
                  <a:pt x="3896" y="1777"/>
                  <a:pt x="3883" y="1782"/>
                </a:cubicBezTo>
                <a:cubicBezTo>
                  <a:pt x="3869" y="1788"/>
                  <a:pt x="3855" y="1792"/>
                  <a:pt x="3840" y="1795"/>
                </a:cubicBezTo>
                <a:cubicBezTo>
                  <a:pt x="3825" y="1798"/>
                  <a:pt x="3811" y="1800"/>
                  <a:pt x="3795" y="1800"/>
                </a:cubicBezTo>
                <a:lnTo>
                  <a:pt x="227" y="1800"/>
                </a:lnTo>
                <a:cubicBezTo>
                  <a:pt x="212" y="1800"/>
                  <a:pt x="197" y="1798"/>
                  <a:pt x="182" y="1795"/>
                </a:cubicBezTo>
                <a:cubicBezTo>
                  <a:pt x="168" y="1792"/>
                  <a:pt x="154" y="1788"/>
                  <a:pt x="140" y="1782"/>
                </a:cubicBezTo>
                <a:cubicBezTo>
                  <a:pt x="126" y="1777"/>
                  <a:pt x="113" y="1770"/>
                  <a:pt x="101" y="1762"/>
                </a:cubicBezTo>
                <a:cubicBezTo>
                  <a:pt x="88" y="1753"/>
                  <a:pt x="77" y="1744"/>
                  <a:pt x="66" y="1732"/>
                </a:cubicBezTo>
                <a:cubicBezTo>
                  <a:pt x="56" y="1722"/>
                  <a:pt x="46" y="1710"/>
                  <a:pt x="38" y="1698"/>
                </a:cubicBezTo>
                <a:cubicBezTo>
                  <a:pt x="30" y="1686"/>
                  <a:pt x="23" y="1672"/>
                  <a:pt x="17" y="1659"/>
                </a:cubicBezTo>
                <a:cubicBezTo>
                  <a:pt x="11" y="1645"/>
                  <a:pt x="7" y="1631"/>
                  <a:pt x="4" y="1616"/>
                </a:cubicBezTo>
                <a:cubicBezTo>
                  <a:pt x="1" y="1602"/>
                  <a:pt x="0" y="1587"/>
                  <a:pt x="0" y="1572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5" name=""/>
          <p:cNvSpPr txBox="1"/>
          <p:nvPr/>
        </p:nvSpPr>
        <p:spPr>
          <a:xfrm>
            <a:off x="801000" y="1954080"/>
            <a:ext cx="494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Home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2403720" y="1784520"/>
            <a:ext cx="604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P A G E   0 2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3862080" y="1643040"/>
            <a:ext cx="1448280" cy="648000"/>
          </a:xfrm>
          <a:custGeom>
            <a:avLst/>
            <a:gdLst/>
            <a:ahLst/>
            <a:rect l="0" t="0" r="r" b="b"/>
            <a:pathLst>
              <a:path w="4023" h="1800">
                <a:moveTo>
                  <a:pt x="0" y="1572"/>
                </a:moveTo>
                <a:lnTo>
                  <a:pt x="0" y="226"/>
                </a:lnTo>
                <a:cubicBezTo>
                  <a:pt x="0" y="211"/>
                  <a:pt x="2" y="197"/>
                  <a:pt x="5" y="182"/>
                </a:cubicBezTo>
                <a:cubicBezTo>
                  <a:pt x="8" y="167"/>
                  <a:pt x="12" y="153"/>
                  <a:pt x="18" y="140"/>
                </a:cubicBezTo>
                <a:cubicBezTo>
                  <a:pt x="23" y="126"/>
                  <a:pt x="30" y="113"/>
                  <a:pt x="39" y="100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5"/>
                  <a:pt x="89" y="46"/>
                  <a:pt x="101" y="38"/>
                </a:cubicBezTo>
                <a:cubicBezTo>
                  <a:pt x="114" y="30"/>
                  <a:pt x="127" y="23"/>
                  <a:pt x="140" y="17"/>
                </a:cubicBezTo>
                <a:cubicBezTo>
                  <a:pt x="154" y="11"/>
                  <a:pt x="168" y="7"/>
                  <a:pt x="183" y="4"/>
                </a:cubicBezTo>
                <a:cubicBezTo>
                  <a:pt x="197" y="1"/>
                  <a:pt x="212" y="0"/>
                  <a:pt x="227" y="0"/>
                </a:cubicBezTo>
                <a:lnTo>
                  <a:pt x="3796" y="0"/>
                </a:lnTo>
                <a:cubicBezTo>
                  <a:pt x="3811" y="0"/>
                  <a:pt x="3826" y="1"/>
                  <a:pt x="3840" y="4"/>
                </a:cubicBezTo>
                <a:cubicBezTo>
                  <a:pt x="3855" y="7"/>
                  <a:pt x="3869" y="11"/>
                  <a:pt x="3883" y="17"/>
                </a:cubicBezTo>
                <a:cubicBezTo>
                  <a:pt x="3897" y="23"/>
                  <a:pt x="3910" y="29"/>
                  <a:pt x="3922" y="38"/>
                </a:cubicBezTo>
                <a:cubicBezTo>
                  <a:pt x="3935" y="46"/>
                  <a:pt x="3946" y="55"/>
                  <a:pt x="3957" y="66"/>
                </a:cubicBezTo>
                <a:cubicBezTo>
                  <a:pt x="3967" y="77"/>
                  <a:pt x="3977" y="88"/>
                  <a:pt x="3985" y="100"/>
                </a:cubicBezTo>
                <a:cubicBezTo>
                  <a:pt x="3993" y="113"/>
                  <a:pt x="4000" y="126"/>
                  <a:pt x="4006" y="140"/>
                </a:cubicBezTo>
                <a:cubicBezTo>
                  <a:pt x="4011" y="153"/>
                  <a:pt x="4016" y="167"/>
                  <a:pt x="4019" y="182"/>
                </a:cubicBezTo>
                <a:cubicBezTo>
                  <a:pt x="4022" y="197"/>
                  <a:pt x="4023" y="211"/>
                  <a:pt x="4023" y="226"/>
                </a:cubicBezTo>
                <a:lnTo>
                  <a:pt x="4023" y="1572"/>
                </a:lnTo>
                <a:cubicBezTo>
                  <a:pt x="4023" y="1587"/>
                  <a:pt x="4022" y="1602"/>
                  <a:pt x="4019" y="1616"/>
                </a:cubicBezTo>
                <a:cubicBezTo>
                  <a:pt x="4016" y="1631"/>
                  <a:pt x="4011" y="1645"/>
                  <a:pt x="4006" y="1659"/>
                </a:cubicBezTo>
                <a:cubicBezTo>
                  <a:pt x="4000" y="1672"/>
                  <a:pt x="3993" y="1686"/>
                  <a:pt x="3985" y="1698"/>
                </a:cubicBezTo>
                <a:cubicBezTo>
                  <a:pt x="3977" y="1710"/>
                  <a:pt x="3967" y="1722"/>
                  <a:pt x="3957" y="1732"/>
                </a:cubicBezTo>
                <a:cubicBezTo>
                  <a:pt x="3946" y="1744"/>
                  <a:pt x="3935" y="1753"/>
                  <a:pt x="3922" y="1762"/>
                </a:cubicBezTo>
                <a:cubicBezTo>
                  <a:pt x="3910" y="1770"/>
                  <a:pt x="3897" y="1777"/>
                  <a:pt x="3883" y="1782"/>
                </a:cubicBezTo>
                <a:cubicBezTo>
                  <a:pt x="3869" y="1788"/>
                  <a:pt x="3855" y="1792"/>
                  <a:pt x="3840" y="1795"/>
                </a:cubicBezTo>
                <a:cubicBezTo>
                  <a:pt x="3826" y="1798"/>
                  <a:pt x="3811" y="1800"/>
                  <a:pt x="3796" y="1800"/>
                </a:cubicBezTo>
                <a:lnTo>
                  <a:pt x="227" y="1800"/>
                </a:lnTo>
                <a:cubicBezTo>
                  <a:pt x="212" y="1800"/>
                  <a:pt x="197" y="1798"/>
                  <a:pt x="183" y="1795"/>
                </a:cubicBezTo>
                <a:cubicBezTo>
                  <a:pt x="168" y="1792"/>
                  <a:pt x="154" y="1788"/>
                  <a:pt x="140" y="1782"/>
                </a:cubicBezTo>
                <a:cubicBezTo>
                  <a:pt x="127" y="1777"/>
                  <a:pt x="114" y="1770"/>
                  <a:pt x="101" y="1762"/>
                </a:cubicBezTo>
                <a:cubicBezTo>
                  <a:pt x="89" y="1753"/>
                  <a:pt x="77" y="1744"/>
                  <a:pt x="67" y="1732"/>
                </a:cubicBezTo>
                <a:cubicBezTo>
                  <a:pt x="56" y="1722"/>
                  <a:pt x="47" y="1710"/>
                  <a:pt x="39" y="1698"/>
                </a:cubicBezTo>
                <a:cubicBezTo>
                  <a:pt x="30" y="1686"/>
                  <a:pt x="23" y="1672"/>
                  <a:pt x="18" y="1659"/>
                </a:cubicBezTo>
                <a:cubicBezTo>
                  <a:pt x="12" y="1645"/>
                  <a:pt x="8" y="1631"/>
                  <a:pt x="5" y="1616"/>
                </a:cubicBezTo>
                <a:cubicBezTo>
                  <a:pt x="2" y="1602"/>
                  <a:pt x="0" y="1587"/>
                  <a:pt x="0" y="1572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3862080" y="1643040"/>
            <a:ext cx="1448280" cy="648000"/>
          </a:xfrm>
          <a:custGeom>
            <a:avLst/>
            <a:gdLst/>
            <a:ahLst/>
            <a:rect l="0" t="0" r="r" b="b"/>
            <a:pathLst>
              <a:path w="4023" h="1800">
                <a:moveTo>
                  <a:pt x="0" y="1572"/>
                </a:moveTo>
                <a:lnTo>
                  <a:pt x="0" y="226"/>
                </a:lnTo>
                <a:cubicBezTo>
                  <a:pt x="0" y="211"/>
                  <a:pt x="2" y="197"/>
                  <a:pt x="5" y="182"/>
                </a:cubicBezTo>
                <a:cubicBezTo>
                  <a:pt x="8" y="167"/>
                  <a:pt x="12" y="153"/>
                  <a:pt x="18" y="140"/>
                </a:cubicBezTo>
                <a:cubicBezTo>
                  <a:pt x="23" y="126"/>
                  <a:pt x="30" y="113"/>
                  <a:pt x="39" y="100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5"/>
                  <a:pt x="89" y="46"/>
                  <a:pt x="101" y="38"/>
                </a:cubicBezTo>
                <a:cubicBezTo>
                  <a:pt x="114" y="30"/>
                  <a:pt x="127" y="23"/>
                  <a:pt x="140" y="17"/>
                </a:cubicBezTo>
                <a:cubicBezTo>
                  <a:pt x="154" y="11"/>
                  <a:pt x="168" y="7"/>
                  <a:pt x="183" y="4"/>
                </a:cubicBezTo>
                <a:cubicBezTo>
                  <a:pt x="197" y="1"/>
                  <a:pt x="212" y="0"/>
                  <a:pt x="227" y="0"/>
                </a:cubicBezTo>
                <a:lnTo>
                  <a:pt x="3796" y="0"/>
                </a:lnTo>
                <a:cubicBezTo>
                  <a:pt x="3811" y="0"/>
                  <a:pt x="3826" y="1"/>
                  <a:pt x="3840" y="4"/>
                </a:cubicBezTo>
                <a:cubicBezTo>
                  <a:pt x="3855" y="7"/>
                  <a:pt x="3869" y="11"/>
                  <a:pt x="3883" y="17"/>
                </a:cubicBezTo>
                <a:cubicBezTo>
                  <a:pt x="3897" y="23"/>
                  <a:pt x="3910" y="29"/>
                  <a:pt x="3922" y="38"/>
                </a:cubicBezTo>
                <a:cubicBezTo>
                  <a:pt x="3935" y="46"/>
                  <a:pt x="3946" y="55"/>
                  <a:pt x="3957" y="66"/>
                </a:cubicBezTo>
                <a:cubicBezTo>
                  <a:pt x="3967" y="77"/>
                  <a:pt x="3977" y="88"/>
                  <a:pt x="3985" y="100"/>
                </a:cubicBezTo>
                <a:cubicBezTo>
                  <a:pt x="3993" y="113"/>
                  <a:pt x="4000" y="126"/>
                  <a:pt x="4006" y="140"/>
                </a:cubicBezTo>
                <a:cubicBezTo>
                  <a:pt x="4011" y="153"/>
                  <a:pt x="4016" y="167"/>
                  <a:pt x="4019" y="182"/>
                </a:cubicBezTo>
                <a:cubicBezTo>
                  <a:pt x="4022" y="197"/>
                  <a:pt x="4023" y="211"/>
                  <a:pt x="4023" y="226"/>
                </a:cubicBezTo>
                <a:lnTo>
                  <a:pt x="4023" y="1572"/>
                </a:lnTo>
                <a:cubicBezTo>
                  <a:pt x="4023" y="1587"/>
                  <a:pt x="4022" y="1602"/>
                  <a:pt x="4019" y="1616"/>
                </a:cubicBezTo>
                <a:cubicBezTo>
                  <a:pt x="4016" y="1631"/>
                  <a:pt x="4011" y="1645"/>
                  <a:pt x="4006" y="1659"/>
                </a:cubicBezTo>
                <a:cubicBezTo>
                  <a:pt x="4000" y="1672"/>
                  <a:pt x="3993" y="1686"/>
                  <a:pt x="3985" y="1698"/>
                </a:cubicBezTo>
                <a:cubicBezTo>
                  <a:pt x="3977" y="1710"/>
                  <a:pt x="3967" y="1722"/>
                  <a:pt x="3957" y="1732"/>
                </a:cubicBezTo>
                <a:cubicBezTo>
                  <a:pt x="3946" y="1744"/>
                  <a:pt x="3935" y="1753"/>
                  <a:pt x="3922" y="1762"/>
                </a:cubicBezTo>
                <a:cubicBezTo>
                  <a:pt x="3910" y="1770"/>
                  <a:pt x="3897" y="1777"/>
                  <a:pt x="3883" y="1782"/>
                </a:cubicBezTo>
                <a:cubicBezTo>
                  <a:pt x="3869" y="1788"/>
                  <a:pt x="3855" y="1792"/>
                  <a:pt x="3840" y="1795"/>
                </a:cubicBezTo>
                <a:cubicBezTo>
                  <a:pt x="3826" y="1798"/>
                  <a:pt x="3811" y="1800"/>
                  <a:pt x="3796" y="1800"/>
                </a:cubicBezTo>
                <a:lnTo>
                  <a:pt x="227" y="1800"/>
                </a:lnTo>
                <a:cubicBezTo>
                  <a:pt x="212" y="1800"/>
                  <a:pt x="197" y="1798"/>
                  <a:pt x="183" y="1795"/>
                </a:cubicBezTo>
                <a:cubicBezTo>
                  <a:pt x="168" y="1792"/>
                  <a:pt x="154" y="1788"/>
                  <a:pt x="140" y="1782"/>
                </a:cubicBezTo>
                <a:cubicBezTo>
                  <a:pt x="127" y="1777"/>
                  <a:pt x="114" y="1770"/>
                  <a:pt x="101" y="1762"/>
                </a:cubicBezTo>
                <a:cubicBezTo>
                  <a:pt x="89" y="1753"/>
                  <a:pt x="77" y="1744"/>
                  <a:pt x="67" y="1732"/>
                </a:cubicBezTo>
                <a:cubicBezTo>
                  <a:pt x="56" y="1722"/>
                  <a:pt x="47" y="1710"/>
                  <a:pt x="39" y="1698"/>
                </a:cubicBezTo>
                <a:cubicBezTo>
                  <a:pt x="30" y="1686"/>
                  <a:pt x="23" y="1672"/>
                  <a:pt x="18" y="1659"/>
                </a:cubicBezTo>
                <a:cubicBezTo>
                  <a:pt x="12" y="1645"/>
                  <a:pt x="8" y="1631"/>
                  <a:pt x="5" y="1616"/>
                </a:cubicBezTo>
                <a:cubicBezTo>
                  <a:pt x="2" y="1602"/>
                  <a:pt x="0" y="1587"/>
                  <a:pt x="0" y="1572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2403720" y="1954080"/>
            <a:ext cx="780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About Us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4006800" y="1784520"/>
            <a:ext cx="604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P A G E   0 3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5462280" y="1643040"/>
            <a:ext cx="1448280" cy="648000"/>
          </a:xfrm>
          <a:custGeom>
            <a:avLst/>
            <a:gdLst/>
            <a:ahLst/>
            <a:rect l="0" t="0" r="r" b="b"/>
            <a:pathLst>
              <a:path w="4023" h="1800">
                <a:moveTo>
                  <a:pt x="0" y="1572"/>
                </a:moveTo>
                <a:lnTo>
                  <a:pt x="0" y="226"/>
                </a:lnTo>
                <a:cubicBezTo>
                  <a:pt x="0" y="211"/>
                  <a:pt x="2" y="197"/>
                  <a:pt x="5" y="182"/>
                </a:cubicBezTo>
                <a:cubicBezTo>
                  <a:pt x="8" y="167"/>
                  <a:pt x="12" y="153"/>
                  <a:pt x="18" y="140"/>
                </a:cubicBezTo>
                <a:cubicBezTo>
                  <a:pt x="23" y="126"/>
                  <a:pt x="30" y="113"/>
                  <a:pt x="39" y="100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5"/>
                  <a:pt x="89" y="46"/>
                  <a:pt x="101" y="38"/>
                </a:cubicBezTo>
                <a:cubicBezTo>
                  <a:pt x="114" y="30"/>
                  <a:pt x="127" y="23"/>
                  <a:pt x="140" y="17"/>
                </a:cubicBezTo>
                <a:cubicBezTo>
                  <a:pt x="154" y="11"/>
                  <a:pt x="168" y="7"/>
                  <a:pt x="183" y="4"/>
                </a:cubicBezTo>
                <a:cubicBezTo>
                  <a:pt x="197" y="1"/>
                  <a:pt x="212" y="0"/>
                  <a:pt x="227" y="0"/>
                </a:cubicBezTo>
                <a:lnTo>
                  <a:pt x="3796" y="0"/>
                </a:lnTo>
                <a:cubicBezTo>
                  <a:pt x="3811" y="0"/>
                  <a:pt x="3826" y="1"/>
                  <a:pt x="3840" y="4"/>
                </a:cubicBezTo>
                <a:cubicBezTo>
                  <a:pt x="3855" y="7"/>
                  <a:pt x="3869" y="11"/>
                  <a:pt x="3883" y="17"/>
                </a:cubicBezTo>
                <a:cubicBezTo>
                  <a:pt x="3897" y="23"/>
                  <a:pt x="3910" y="29"/>
                  <a:pt x="3922" y="38"/>
                </a:cubicBezTo>
                <a:cubicBezTo>
                  <a:pt x="3935" y="46"/>
                  <a:pt x="3946" y="55"/>
                  <a:pt x="3957" y="66"/>
                </a:cubicBezTo>
                <a:cubicBezTo>
                  <a:pt x="3967" y="77"/>
                  <a:pt x="3977" y="88"/>
                  <a:pt x="3985" y="100"/>
                </a:cubicBezTo>
                <a:cubicBezTo>
                  <a:pt x="3993" y="113"/>
                  <a:pt x="4000" y="126"/>
                  <a:pt x="4006" y="140"/>
                </a:cubicBezTo>
                <a:cubicBezTo>
                  <a:pt x="4011" y="153"/>
                  <a:pt x="4016" y="167"/>
                  <a:pt x="4019" y="182"/>
                </a:cubicBezTo>
                <a:cubicBezTo>
                  <a:pt x="4022" y="197"/>
                  <a:pt x="4023" y="211"/>
                  <a:pt x="4023" y="226"/>
                </a:cubicBezTo>
                <a:lnTo>
                  <a:pt x="4023" y="1572"/>
                </a:lnTo>
                <a:cubicBezTo>
                  <a:pt x="4023" y="1587"/>
                  <a:pt x="4022" y="1602"/>
                  <a:pt x="4019" y="1616"/>
                </a:cubicBezTo>
                <a:cubicBezTo>
                  <a:pt x="4016" y="1631"/>
                  <a:pt x="4011" y="1645"/>
                  <a:pt x="4006" y="1659"/>
                </a:cubicBezTo>
                <a:cubicBezTo>
                  <a:pt x="4000" y="1672"/>
                  <a:pt x="3993" y="1686"/>
                  <a:pt x="3985" y="1698"/>
                </a:cubicBezTo>
                <a:cubicBezTo>
                  <a:pt x="3977" y="1710"/>
                  <a:pt x="3967" y="1722"/>
                  <a:pt x="3957" y="1732"/>
                </a:cubicBezTo>
                <a:cubicBezTo>
                  <a:pt x="3946" y="1744"/>
                  <a:pt x="3935" y="1753"/>
                  <a:pt x="3922" y="1762"/>
                </a:cubicBezTo>
                <a:cubicBezTo>
                  <a:pt x="3910" y="1770"/>
                  <a:pt x="3897" y="1777"/>
                  <a:pt x="3883" y="1782"/>
                </a:cubicBezTo>
                <a:cubicBezTo>
                  <a:pt x="3869" y="1788"/>
                  <a:pt x="3855" y="1792"/>
                  <a:pt x="3840" y="1795"/>
                </a:cubicBezTo>
                <a:cubicBezTo>
                  <a:pt x="3826" y="1798"/>
                  <a:pt x="3811" y="1800"/>
                  <a:pt x="3796" y="1800"/>
                </a:cubicBezTo>
                <a:lnTo>
                  <a:pt x="227" y="1800"/>
                </a:lnTo>
                <a:cubicBezTo>
                  <a:pt x="212" y="1800"/>
                  <a:pt x="197" y="1798"/>
                  <a:pt x="183" y="1795"/>
                </a:cubicBezTo>
                <a:cubicBezTo>
                  <a:pt x="168" y="1792"/>
                  <a:pt x="154" y="1788"/>
                  <a:pt x="140" y="1782"/>
                </a:cubicBezTo>
                <a:cubicBezTo>
                  <a:pt x="127" y="1777"/>
                  <a:pt x="114" y="1770"/>
                  <a:pt x="101" y="1762"/>
                </a:cubicBezTo>
                <a:cubicBezTo>
                  <a:pt x="89" y="1753"/>
                  <a:pt x="77" y="1744"/>
                  <a:pt x="67" y="1732"/>
                </a:cubicBezTo>
                <a:cubicBezTo>
                  <a:pt x="56" y="1722"/>
                  <a:pt x="47" y="1710"/>
                  <a:pt x="39" y="1698"/>
                </a:cubicBezTo>
                <a:cubicBezTo>
                  <a:pt x="30" y="1686"/>
                  <a:pt x="23" y="1672"/>
                  <a:pt x="18" y="1659"/>
                </a:cubicBezTo>
                <a:cubicBezTo>
                  <a:pt x="12" y="1645"/>
                  <a:pt x="8" y="1631"/>
                  <a:pt x="5" y="1616"/>
                </a:cubicBezTo>
                <a:cubicBezTo>
                  <a:pt x="2" y="1602"/>
                  <a:pt x="0" y="1587"/>
                  <a:pt x="0" y="1572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5462280" y="1643040"/>
            <a:ext cx="1448280" cy="648000"/>
          </a:xfrm>
          <a:custGeom>
            <a:avLst/>
            <a:gdLst/>
            <a:ahLst/>
            <a:rect l="0" t="0" r="r" b="b"/>
            <a:pathLst>
              <a:path w="4023" h="1800">
                <a:moveTo>
                  <a:pt x="0" y="1572"/>
                </a:moveTo>
                <a:lnTo>
                  <a:pt x="0" y="226"/>
                </a:lnTo>
                <a:cubicBezTo>
                  <a:pt x="0" y="211"/>
                  <a:pt x="2" y="197"/>
                  <a:pt x="5" y="182"/>
                </a:cubicBezTo>
                <a:cubicBezTo>
                  <a:pt x="8" y="167"/>
                  <a:pt x="12" y="153"/>
                  <a:pt x="18" y="140"/>
                </a:cubicBezTo>
                <a:cubicBezTo>
                  <a:pt x="23" y="126"/>
                  <a:pt x="30" y="113"/>
                  <a:pt x="39" y="100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5"/>
                  <a:pt x="89" y="46"/>
                  <a:pt x="101" y="38"/>
                </a:cubicBezTo>
                <a:cubicBezTo>
                  <a:pt x="114" y="30"/>
                  <a:pt x="127" y="23"/>
                  <a:pt x="140" y="17"/>
                </a:cubicBezTo>
                <a:cubicBezTo>
                  <a:pt x="154" y="11"/>
                  <a:pt x="168" y="7"/>
                  <a:pt x="183" y="4"/>
                </a:cubicBezTo>
                <a:cubicBezTo>
                  <a:pt x="197" y="1"/>
                  <a:pt x="212" y="0"/>
                  <a:pt x="227" y="0"/>
                </a:cubicBezTo>
                <a:lnTo>
                  <a:pt x="3796" y="0"/>
                </a:lnTo>
                <a:cubicBezTo>
                  <a:pt x="3811" y="0"/>
                  <a:pt x="3826" y="1"/>
                  <a:pt x="3840" y="4"/>
                </a:cubicBezTo>
                <a:cubicBezTo>
                  <a:pt x="3855" y="7"/>
                  <a:pt x="3869" y="11"/>
                  <a:pt x="3883" y="17"/>
                </a:cubicBezTo>
                <a:cubicBezTo>
                  <a:pt x="3897" y="23"/>
                  <a:pt x="3910" y="29"/>
                  <a:pt x="3922" y="38"/>
                </a:cubicBezTo>
                <a:cubicBezTo>
                  <a:pt x="3935" y="46"/>
                  <a:pt x="3946" y="55"/>
                  <a:pt x="3957" y="66"/>
                </a:cubicBezTo>
                <a:cubicBezTo>
                  <a:pt x="3967" y="77"/>
                  <a:pt x="3977" y="88"/>
                  <a:pt x="3985" y="100"/>
                </a:cubicBezTo>
                <a:cubicBezTo>
                  <a:pt x="3993" y="113"/>
                  <a:pt x="4000" y="126"/>
                  <a:pt x="4006" y="140"/>
                </a:cubicBezTo>
                <a:cubicBezTo>
                  <a:pt x="4011" y="153"/>
                  <a:pt x="4016" y="167"/>
                  <a:pt x="4019" y="182"/>
                </a:cubicBezTo>
                <a:cubicBezTo>
                  <a:pt x="4022" y="197"/>
                  <a:pt x="4023" y="211"/>
                  <a:pt x="4023" y="226"/>
                </a:cubicBezTo>
                <a:lnTo>
                  <a:pt x="4023" y="1572"/>
                </a:lnTo>
                <a:cubicBezTo>
                  <a:pt x="4023" y="1587"/>
                  <a:pt x="4022" y="1602"/>
                  <a:pt x="4019" y="1616"/>
                </a:cubicBezTo>
                <a:cubicBezTo>
                  <a:pt x="4016" y="1631"/>
                  <a:pt x="4011" y="1645"/>
                  <a:pt x="4006" y="1659"/>
                </a:cubicBezTo>
                <a:cubicBezTo>
                  <a:pt x="4000" y="1672"/>
                  <a:pt x="3993" y="1686"/>
                  <a:pt x="3985" y="1698"/>
                </a:cubicBezTo>
                <a:cubicBezTo>
                  <a:pt x="3977" y="1710"/>
                  <a:pt x="3967" y="1722"/>
                  <a:pt x="3957" y="1732"/>
                </a:cubicBezTo>
                <a:cubicBezTo>
                  <a:pt x="3946" y="1744"/>
                  <a:pt x="3935" y="1753"/>
                  <a:pt x="3922" y="1762"/>
                </a:cubicBezTo>
                <a:cubicBezTo>
                  <a:pt x="3910" y="1770"/>
                  <a:pt x="3897" y="1777"/>
                  <a:pt x="3883" y="1782"/>
                </a:cubicBezTo>
                <a:cubicBezTo>
                  <a:pt x="3869" y="1788"/>
                  <a:pt x="3855" y="1792"/>
                  <a:pt x="3840" y="1795"/>
                </a:cubicBezTo>
                <a:cubicBezTo>
                  <a:pt x="3826" y="1798"/>
                  <a:pt x="3811" y="1800"/>
                  <a:pt x="3796" y="1800"/>
                </a:cubicBezTo>
                <a:lnTo>
                  <a:pt x="227" y="1800"/>
                </a:lnTo>
                <a:cubicBezTo>
                  <a:pt x="212" y="1800"/>
                  <a:pt x="197" y="1798"/>
                  <a:pt x="183" y="1795"/>
                </a:cubicBezTo>
                <a:cubicBezTo>
                  <a:pt x="168" y="1792"/>
                  <a:pt x="154" y="1788"/>
                  <a:pt x="140" y="1782"/>
                </a:cubicBezTo>
                <a:cubicBezTo>
                  <a:pt x="127" y="1777"/>
                  <a:pt x="114" y="1770"/>
                  <a:pt x="101" y="1762"/>
                </a:cubicBezTo>
                <a:cubicBezTo>
                  <a:pt x="89" y="1753"/>
                  <a:pt x="77" y="1744"/>
                  <a:pt x="67" y="1732"/>
                </a:cubicBezTo>
                <a:cubicBezTo>
                  <a:pt x="56" y="1722"/>
                  <a:pt x="47" y="1710"/>
                  <a:pt x="39" y="1698"/>
                </a:cubicBezTo>
                <a:cubicBezTo>
                  <a:pt x="30" y="1686"/>
                  <a:pt x="23" y="1672"/>
                  <a:pt x="18" y="1659"/>
                </a:cubicBezTo>
                <a:cubicBezTo>
                  <a:pt x="12" y="1645"/>
                  <a:pt x="8" y="1631"/>
                  <a:pt x="5" y="1616"/>
                </a:cubicBezTo>
                <a:cubicBezTo>
                  <a:pt x="2" y="1602"/>
                  <a:pt x="0" y="1587"/>
                  <a:pt x="0" y="1572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3" name=""/>
          <p:cNvSpPr txBox="1"/>
          <p:nvPr/>
        </p:nvSpPr>
        <p:spPr>
          <a:xfrm>
            <a:off x="4006800" y="1954080"/>
            <a:ext cx="724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Services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5609520" y="1784520"/>
            <a:ext cx="604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P A G E   0 4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652320" y="2442960"/>
            <a:ext cx="1448280" cy="895680"/>
          </a:xfrm>
          <a:custGeom>
            <a:avLst/>
            <a:gdLst/>
            <a:ahLst/>
            <a:rect l="0" t="0" r="r" b="b"/>
            <a:pathLst>
              <a:path w="4023" h="2488">
                <a:moveTo>
                  <a:pt x="0" y="2261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7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2"/>
                  <a:pt x="213" y="0"/>
                  <a:pt x="228" y="0"/>
                </a:cubicBezTo>
                <a:lnTo>
                  <a:pt x="3796" y="0"/>
                </a:lnTo>
                <a:cubicBezTo>
                  <a:pt x="3811" y="0"/>
                  <a:pt x="3825" y="2"/>
                  <a:pt x="3840" y="4"/>
                </a:cubicBezTo>
                <a:cubicBezTo>
                  <a:pt x="3855" y="7"/>
                  <a:pt x="3869" y="12"/>
                  <a:pt x="3883" y="17"/>
                </a:cubicBezTo>
                <a:cubicBezTo>
                  <a:pt x="3896" y="23"/>
                  <a:pt x="3909" y="30"/>
                  <a:pt x="3922" y="38"/>
                </a:cubicBezTo>
                <a:cubicBezTo>
                  <a:pt x="3934" y="47"/>
                  <a:pt x="3946" y="56"/>
                  <a:pt x="3956" y="66"/>
                </a:cubicBezTo>
                <a:cubicBezTo>
                  <a:pt x="3967" y="77"/>
                  <a:pt x="3976" y="88"/>
                  <a:pt x="3984" y="101"/>
                </a:cubicBezTo>
                <a:cubicBezTo>
                  <a:pt x="3993" y="113"/>
                  <a:pt x="4000" y="126"/>
                  <a:pt x="4005" y="140"/>
                </a:cubicBezTo>
                <a:cubicBezTo>
                  <a:pt x="4011" y="154"/>
                  <a:pt x="4015" y="168"/>
                  <a:pt x="4018" y="183"/>
                </a:cubicBezTo>
                <a:cubicBezTo>
                  <a:pt x="4021" y="197"/>
                  <a:pt x="4023" y="212"/>
                  <a:pt x="4023" y="227"/>
                </a:cubicBezTo>
                <a:lnTo>
                  <a:pt x="4023" y="2261"/>
                </a:lnTo>
                <a:cubicBezTo>
                  <a:pt x="4023" y="2276"/>
                  <a:pt x="4021" y="2291"/>
                  <a:pt x="4018" y="2306"/>
                </a:cubicBezTo>
                <a:cubicBezTo>
                  <a:pt x="4015" y="2320"/>
                  <a:pt x="4011" y="2334"/>
                  <a:pt x="4005" y="2348"/>
                </a:cubicBezTo>
                <a:cubicBezTo>
                  <a:pt x="4000" y="2362"/>
                  <a:pt x="3993" y="2375"/>
                  <a:pt x="3984" y="2387"/>
                </a:cubicBezTo>
                <a:cubicBezTo>
                  <a:pt x="3976" y="2400"/>
                  <a:pt x="3967" y="2411"/>
                  <a:pt x="3956" y="2422"/>
                </a:cubicBezTo>
                <a:cubicBezTo>
                  <a:pt x="3946" y="2432"/>
                  <a:pt x="3934" y="2442"/>
                  <a:pt x="3922" y="2450"/>
                </a:cubicBezTo>
                <a:cubicBezTo>
                  <a:pt x="3909" y="2458"/>
                  <a:pt x="3896" y="2465"/>
                  <a:pt x="3883" y="2471"/>
                </a:cubicBezTo>
                <a:cubicBezTo>
                  <a:pt x="3869" y="2477"/>
                  <a:pt x="3855" y="2481"/>
                  <a:pt x="3840" y="2484"/>
                </a:cubicBezTo>
                <a:cubicBezTo>
                  <a:pt x="3825" y="2487"/>
                  <a:pt x="3811" y="2488"/>
                  <a:pt x="3796" y="2488"/>
                </a:cubicBezTo>
                <a:lnTo>
                  <a:pt x="228" y="2488"/>
                </a:lnTo>
                <a:cubicBezTo>
                  <a:pt x="213" y="2488"/>
                  <a:pt x="197" y="2487"/>
                  <a:pt x="182" y="2484"/>
                </a:cubicBezTo>
                <a:cubicBezTo>
                  <a:pt x="168" y="2481"/>
                  <a:pt x="154" y="2477"/>
                  <a:pt x="140" y="2471"/>
                </a:cubicBezTo>
                <a:cubicBezTo>
                  <a:pt x="126" y="2465"/>
                  <a:pt x="113" y="2458"/>
                  <a:pt x="101" y="2450"/>
                </a:cubicBezTo>
                <a:cubicBezTo>
                  <a:pt x="88" y="2442"/>
                  <a:pt x="77" y="2432"/>
                  <a:pt x="66" y="2422"/>
                </a:cubicBezTo>
                <a:cubicBezTo>
                  <a:pt x="56" y="2411"/>
                  <a:pt x="46" y="2400"/>
                  <a:pt x="38" y="2387"/>
                </a:cubicBezTo>
                <a:cubicBezTo>
                  <a:pt x="30" y="2375"/>
                  <a:pt x="23" y="2362"/>
                  <a:pt x="17" y="2348"/>
                </a:cubicBezTo>
                <a:cubicBezTo>
                  <a:pt x="11" y="2334"/>
                  <a:pt x="7" y="2320"/>
                  <a:pt x="4" y="2306"/>
                </a:cubicBezTo>
                <a:cubicBezTo>
                  <a:pt x="1" y="2291"/>
                  <a:pt x="0" y="2276"/>
                  <a:pt x="0" y="2261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652320" y="2442960"/>
            <a:ext cx="1448280" cy="895680"/>
          </a:xfrm>
          <a:custGeom>
            <a:avLst/>
            <a:gdLst/>
            <a:ahLst/>
            <a:rect l="0" t="0" r="r" b="b"/>
            <a:pathLst>
              <a:path w="4023" h="2488">
                <a:moveTo>
                  <a:pt x="0" y="2261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7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2"/>
                  <a:pt x="213" y="0"/>
                  <a:pt x="228" y="0"/>
                </a:cubicBezTo>
                <a:lnTo>
                  <a:pt x="3796" y="0"/>
                </a:lnTo>
                <a:cubicBezTo>
                  <a:pt x="3811" y="0"/>
                  <a:pt x="3825" y="2"/>
                  <a:pt x="3840" y="4"/>
                </a:cubicBezTo>
                <a:cubicBezTo>
                  <a:pt x="3855" y="7"/>
                  <a:pt x="3869" y="12"/>
                  <a:pt x="3883" y="17"/>
                </a:cubicBezTo>
                <a:cubicBezTo>
                  <a:pt x="3896" y="23"/>
                  <a:pt x="3909" y="30"/>
                  <a:pt x="3922" y="38"/>
                </a:cubicBezTo>
                <a:cubicBezTo>
                  <a:pt x="3934" y="47"/>
                  <a:pt x="3946" y="56"/>
                  <a:pt x="3956" y="66"/>
                </a:cubicBezTo>
                <a:cubicBezTo>
                  <a:pt x="3967" y="77"/>
                  <a:pt x="3976" y="88"/>
                  <a:pt x="3984" y="101"/>
                </a:cubicBezTo>
                <a:cubicBezTo>
                  <a:pt x="3993" y="113"/>
                  <a:pt x="4000" y="126"/>
                  <a:pt x="4005" y="140"/>
                </a:cubicBezTo>
                <a:cubicBezTo>
                  <a:pt x="4011" y="154"/>
                  <a:pt x="4015" y="168"/>
                  <a:pt x="4018" y="183"/>
                </a:cubicBezTo>
                <a:cubicBezTo>
                  <a:pt x="4021" y="197"/>
                  <a:pt x="4023" y="212"/>
                  <a:pt x="4023" y="227"/>
                </a:cubicBezTo>
                <a:lnTo>
                  <a:pt x="4023" y="2261"/>
                </a:lnTo>
                <a:cubicBezTo>
                  <a:pt x="4023" y="2276"/>
                  <a:pt x="4021" y="2291"/>
                  <a:pt x="4018" y="2306"/>
                </a:cubicBezTo>
                <a:cubicBezTo>
                  <a:pt x="4015" y="2320"/>
                  <a:pt x="4011" y="2334"/>
                  <a:pt x="4005" y="2348"/>
                </a:cubicBezTo>
                <a:cubicBezTo>
                  <a:pt x="4000" y="2362"/>
                  <a:pt x="3993" y="2375"/>
                  <a:pt x="3984" y="2387"/>
                </a:cubicBezTo>
                <a:cubicBezTo>
                  <a:pt x="3976" y="2400"/>
                  <a:pt x="3967" y="2411"/>
                  <a:pt x="3956" y="2422"/>
                </a:cubicBezTo>
                <a:cubicBezTo>
                  <a:pt x="3946" y="2432"/>
                  <a:pt x="3934" y="2442"/>
                  <a:pt x="3922" y="2450"/>
                </a:cubicBezTo>
                <a:cubicBezTo>
                  <a:pt x="3909" y="2458"/>
                  <a:pt x="3896" y="2465"/>
                  <a:pt x="3883" y="2471"/>
                </a:cubicBezTo>
                <a:cubicBezTo>
                  <a:pt x="3869" y="2477"/>
                  <a:pt x="3855" y="2481"/>
                  <a:pt x="3840" y="2484"/>
                </a:cubicBezTo>
                <a:cubicBezTo>
                  <a:pt x="3825" y="2487"/>
                  <a:pt x="3811" y="2488"/>
                  <a:pt x="3796" y="2488"/>
                </a:cubicBezTo>
                <a:lnTo>
                  <a:pt x="228" y="2488"/>
                </a:lnTo>
                <a:cubicBezTo>
                  <a:pt x="213" y="2488"/>
                  <a:pt x="197" y="2487"/>
                  <a:pt x="182" y="2484"/>
                </a:cubicBezTo>
                <a:cubicBezTo>
                  <a:pt x="168" y="2481"/>
                  <a:pt x="154" y="2477"/>
                  <a:pt x="140" y="2471"/>
                </a:cubicBezTo>
                <a:cubicBezTo>
                  <a:pt x="126" y="2465"/>
                  <a:pt x="113" y="2458"/>
                  <a:pt x="101" y="2450"/>
                </a:cubicBezTo>
                <a:cubicBezTo>
                  <a:pt x="88" y="2442"/>
                  <a:pt x="77" y="2432"/>
                  <a:pt x="66" y="2422"/>
                </a:cubicBezTo>
                <a:cubicBezTo>
                  <a:pt x="56" y="2411"/>
                  <a:pt x="46" y="2400"/>
                  <a:pt x="38" y="2387"/>
                </a:cubicBezTo>
                <a:cubicBezTo>
                  <a:pt x="30" y="2375"/>
                  <a:pt x="23" y="2362"/>
                  <a:pt x="17" y="2348"/>
                </a:cubicBezTo>
                <a:cubicBezTo>
                  <a:pt x="11" y="2334"/>
                  <a:pt x="7" y="2320"/>
                  <a:pt x="4" y="2306"/>
                </a:cubicBezTo>
                <a:cubicBezTo>
                  <a:pt x="1" y="2291"/>
                  <a:pt x="0" y="2276"/>
                  <a:pt x="0" y="2261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7" name=""/>
          <p:cNvSpPr txBox="1"/>
          <p:nvPr/>
        </p:nvSpPr>
        <p:spPr>
          <a:xfrm>
            <a:off x="5609520" y="1954080"/>
            <a:ext cx="744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Portfolio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801000" y="2584440"/>
            <a:ext cx="604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P A G E   0 5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2252520" y="2442960"/>
            <a:ext cx="1448280" cy="895680"/>
          </a:xfrm>
          <a:custGeom>
            <a:avLst/>
            <a:gdLst/>
            <a:ahLst/>
            <a:rect l="0" t="0" r="r" b="b"/>
            <a:pathLst>
              <a:path w="4023" h="2488">
                <a:moveTo>
                  <a:pt x="0" y="2261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7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2"/>
                  <a:pt x="212" y="0"/>
                  <a:pt x="227" y="0"/>
                </a:cubicBezTo>
                <a:lnTo>
                  <a:pt x="3795" y="0"/>
                </a:lnTo>
                <a:cubicBezTo>
                  <a:pt x="3811" y="0"/>
                  <a:pt x="3825" y="2"/>
                  <a:pt x="3840" y="4"/>
                </a:cubicBezTo>
                <a:cubicBezTo>
                  <a:pt x="3855" y="7"/>
                  <a:pt x="3869" y="12"/>
                  <a:pt x="3883" y="17"/>
                </a:cubicBezTo>
                <a:cubicBezTo>
                  <a:pt x="3896" y="23"/>
                  <a:pt x="3909" y="30"/>
                  <a:pt x="3922" y="38"/>
                </a:cubicBezTo>
                <a:cubicBezTo>
                  <a:pt x="3934" y="47"/>
                  <a:pt x="3946" y="56"/>
                  <a:pt x="3956" y="66"/>
                </a:cubicBezTo>
                <a:cubicBezTo>
                  <a:pt x="3967" y="77"/>
                  <a:pt x="3976" y="88"/>
                  <a:pt x="3984" y="101"/>
                </a:cubicBezTo>
                <a:cubicBezTo>
                  <a:pt x="3993" y="113"/>
                  <a:pt x="4000" y="126"/>
                  <a:pt x="4005" y="140"/>
                </a:cubicBezTo>
                <a:cubicBezTo>
                  <a:pt x="4011" y="154"/>
                  <a:pt x="4015" y="168"/>
                  <a:pt x="4018" y="183"/>
                </a:cubicBezTo>
                <a:cubicBezTo>
                  <a:pt x="4021" y="197"/>
                  <a:pt x="4023" y="212"/>
                  <a:pt x="4023" y="227"/>
                </a:cubicBezTo>
                <a:lnTo>
                  <a:pt x="4023" y="2261"/>
                </a:lnTo>
                <a:cubicBezTo>
                  <a:pt x="4023" y="2276"/>
                  <a:pt x="4021" y="2291"/>
                  <a:pt x="4018" y="2306"/>
                </a:cubicBezTo>
                <a:cubicBezTo>
                  <a:pt x="4015" y="2320"/>
                  <a:pt x="4011" y="2334"/>
                  <a:pt x="4005" y="2348"/>
                </a:cubicBezTo>
                <a:cubicBezTo>
                  <a:pt x="4000" y="2362"/>
                  <a:pt x="3993" y="2375"/>
                  <a:pt x="3984" y="2387"/>
                </a:cubicBezTo>
                <a:cubicBezTo>
                  <a:pt x="3976" y="2400"/>
                  <a:pt x="3967" y="2411"/>
                  <a:pt x="3956" y="2422"/>
                </a:cubicBezTo>
                <a:cubicBezTo>
                  <a:pt x="3946" y="2432"/>
                  <a:pt x="3934" y="2442"/>
                  <a:pt x="3922" y="2450"/>
                </a:cubicBezTo>
                <a:cubicBezTo>
                  <a:pt x="3909" y="2458"/>
                  <a:pt x="3896" y="2465"/>
                  <a:pt x="3883" y="2471"/>
                </a:cubicBezTo>
                <a:cubicBezTo>
                  <a:pt x="3869" y="2477"/>
                  <a:pt x="3855" y="2481"/>
                  <a:pt x="3840" y="2484"/>
                </a:cubicBezTo>
                <a:cubicBezTo>
                  <a:pt x="3825" y="2487"/>
                  <a:pt x="3811" y="2488"/>
                  <a:pt x="3795" y="2488"/>
                </a:cubicBezTo>
                <a:lnTo>
                  <a:pt x="227" y="2488"/>
                </a:lnTo>
                <a:cubicBezTo>
                  <a:pt x="212" y="2488"/>
                  <a:pt x="197" y="2487"/>
                  <a:pt x="182" y="2484"/>
                </a:cubicBezTo>
                <a:cubicBezTo>
                  <a:pt x="168" y="2481"/>
                  <a:pt x="154" y="2477"/>
                  <a:pt x="140" y="2471"/>
                </a:cubicBezTo>
                <a:cubicBezTo>
                  <a:pt x="126" y="2465"/>
                  <a:pt x="113" y="2458"/>
                  <a:pt x="101" y="2450"/>
                </a:cubicBezTo>
                <a:cubicBezTo>
                  <a:pt x="88" y="2442"/>
                  <a:pt x="77" y="2432"/>
                  <a:pt x="66" y="2422"/>
                </a:cubicBezTo>
                <a:cubicBezTo>
                  <a:pt x="56" y="2411"/>
                  <a:pt x="46" y="2400"/>
                  <a:pt x="38" y="2387"/>
                </a:cubicBezTo>
                <a:cubicBezTo>
                  <a:pt x="30" y="2375"/>
                  <a:pt x="23" y="2362"/>
                  <a:pt x="17" y="2348"/>
                </a:cubicBezTo>
                <a:cubicBezTo>
                  <a:pt x="11" y="2334"/>
                  <a:pt x="7" y="2320"/>
                  <a:pt x="4" y="2306"/>
                </a:cubicBezTo>
                <a:cubicBezTo>
                  <a:pt x="1" y="2291"/>
                  <a:pt x="0" y="2276"/>
                  <a:pt x="0" y="2261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2252520" y="2442960"/>
            <a:ext cx="1448280" cy="895680"/>
          </a:xfrm>
          <a:custGeom>
            <a:avLst/>
            <a:gdLst/>
            <a:ahLst/>
            <a:rect l="0" t="0" r="r" b="b"/>
            <a:pathLst>
              <a:path w="4023" h="2488">
                <a:moveTo>
                  <a:pt x="0" y="2261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7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2"/>
                  <a:pt x="212" y="0"/>
                  <a:pt x="227" y="0"/>
                </a:cubicBezTo>
                <a:lnTo>
                  <a:pt x="3795" y="0"/>
                </a:lnTo>
                <a:cubicBezTo>
                  <a:pt x="3811" y="0"/>
                  <a:pt x="3825" y="2"/>
                  <a:pt x="3840" y="4"/>
                </a:cubicBezTo>
                <a:cubicBezTo>
                  <a:pt x="3855" y="7"/>
                  <a:pt x="3869" y="12"/>
                  <a:pt x="3883" y="17"/>
                </a:cubicBezTo>
                <a:cubicBezTo>
                  <a:pt x="3896" y="23"/>
                  <a:pt x="3909" y="30"/>
                  <a:pt x="3922" y="38"/>
                </a:cubicBezTo>
                <a:cubicBezTo>
                  <a:pt x="3934" y="47"/>
                  <a:pt x="3946" y="56"/>
                  <a:pt x="3956" y="66"/>
                </a:cubicBezTo>
                <a:cubicBezTo>
                  <a:pt x="3967" y="77"/>
                  <a:pt x="3976" y="88"/>
                  <a:pt x="3984" y="101"/>
                </a:cubicBezTo>
                <a:cubicBezTo>
                  <a:pt x="3993" y="113"/>
                  <a:pt x="4000" y="126"/>
                  <a:pt x="4005" y="140"/>
                </a:cubicBezTo>
                <a:cubicBezTo>
                  <a:pt x="4011" y="154"/>
                  <a:pt x="4015" y="168"/>
                  <a:pt x="4018" y="183"/>
                </a:cubicBezTo>
                <a:cubicBezTo>
                  <a:pt x="4021" y="197"/>
                  <a:pt x="4023" y="212"/>
                  <a:pt x="4023" y="227"/>
                </a:cubicBezTo>
                <a:lnTo>
                  <a:pt x="4023" y="2261"/>
                </a:lnTo>
                <a:cubicBezTo>
                  <a:pt x="4023" y="2276"/>
                  <a:pt x="4021" y="2291"/>
                  <a:pt x="4018" y="2306"/>
                </a:cubicBezTo>
                <a:cubicBezTo>
                  <a:pt x="4015" y="2320"/>
                  <a:pt x="4011" y="2334"/>
                  <a:pt x="4005" y="2348"/>
                </a:cubicBezTo>
                <a:cubicBezTo>
                  <a:pt x="4000" y="2362"/>
                  <a:pt x="3993" y="2375"/>
                  <a:pt x="3984" y="2387"/>
                </a:cubicBezTo>
                <a:cubicBezTo>
                  <a:pt x="3976" y="2400"/>
                  <a:pt x="3967" y="2411"/>
                  <a:pt x="3956" y="2422"/>
                </a:cubicBezTo>
                <a:cubicBezTo>
                  <a:pt x="3946" y="2432"/>
                  <a:pt x="3934" y="2442"/>
                  <a:pt x="3922" y="2450"/>
                </a:cubicBezTo>
                <a:cubicBezTo>
                  <a:pt x="3909" y="2458"/>
                  <a:pt x="3896" y="2465"/>
                  <a:pt x="3883" y="2471"/>
                </a:cubicBezTo>
                <a:cubicBezTo>
                  <a:pt x="3869" y="2477"/>
                  <a:pt x="3855" y="2481"/>
                  <a:pt x="3840" y="2484"/>
                </a:cubicBezTo>
                <a:cubicBezTo>
                  <a:pt x="3825" y="2487"/>
                  <a:pt x="3811" y="2488"/>
                  <a:pt x="3795" y="2488"/>
                </a:cubicBezTo>
                <a:lnTo>
                  <a:pt x="227" y="2488"/>
                </a:lnTo>
                <a:cubicBezTo>
                  <a:pt x="212" y="2488"/>
                  <a:pt x="197" y="2487"/>
                  <a:pt x="182" y="2484"/>
                </a:cubicBezTo>
                <a:cubicBezTo>
                  <a:pt x="168" y="2481"/>
                  <a:pt x="154" y="2477"/>
                  <a:pt x="140" y="2471"/>
                </a:cubicBezTo>
                <a:cubicBezTo>
                  <a:pt x="126" y="2465"/>
                  <a:pt x="113" y="2458"/>
                  <a:pt x="101" y="2450"/>
                </a:cubicBezTo>
                <a:cubicBezTo>
                  <a:pt x="88" y="2442"/>
                  <a:pt x="77" y="2432"/>
                  <a:pt x="66" y="2422"/>
                </a:cubicBezTo>
                <a:cubicBezTo>
                  <a:pt x="56" y="2411"/>
                  <a:pt x="46" y="2400"/>
                  <a:pt x="38" y="2387"/>
                </a:cubicBezTo>
                <a:cubicBezTo>
                  <a:pt x="30" y="2375"/>
                  <a:pt x="23" y="2362"/>
                  <a:pt x="17" y="2348"/>
                </a:cubicBezTo>
                <a:cubicBezTo>
                  <a:pt x="11" y="2334"/>
                  <a:pt x="7" y="2320"/>
                  <a:pt x="4" y="2306"/>
                </a:cubicBezTo>
                <a:cubicBezTo>
                  <a:pt x="1" y="2291"/>
                  <a:pt x="0" y="2276"/>
                  <a:pt x="0" y="2261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1" name=""/>
          <p:cNvSpPr txBox="1"/>
          <p:nvPr/>
        </p:nvSpPr>
        <p:spPr>
          <a:xfrm>
            <a:off x="801000" y="2754000"/>
            <a:ext cx="592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Clients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2403720" y="2584440"/>
            <a:ext cx="604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P A G E   0 6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3" name=""/>
          <p:cNvSpPr txBox="1"/>
          <p:nvPr/>
        </p:nvSpPr>
        <p:spPr>
          <a:xfrm>
            <a:off x="2403720" y="2754000"/>
            <a:ext cx="313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Our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3862080" y="2442960"/>
            <a:ext cx="1448280" cy="895680"/>
          </a:xfrm>
          <a:custGeom>
            <a:avLst/>
            <a:gdLst/>
            <a:ahLst/>
            <a:rect l="0" t="0" r="r" b="b"/>
            <a:pathLst>
              <a:path w="4023" h="2488">
                <a:moveTo>
                  <a:pt x="0" y="2261"/>
                </a:moveTo>
                <a:lnTo>
                  <a:pt x="0" y="227"/>
                </a:lnTo>
                <a:cubicBezTo>
                  <a:pt x="0" y="212"/>
                  <a:pt x="2" y="197"/>
                  <a:pt x="5" y="183"/>
                </a:cubicBezTo>
                <a:cubicBezTo>
                  <a:pt x="8" y="168"/>
                  <a:pt x="12" y="154"/>
                  <a:pt x="18" y="140"/>
                </a:cubicBezTo>
                <a:cubicBezTo>
                  <a:pt x="23" y="126"/>
                  <a:pt x="30" y="113"/>
                  <a:pt x="39" y="101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6"/>
                  <a:pt x="89" y="47"/>
                  <a:pt x="101" y="38"/>
                </a:cubicBezTo>
                <a:cubicBezTo>
                  <a:pt x="114" y="30"/>
                  <a:pt x="127" y="23"/>
                  <a:pt x="140" y="17"/>
                </a:cubicBezTo>
                <a:cubicBezTo>
                  <a:pt x="154" y="12"/>
                  <a:pt x="168" y="7"/>
                  <a:pt x="183" y="4"/>
                </a:cubicBezTo>
                <a:cubicBezTo>
                  <a:pt x="197" y="2"/>
                  <a:pt x="212" y="0"/>
                  <a:pt x="227" y="0"/>
                </a:cubicBezTo>
                <a:lnTo>
                  <a:pt x="3796" y="0"/>
                </a:lnTo>
                <a:cubicBezTo>
                  <a:pt x="3811" y="0"/>
                  <a:pt x="3826" y="2"/>
                  <a:pt x="3840" y="4"/>
                </a:cubicBezTo>
                <a:cubicBezTo>
                  <a:pt x="3855" y="7"/>
                  <a:pt x="3869" y="12"/>
                  <a:pt x="3883" y="17"/>
                </a:cubicBezTo>
                <a:cubicBezTo>
                  <a:pt x="3897" y="23"/>
                  <a:pt x="3910" y="30"/>
                  <a:pt x="3922" y="38"/>
                </a:cubicBezTo>
                <a:cubicBezTo>
                  <a:pt x="3935" y="47"/>
                  <a:pt x="3946" y="56"/>
                  <a:pt x="3957" y="66"/>
                </a:cubicBezTo>
                <a:cubicBezTo>
                  <a:pt x="3967" y="77"/>
                  <a:pt x="3977" y="88"/>
                  <a:pt x="3985" y="101"/>
                </a:cubicBezTo>
                <a:cubicBezTo>
                  <a:pt x="3993" y="113"/>
                  <a:pt x="4000" y="126"/>
                  <a:pt x="4006" y="140"/>
                </a:cubicBezTo>
                <a:cubicBezTo>
                  <a:pt x="4011" y="154"/>
                  <a:pt x="4016" y="168"/>
                  <a:pt x="4019" y="183"/>
                </a:cubicBezTo>
                <a:cubicBezTo>
                  <a:pt x="4022" y="197"/>
                  <a:pt x="4023" y="212"/>
                  <a:pt x="4023" y="227"/>
                </a:cubicBezTo>
                <a:lnTo>
                  <a:pt x="4023" y="2261"/>
                </a:lnTo>
                <a:cubicBezTo>
                  <a:pt x="4023" y="2276"/>
                  <a:pt x="4022" y="2291"/>
                  <a:pt x="4019" y="2306"/>
                </a:cubicBezTo>
                <a:cubicBezTo>
                  <a:pt x="4016" y="2320"/>
                  <a:pt x="4011" y="2334"/>
                  <a:pt x="4006" y="2348"/>
                </a:cubicBezTo>
                <a:cubicBezTo>
                  <a:pt x="4000" y="2362"/>
                  <a:pt x="3993" y="2375"/>
                  <a:pt x="3985" y="2387"/>
                </a:cubicBezTo>
                <a:cubicBezTo>
                  <a:pt x="3977" y="2400"/>
                  <a:pt x="3967" y="2411"/>
                  <a:pt x="3957" y="2422"/>
                </a:cubicBezTo>
                <a:cubicBezTo>
                  <a:pt x="3946" y="2432"/>
                  <a:pt x="3935" y="2442"/>
                  <a:pt x="3922" y="2450"/>
                </a:cubicBezTo>
                <a:cubicBezTo>
                  <a:pt x="3910" y="2458"/>
                  <a:pt x="3897" y="2465"/>
                  <a:pt x="3883" y="2471"/>
                </a:cubicBezTo>
                <a:cubicBezTo>
                  <a:pt x="3869" y="2477"/>
                  <a:pt x="3855" y="2481"/>
                  <a:pt x="3840" y="2484"/>
                </a:cubicBezTo>
                <a:cubicBezTo>
                  <a:pt x="3826" y="2487"/>
                  <a:pt x="3811" y="2488"/>
                  <a:pt x="3796" y="2488"/>
                </a:cubicBezTo>
                <a:lnTo>
                  <a:pt x="227" y="2488"/>
                </a:lnTo>
                <a:cubicBezTo>
                  <a:pt x="212" y="2488"/>
                  <a:pt x="197" y="2487"/>
                  <a:pt x="183" y="2484"/>
                </a:cubicBezTo>
                <a:cubicBezTo>
                  <a:pt x="168" y="2481"/>
                  <a:pt x="154" y="2477"/>
                  <a:pt x="140" y="2471"/>
                </a:cubicBezTo>
                <a:cubicBezTo>
                  <a:pt x="127" y="2465"/>
                  <a:pt x="114" y="2458"/>
                  <a:pt x="101" y="2450"/>
                </a:cubicBezTo>
                <a:cubicBezTo>
                  <a:pt x="89" y="2442"/>
                  <a:pt x="77" y="2432"/>
                  <a:pt x="67" y="2422"/>
                </a:cubicBezTo>
                <a:cubicBezTo>
                  <a:pt x="56" y="2411"/>
                  <a:pt x="47" y="2400"/>
                  <a:pt x="39" y="2387"/>
                </a:cubicBezTo>
                <a:cubicBezTo>
                  <a:pt x="30" y="2375"/>
                  <a:pt x="23" y="2362"/>
                  <a:pt x="18" y="2348"/>
                </a:cubicBezTo>
                <a:cubicBezTo>
                  <a:pt x="12" y="2334"/>
                  <a:pt x="8" y="2320"/>
                  <a:pt x="5" y="2306"/>
                </a:cubicBezTo>
                <a:cubicBezTo>
                  <a:pt x="2" y="2291"/>
                  <a:pt x="0" y="2276"/>
                  <a:pt x="0" y="2261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3862080" y="2442960"/>
            <a:ext cx="1448280" cy="895680"/>
          </a:xfrm>
          <a:custGeom>
            <a:avLst/>
            <a:gdLst/>
            <a:ahLst/>
            <a:rect l="0" t="0" r="r" b="b"/>
            <a:pathLst>
              <a:path w="4023" h="2488">
                <a:moveTo>
                  <a:pt x="0" y="2261"/>
                </a:moveTo>
                <a:lnTo>
                  <a:pt x="0" y="227"/>
                </a:lnTo>
                <a:cubicBezTo>
                  <a:pt x="0" y="212"/>
                  <a:pt x="2" y="197"/>
                  <a:pt x="5" y="183"/>
                </a:cubicBezTo>
                <a:cubicBezTo>
                  <a:pt x="8" y="168"/>
                  <a:pt x="12" y="154"/>
                  <a:pt x="18" y="140"/>
                </a:cubicBezTo>
                <a:cubicBezTo>
                  <a:pt x="23" y="126"/>
                  <a:pt x="30" y="113"/>
                  <a:pt x="39" y="101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6"/>
                  <a:pt x="89" y="47"/>
                  <a:pt x="101" y="38"/>
                </a:cubicBezTo>
                <a:cubicBezTo>
                  <a:pt x="114" y="30"/>
                  <a:pt x="127" y="23"/>
                  <a:pt x="140" y="17"/>
                </a:cubicBezTo>
                <a:cubicBezTo>
                  <a:pt x="154" y="12"/>
                  <a:pt x="168" y="7"/>
                  <a:pt x="183" y="4"/>
                </a:cubicBezTo>
                <a:cubicBezTo>
                  <a:pt x="197" y="2"/>
                  <a:pt x="212" y="0"/>
                  <a:pt x="227" y="0"/>
                </a:cubicBezTo>
                <a:lnTo>
                  <a:pt x="3796" y="0"/>
                </a:lnTo>
                <a:cubicBezTo>
                  <a:pt x="3811" y="0"/>
                  <a:pt x="3826" y="2"/>
                  <a:pt x="3840" y="4"/>
                </a:cubicBezTo>
                <a:cubicBezTo>
                  <a:pt x="3855" y="7"/>
                  <a:pt x="3869" y="12"/>
                  <a:pt x="3883" y="17"/>
                </a:cubicBezTo>
                <a:cubicBezTo>
                  <a:pt x="3897" y="23"/>
                  <a:pt x="3910" y="30"/>
                  <a:pt x="3922" y="38"/>
                </a:cubicBezTo>
                <a:cubicBezTo>
                  <a:pt x="3935" y="47"/>
                  <a:pt x="3946" y="56"/>
                  <a:pt x="3957" y="66"/>
                </a:cubicBezTo>
                <a:cubicBezTo>
                  <a:pt x="3967" y="77"/>
                  <a:pt x="3977" y="88"/>
                  <a:pt x="3985" y="101"/>
                </a:cubicBezTo>
                <a:cubicBezTo>
                  <a:pt x="3993" y="113"/>
                  <a:pt x="4000" y="126"/>
                  <a:pt x="4006" y="140"/>
                </a:cubicBezTo>
                <a:cubicBezTo>
                  <a:pt x="4011" y="154"/>
                  <a:pt x="4016" y="168"/>
                  <a:pt x="4019" y="183"/>
                </a:cubicBezTo>
                <a:cubicBezTo>
                  <a:pt x="4022" y="197"/>
                  <a:pt x="4023" y="212"/>
                  <a:pt x="4023" y="227"/>
                </a:cubicBezTo>
                <a:lnTo>
                  <a:pt x="4023" y="2261"/>
                </a:lnTo>
                <a:cubicBezTo>
                  <a:pt x="4023" y="2276"/>
                  <a:pt x="4022" y="2291"/>
                  <a:pt x="4019" y="2306"/>
                </a:cubicBezTo>
                <a:cubicBezTo>
                  <a:pt x="4016" y="2320"/>
                  <a:pt x="4011" y="2334"/>
                  <a:pt x="4006" y="2348"/>
                </a:cubicBezTo>
                <a:cubicBezTo>
                  <a:pt x="4000" y="2362"/>
                  <a:pt x="3993" y="2375"/>
                  <a:pt x="3985" y="2387"/>
                </a:cubicBezTo>
                <a:cubicBezTo>
                  <a:pt x="3977" y="2400"/>
                  <a:pt x="3967" y="2411"/>
                  <a:pt x="3957" y="2422"/>
                </a:cubicBezTo>
                <a:cubicBezTo>
                  <a:pt x="3946" y="2432"/>
                  <a:pt x="3935" y="2442"/>
                  <a:pt x="3922" y="2450"/>
                </a:cubicBezTo>
                <a:cubicBezTo>
                  <a:pt x="3910" y="2458"/>
                  <a:pt x="3897" y="2465"/>
                  <a:pt x="3883" y="2471"/>
                </a:cubicBezTo>
                <a:cubicBezTo>
                  <a:pt x="3869" y="2477"/>
                  <a:pt x="3855" y="2481"/>
                  <a:pt x="3840" y="2484"/>
                </a:cubicBezTo>
                <a:cubicBezTo>
                  <a:pt x="3826" y="2487"/>
                  <a:pt x="3811" y="2488"/>
                  <a:pt x="3796" y="2488"/>
                </a:cubicBezTo>
                <a:lnTo>
                  <a:pt x="227" y="2488"/>
                </a:lnTo>
                <a:cubicBezTo>
                  <a:pt x="212" y="2488"/>
                  <a:pt x="197" y="2487"/>
                  <a:pt x="183" y="2484"/>
                </a:cubicBezTo>
                <a:cubicBezTo>
                  <a:pt x="168" y="2481"/>
                  <a:pt x="154" y="2477"/>
                  <a:pt x="140" y="2471"/>
                </a:cubicBezTo>
                <a:cubicBezTo>
                  <a:pt x="127" y="2465"/>
                  <a:pt x="114" y="2458"/>
                  <a:pt x="101" y="2450"/>
                </a:cubicBezTo>
                <a:cubicBezTo>
                  <a:pt x="89" y="2442"/>
                  <a:pt x="77" y="2432"/>
                  <a:pt x="67" y="2422"/>
                </a:cubicBezTo>
                <a:cubicBezTo>
                  <a:pt x="56" y="2411"/>
                  <a:pt x="47" y="2400"/>
                  <a:pt x="39" y="2387"/>
                </a:cubicBezTo>
                <a:cubicBezTo>
                  <a:pt x="30" y="2375"/>
                  <a:pt x="23" y="2362"/>
                  <a:pt x="18" y="2348"/>
                </a:cubicBezTo>
                <a:cubicBezTo>
                  <a:pt x="12" y="2334"/>
                  <a:pt x="8" y="2320"/>
                  <a:pt x="5" y="2306"/>
                </a:cubicBezTo>
                <a:cubicBezTo>
                  <a:pt x="2" y="2291"/>
                  <a:pt x="0" y="2276"/>
                  <a:pt x="0" y="2261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6" name=""/>
          <p:cNvSpPr txBox="1"/>
          <p:nvPr/>
        </p:nvSpPr>
        <p:spPr>
          <a:xfrm>
            <a:off x="2403720" y="3001680"/>
            <a:ext cx="1122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Management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7" name=""/>
          <p:cNvSpPr txBox="1"/>
          <p:nvPr/>
        </p:nvSpPr>
        <p:spPr>
          <a:xfrm>
            <a:off x="4006800" y="2584440"/>
            <a:ext cx="604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P A G E   0 7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5462280" y="2442960"/>
            <a:ext cx="1448280" cy="895680"/>
          </a:xfrm>
          <a:custGeom>
            <a:avLst/>
            <a:gdLst/>
            <a:ahLst/>
            <a:rect l="0" t="0" r="r" b="b"/>
            <a:pathLst>
              <a:path w="4023" h="2488">
                <a:moveTo>
                  <a:pt x="0" y="2261"/>
                </a:moveTo>
                <a:lnTo>
                  <a:pt x="0" y="227"/>
                </a:lnTo>
                <a:cubicBezTo>
                  <a:pt x="0" y="212"/>
                  <a:pt x="2" y="197"/>
                  <a:pt x="5" y="183"/>
                </a:cubicBezTo>
                <a:cubicBezTo>
                  <a:pt x="8" y="168"/>
                  <a:pt x="12" y="154"/>
                  <a:pt x="18" y="140"/>
                </a:cubicBezTo>
                <a:cubicBezTo>
                  <a:pt x="23" y="126"/>
                  <a:pt x="30" y="113"/>
                  <a:pt x="39" y="101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6"/>
                  <a:pt x="89" y="47"/>
                  <a:pt x="101" y="38"/>
                </a:cubicBezTo>
                <a:cubicBezTo>
                  <a:pt x="114" y="30"/>
                  <a:pt x="127" y="23"/>
                  <a:pt x="140" y="17"/>
                </a:cubicBezTo>
                <a:cubicBezTo>
                  <a:pt x="154" y="12"/>
                  <a:pt x="168" y="7"/>
                  <a:pt x="183" y="4"/>
                </a:cubicBezTo>
                <a:cubicBezTo>
                  <a:pt x="197" y="2"/>
                  <a:pt x="212" y="0"/>
                  <a:pt x="227" y="0"/>
                </a:cubicBezTo>
                <a:lnTo>
                  <a:pt x="3796" y="0"/>
                </a:lnTo>
                <a:cubicBezTo>
                  <a:pt x="3811" y="0"/>
                  <a:pt x="3826" y="2"/>
                  <a:pt x="3840" y="4"/>
                </a:cubicBezTo>
                <a:cubicBezTo>
                  <a:pt x="3855" y="7"/>
                  <a:pt x="3869" y="12"/>
                  <a:pt x="3883" y="17"/>
                </a:cubicBezTo>
                <a:cubicBezTo>
                  <a:pt x="3897" y="23"/>
                  <a:pt x="3910" y="30"/>
                  <a:pt x="3922" y="38"/>
                </a:cubicBezTo>
                <a:cubicBezTo>
                  <a:pt x="3935" y="47"/>
                  <a:pt x="3946" y="56"/>
                  <a:pt x="3957" y="66"/>
                </a:cubicBezTo>
                <a:cubicBezTo>
                  <a:pt x="3967" y="77"/>
                  <a:pt x="3977" y="88"/>
                  <a:pt x="3985" y="101"/>
                </a:cubicBezTo>
                <a:cubicBezTo>
                  <a:pt x="3993" y="113"/>
                  <a:pt x="4000" y="126"/>
                  <a:pt x="4006" y="140"/>
                </a:cubicBezTo>
                <a:cubicBezTo>
                  <a:pt x="4011" y="154"/>
                  <a:pt x="4016" y="168"/>
                  <a:pt x="4019" y="183"/>
                </a:cubicBezTo>
                <a:cubicBezTo>
                  <a:pt x="4022" y="197"/>
                  <a:pt x="4023" y="212"/>
                  <a:pt x="4023" y="227"/>
                </a:cubicBezTo>
                <a:lnTo>
                  <a:pt x="4023" y="2261"/>
                </a:lnTo>
                <a:cubicBezTo>
                  <a:pt x="4023" y="2276"/>
                  <a:pt x="4022" y="2291"/>
                  <a:pt x="4019" y="2306"/>
                </a:cubicBezTo>
                <a:cubicBezTo>
                  <a:pt x="4016" y="2320"/>
                  <a:pt x="4011" y="2334"/>
                  <a:pt x="4006" y="2348"/>
                </a:cubicBezTo>
                <a:cubicBezTo>
                  <a:pt x="4000" y="2362"/>
                  <a:pt x="3993" y="2375"/>
                  <a:pt x="3985" y="2387"/>
                </a:cubicBezTo>
                <a:cubicBezTo>
                  <a:pt x="3977" y="2400"/>
                  <a:pt x="3967" y="2411"/>
                  <a:pt x="3957" y="2422"/>
                </a:cubicBezTo>
                <a:cubicBezTo>
                  <a:pt x="3946" y="2432"/>
                  <a:pt x="3935" y="2442"/>
                  <a:pt x="3922" y="2450"/>
                </a:cubicBezTo>
                <a:cubicBezTo>
                  <a:pt x="3910" y="2458"/>
                  <a:pt x="3897" y="2465"/>
                  <a:pt x="3883" y="2471"/>
                </a:cubicBezTo>
                <a:cubicBezTo>
                  <a:pt x="3869" y="2477"/>
                  <a:pt x="3855" y="2481"/>
                  <a:pt x="3840" y="2484"/>
                </a:cubicBezTo>
                <a:cubicBezTo>
                  <a:pt x="3826" y="2487"/>
                  <a:pt x="3811" y="2488"/>
                  <a:pt x="3796" y="2488"/>
                </a:cubicBezTo>
                <a:lnTo>
                  <a:pt x="227" y="2488"/>
                </a:lnTo>
                <a:cubicBezTo>
                  <a:pt x="212" y="2488"/>
                  <a:pt x="197" y="2487"/>
                  <a:pt x="183" y="2484"/>
                </a:cubicBezTo>
                <a:cubicBezTo>
                  <a:pt x="168" y="2481"/>
                  <a:pt x="154" y="2477"/>
                  <a:pt x="140" y="2471"/>
                </a:cubicBezTo>
                <a:cubicBezTo>
                  <a:pt x="127" y="2465"/>
                  <a:pt x="114" y="2458"/>
                  <a:pt x="101" y="2450"/>
                </a:cubicBezTo>
                <a:cubicBezTo>
                  <a:pt x="89" y="2442"/>
                  <a:pt x="77" y="2432"/>
                  <a:pt x="67" y="2422"/>
                </a:cubicBezTo>
                <a:cubicBezTo>
                  <a:pt x="56" y="2411"/>
                  <a:pt x="47" y="2400"/>
                  <a:pt x="39" y="2387"/>
                </a:cubicBezTo>
                <a:cubicBezTo>
                  <a:pt x="30" y="2375"/>
                  <a:pt x="23" y="2362"/>
                  <a:pt x="18" y="2348"/>
                </a:cubicBezTo>
                <a:cubicBezTo>
                  <a:pt x="12" y="2334"/>
                  <a:pt x="8" y="2320"/>
                  <a:pt x="5" y="2306"/>
                </a:cubicBezTo>
                <a:cubicBezTo>
                  <a:pt x="2" y="2291"/>
                  <a:pt x="0" y="2276"/>
                  <a:pt x="0" y="2261"/>
                </a:cubicBezTo>
                <a:close/>
              </a:path>
            </a:pathLst>
          </a:custGeom>
          <a:solidFill>
            <a:srgbClr val="120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5462280" y="2442960"/>
            <a:ext cx="1448280" cy="895680"/>
          </a:xfrm>
          <a:custGeom>
            <a:avLst/>
            <a:gdLst/>
            <a:ahLst/>
            <a:rect l="0" t="0" r="r" b="b"/>
            <a:pathLst>
              <a:path w="4023" h="2488">
                <a:moveTo>
                  <a:pt x="0" y="2261"/>
                </a:moveTo>
                <a:lnTo>
                  <a:pt x="0" y="227"/>
                </a:lnTo>
                <a:cubicBezTo>
                  <a:pt x="0" y="212"/>
                  <a:pt x="2" y="197"/>
                  <a:pt x="5" y="183"/>
                </a:cubicBezTo>
                <a:cubicBezTo>
                  <a:pt x="8" y="168"/>
                  <a:pt x="12" y="154"/>
                  <a:pt x="18" y="140"/>
                </a:cubicBezTo>
                <a:cubicBezTo>
                  <a:pt x="23" y="126"/>
                  <a:pt x="30" y="113"/>
                  <a:pt x="39" y="101"/>
                </a:cubicBezTo>
                <a:cubicBezTo>
                  <a:pt x="47" y="88"/>
                  <a:pt x="56" y="77"/>
                  <a:pt x="67" y="66"/>
                </a:cubicBezTo>
                <a:cubicBezTo>
                  <a:pt x="77" y="56"/>
                  <a:pt x="89" y="47"/>
                  <a:pt x="101" y="38"/>
                </a:cubicBezTo>
                <a:cubicBezTo>
                  <a:pt x="114" y="30"/>
                  <a:pt x="127" y="23"/>
                  <a:pt x="140" y="17"/>
                </a:cubicBezTo>
                <a:cubicBezTo>
                  <a:pt x="154" y="12"/>
                  <a:pt x="168" y="7"/>
                  <a:pt x="183" y="4"/>
                </a:cubicBezTo>
                <a:cubicBezTo>
                  <a:pt x="197" y="2"/>
                  <a:pt x="212" y="0"/>
                  <a:pt x="227" y="0"/>
                </a:cubicBezTo>
                <a:lnTo>
                  <a:pt x="3796" y="0"/>
                </a:lnTo>
                <a:cubicBezTo>
                  <a:pt x="3811" y="0"/>
                  <a:pt x="3826" y="2"/>
                  <a:pt x="3840" y="4"/>
                </a:cubicBezTo>
                <a:cubicBezTo>
                  <a:pt x="3855" y="7"/>
                  <a:pt x="3869" y="12"/>
                  <a:pt x="3883" y="17"/>
                </a:cubicBezTo>
                <a:cubicBezTo>
                  <a:pt x="3897" y="23"/>
                  <a:pt x="3910" y="30"/>
                  <a:pt x="3922" y="38"/>
                </a:cubicBezTo>
                <a:cubicBezTo>
                  <a:pt x="3935" y="47"/>
                  <a:pt x="3946" y="56"/>
                  <a:pt x="3957" y="66"/>
                </a:cubicBezTo>
                <a:cubicBezTo>
                  <a:pt x="3967" y="77"/>
                  <a:pt x="3977" y="88"/>
                  <a:pt x="3985" y="101"/>
                </a:cubicBezTo>
                <a:cubicBezTo>
                  <a:pt x="3993" y="113"/>
                  <a:pt x="4000" y="126"/>
                  <a:pt x="4006" y="140"/>
                </a:cubicBezTo>
                <a:cubicBezTo>
                  <a:pt x="4011" y="154"/>
                  <a:pt x="4016" y="168"/>
                  <a:pt x="4019" y="183"/>
                </a:cubicBezTo>
                <a:cubicBezTo>
                  <a:pt x="4022" y="197"/>
                  <a:pt x="4023" y="212"/>
                  <a:pt x="4023" y="227"/>
                </a:cubicBezTo>
                <a:lnTo>
                  <a:pt x="4023" y="2261"/>
                </a:lnTo>
                <a:cubicBezTo>
                  <a:pt x="4023" y="2276"/>
                  <a:pt x="4022" y="2291"/>
                  <a:pt x="4019" y="2306"/>
                </a:cubicBezTo>
                <a:cubicBezTo>
                  <a:pt x="4016" y="2320"/>
                  <a:pt x="4011" y="2334"/>
                  <a:pt x="4006" y="2348"/>
                </a:cubicBezTo>
                <a:cubicBezTo>
                  <a:pt x="4000" y="2362"/>
                  <a:pt x="3993" y="2375"/>
                  <a:pt x="3985" y="2387"/>
                </a:cubicBezTo>
                <a:cubicBezTo>
                  <a:pt x="3977" y="2400"/>
                  <a:pt x="3967" y="2411"/>
                  <a:pt x="3957" y="2422"/>
                </a:cubicBezTo>
                <a:cubicBezTo>
                  <a:pt x="3946" y="2432"/>
                  <a:pt x="3935" y="2442"/>
                  <a:pt x="3922" y="2450"/>
                </a:cubicBezTo>
                <a:cubicBezTo>
                  <a:pt x="3910" y="2458"/>
                  <a:pt x="3897" y="2465"/>
                  <a:pt x="3883" y="2471"/>
                </a:cubicBezTo>
                <a:cubicBezTo>
                  <a:pt x="3869" y="2477"/>
                  <a:pt x="3855" y="2481"/>
                  <a:pt x="3840" y="2484"/>
                </a:cubicBezTo>
                <a:cubicBezTo>
                  <a:pt x="3826" y="2487"/>
                  <a:pt x="3811" y="2488"/>
                  <a:pt x="3796" y="2488"/>
                </a:cubicBezTo>
                <a:lnTo>
                  <a:pt x="227" y="2488"/>
                </a:lnTo>
                <a:cubicBezTo>
                  <a:pt x="212" y="2488"/>
                  <a:pt x="197" y="2487"/>
                  <a:pt x="183" y="2484"/>
                </a:cubicBezTo>
                <a:cubicBezTo>
                  <a:pt x="168" y="2481"/>
                  <a:pt x="154" y="2477"/>
                  <a:pt x="140" y="2471"/>
                </a:cubicBezTo>
                <a:cubicBezTo>
                  <a:pt x="127" y="2465"/>
                  <a:pt x="114" y="2458"/>
                  <a:pt x="101" y="2450"/>
                </a:cubicBezTo>
                <a:cubicBezTo>
                  <a:pt x="89" y="2442"/>
                  <a:pt x="77" y="2432"/>
                  <a:pt x="67" y="2422"/>
                </a:cubicBezTo>
                <a:cubicBezTo>
                  <a:pt x="56" y="2411"/>
                  <a:pt x="47" y="2400"/>
                  <a:pt x="39" y="2387"/>
                </a:cubicBezTo>
                <a:cubicBezTo>
                  <a:pt x="30" y="2375"/>
                  <a:pt x="23" y="2362"/>
                  <a:pt x="18" y="2348"/>
                </a:cubicBezTo>
                <a:cubicBezTo>
                  <a:pt x="12" y="2334"/>
                  <a:pt x="8" y="2320"/>
                  <a:pt x="5" y="2306"/>
                </a:cubicBezTo>
                <a:cubicBezTo>
                  <a:pt x="2" y="2291"/>
                  <a:pt x="0" y="2276"/>
                  <a:pt x="0" y="2261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0" name=""/>
          <p:cNvSpPr txBox="1"/>
          <p:nvPr/>
        </p:nvSpPr>
        <p:spPr>
          <a:xfrm>
            <a:off x="4006800" y="2754000"/>
            <a:ext cx="932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Contact Us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1" name=""/>
          <p:cNvSpPr txBox="1"/>
          <p:nvPr/>
        </p:nvSpPr>
        <p:spPr>
          <a:xfrm>
            <a:off x="5609520" y="2584440"/>
            <a:ext cx="5418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c9b4ff"/>
                </a:solidFill>
                <a:latin typeface="Inter-Semi"/>
                <a:ea typeface="Inter-Semi"/>
              </a:rPr>
              <a:t>S T A T U S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2" name=""/>
          <p:cNvSpPr txBox="1"/>
          <p:nvPr/>
        </p:nvSpPr>
        <p:spPr>
          <a:xfrm>
            <a:off x="5609520" y="2734920"/>
            <a:ext cx="9212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60" spc="-1" strike="noStrike">
                <a:solidFill>
                  <a:srgbClr val="ffffff"/>
                </a:solidFill>
                <a:latin typeface="Inter-Semi"/>
                <a:ea typeface="Inter-Semi"/>
              </a:rPr>
              <a:t>Final touches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3" name=""/>
          <p:cNvSpPr txBox="1"/>
          <p:nvPr/>
        </p:nvSpPr>
        <p:spPr>
          <a:xfrm>
            <a:off x="647640" y="3506400"/>
            <a:ext cx="10263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00" spc="-1" strike="noStrike">
                <a:solidFill>
                  <a:srgbClr val="0e0e14"/>
                </a:solidFill>
                <a:latin typeface="Inter-Semi"/>
                <a:ea typeface="Inter-Semi"/>
              </a:rPr>
              <a:t>Content received: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4" name=""/>
          <p:cNvSpPr txBox="1"/>
          <p:nvPr/>
        </p:nvSpPr>
        <p:spPr>
          <a:xfrm>
            <a:off x="1522080" y="3502080"/>
            <a:ext cx="52812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CEO &amp; COO photos for the Management page, Client logos for the Clients page, Portfolio images. Thank you.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5" name=""/>
          <p:cNvSpPr txBox="1"/>
          <p:nvPr/>
        </p:nvSpPr>
        <p:spPr>
          <a:xfrm>
            <a:off x="647640" y="3924360"/>
            <a:ext cx="1194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50" spc="-1" strike="noStrike">
                <a:solidFill>
                  <a:srgbClr val="0e0e14"/>
                </a:solidFill>
                <a:latin typeface="Inter-Semi"/>
                <a:ea typeface="Inter-Semi"/>
              </a:rPr>
              <a:t>Launch timeline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909360" y="8080560"/>
            <a:ext cx="13374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c9b4ff"/>
                </a:solidFill>
                <a:latin typeface="Inter-Semi"/>
                <a:ea typeface="Inter-Semi"/>
              </a:rPr>
              <a:t>O U R   C O M M I T M E N 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7" name=""/>
          <p:cNvSpPr txBox="1"/>
          <p:nvPr/>
        </p:nvSpPr>
        <p:spPr>
          <a:xfrm>
            <a:off x="909360" y="8289000"/>
            <a:ext cx="56016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300" spc="-1" strike="noStrike">
                <a:solidFill>
                  <a:srgbClr val="ffffff"/>
                </a:solidFill>
                <a:latin typeface="PlayfairDisplay-Medium"/>
                <a:ea typeface="PlayfairDisplay-Medium"/>
              </a:rPr>
              <a:t>Your domain, hosting and email accounts are registered in GFX-T's name and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752400" y="4162320"/>
            <a:ext cx="9720" cy="3457800"/>
          </a:xfrm>
          <a:custGeom>
            <a:avLst/>
            <a:gdLst/>
            <a:ahLst/>
            <a:rect l="0" t="0" r="r" b="b"/>
            <a:pathLst>
              <a:path w="27" h="9605">
                <a:moveTo>
                  <a:pt x="0" y="0"/>
                </a:moveTo>
                <a:lnTo>
                  <a:pt x="27" y="0"/>
                </a:lnTo>
                <a:lnTo>
                  <a:pt x="27" y="9605"/>
                </a:lnTo>
                <a:lnTo>
                  <a:pt x="0" y="9605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9" name=""/>
          <p:cNvSpPr txBox="1"/>
          <p:nvPr/>
        </p:nvSpPr>
        <p:spPr>
          <a:xfrm>
            <a:off x="909360" y="8536680"/>
            <a:ext cx="44326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300" spc="-1" strike="noStrike">
                <a:solidFill>
                  <a:srgbClr val="ffffff"/>
                </a:solidFill>
                <a:latin typeface="PlayfairDisplay-Medium"/>
                <a:ea typeface="PlayfairDisplay-Medium"/>
              </a:rPr>
              <a:t>belong to you. We take no commission on third-party services.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1017000" y="4175280"/>
            <a:ext cx="4946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S T E P   1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1" name=""/>
          <p:cNvSpPr txBox="1"/>
          <p:nvPr/>
        </p:nvSpPr>
        <p:spPr>
          <a:xfrm>
            <a:off x="1017000" y="4330440"/>
            <a:ext cx="790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Agreement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690480" y="4205160"/>
            <a:ext cx="133560" cy="143640"/>
          </a:xfrm>
          <a:custGeom>
            <a:avLst/>
            <a:gdLst/>
            <a:ahLst/>
            <a:rect l="0" t="0" r="r" b="b"/>
            <a:pathLst>
              <a:path w="371" h="399">
                <a:moveTo>
                  <a:pt x="0" y="213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4"/>
                  <a:pt x="54" y="55"/>
                </a:cubicBezTo>
                <a:cubicBezTo>
                  <a:pt x="63" y="46"/>
                  <a:pt x="72" y="39"/>
                  <a:pt x="82" y="32"/>
                </a:cubicBezTo>
                <a:cubicBezTo>
                  <a:pt x="92" y="25"/>
                  <a:pt x="103" y="20"/>
                  <a:pt x="114" y="15"/>
                </a:cubicBezTo>
                <a:cubicBezTo>
                  <a:pt x="126" y="10"/>
                  <a:pt x="138" y="7"/>
                  <a:pt x="150" y="4"/>
                </a:cubicBezTo>
                <a:cubicBezTo>
                  <a:pt x="162" y="2"/>
                  <a:pt x="174" y="0"/>
                  <a:pt x="186" y="0"/>
                </a:cubicBezTo>
                <a:cubicBezTo>
                  <a:pt x="198" y="0"/>
                  <a:pt x="210" y="2"/>
                  <a:pt x="222" y="4"/>
                </a:cubicBezTo>
                <a:cubicBezTo>
                  <a:pt x="234" y="7"/>
                  <a:pt x="246" y="10"/>
                  <a:pt x="257" y="15"/>
                </a:cubicBezTo>
                <a:cubicBezTo>
                  <a:pt x="268" y="20"/>
                  <a:pt x="279" y="25"/>
                  <a:pt x="289" y="32"/>
                </a:cubicBezTo>
                <a:cubicBezTo>
                  <a:pt x="299" y="39"/>
                  <a:pt x="308" y="46"/>
                  <a:pt x="317" y="55"/>
                </a:cubicBezTo>
                <a:cubicBezTo>
                  <a:pt x="325" y="64"/>
                  <a:pt x="333" y="73"/>
                  <a:pt x="340" y="83"/>
                </a:cubicBezTo>
                <a:cubicBezTo>
                  <a:pt x="347" y="93"/>
                  <a:pt x="352" y="104"/>
                  <a:pt x="357" y="115"/>
                </a:cubicBezTo>
                <a:cubicBezTo>
                  <a:pt x="362" y="126"/>
                  <a:pt x="365" y="138"/>
                  <a:pt x="368" y="150"/>
                </a:cubicBezTo>
                <a:cubicBezTo>
                  <a:pt x="370" y="162"/>
                  <a:pt x="371" y="174"/>
                  <a:pt x="371" y="186"/>
                </a:cubicBezTo>
                <a:lnTo>
                  <a:pt x="371" y="213"/>
                </a:lnTo>
                <a:cubicBezTo>
                  <a:pt x="371" y="225"/>
                  <a:pt x="370" y="237"/>
                  <a:pt x="368" y="249"/>
                </a:cubicBezTo>
                <a:cubicBezTo>
                  <a:pt x="365" y="261"/>
                  <a:pt x="362" y="272"/>
                  <a:pt x="357" y="283"/>
                </a:cubicBezTo>
                <a:cubicBezTo>
                  <a:pt x="352" y="295"/>
                  <a:pt x="347" y="305"/>
                  <a:pt x="340" y="315"/>
                </a:cubicBezTo>
                <a:cubicBezTo>
                  <a:pt x="333" y="326"/>
                  <a:pt x="325" y="335"/>
                  <a:pt x="317" y="343"/>
                </a:cubicBezTo>
                <a:cubicBezTo>
                  <a:pt x="308" y="352"/>
                  <a:pt x="299" y="360"/>
                  <a:pt x="289" y="367"/>
                </a:cubicBezTo>
                <a:cubicBezTo>
                  <a:pt x="279" y="373"/>
                  <a:pt x="268" y="379"/>
                  <a:pt x="257" y="384"/>
                </a:cubicBezTo>
                <a:cubicBezTo>
                  <a:pt x="246" y="388"/>
                  <a:pt x="234" y="392"/>
                  <a:pt x="222" y="394"/>
                </a:cubicBezTo>
                <a:cubicBezTo>
                  <a:pt x="210" y="397"/>
                  <a:pt x="198" y="399"/>
                  <a:pt x="186" y="399"/>
                </a:cubicBezTo>
                <a:cubicBezTo>
                  <a:pt x="174" y="399"/>
                  <a:pt x="162" y="397"/>
                  <a:pt x="150" y="394"/>
                </a:cubicBezTo>
                <a:cubicBezTo>
                  <a:pt x="138" y="392"/>
                  <a:pt x="126" y="388"/>
                  <a:pt x="114" y="384"/>
                </a:cubicBezTo>
                <a:cubicBezTo>
                  <a:pt x="103" y="379"/>
                  <a:pt x="92" y="373"/>
                  <a:pt x="82" y="367"/>
                </a:cubicBezTo>
                <a:cubicBezTo>
                  <a:pt x="72" y="360"/>
                  <a:pt x="63" y="352"/>
                  <a:pt x="54" y="343"/>
                </a:cubicBezTo>
                <a:cubicBezTo>
                  <a:pt x="45" y="335"/>
                  <a:pt x="38" y="326"/>
                  <a:pt x="31" y="315"/>
                </a:cubicBezTo>
                <a:cubicBezTo>
                  <a:pt x="24" y="305"/>
                  <a:pt x="18" y="295"/>
                  <a:pt x="14" y="283"/>
                </a:cubicBezTo>
                <a:cubicBezTo>
                  <a:pt x="9" y="272"/>
                  <a:pt x="6" y="261"/>
                  <a:pt x="3" y="249"/>
                </a:cubicBezTo>
                <a:cubicBezTo>
                  <a:pt x="1" y="237"/>
                  <a:pt x="0" y="225"/>
                  <a:pt x="0" y="2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690480" y="4205160"/>
            <a:ext cx="133560" cy="143640"/>
          </a:xfrm>
          <a:custGeom>
            <a:avLst/>
            <a:gdLst/>
            <a:ahLst/>
            <a:rect l="0" t="0" r="r" b="b"/>
            <a:pathLst>
              <a:path w="371" h="399">
                <a:moveTo>
                  <a:pt x="0" y="213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4"/>
                  <a:pt x="54" y="55"/>
                </a:cubicBezTo>
                <a:cubicBezTo>
                  <a:pt x="63" y="46"/>
                  <a:pt x="72" y="39"/>
                  <a:pt x="82" y="32"/>
                </a:cubicBezTo>
                <a:cubicBezTo>
                  <a:pt x="92" y="25"/>
                  <a:pt x="103" y="20"/>
                  <a:pt x="114" y="15"/>
                </a:cubicBezTo>
                <a:cubicBezTo>
                  <a:pt x="126" y="10"/>
                  <a:pt x="138" y="7"/>
                  <a:pt x="150" y="4"/>
                </a:cubicBezTo>
                <a:cubicBezTo>
                  <a:pt x="162" y="2"/>
                  <a:pt x="174" y="0"/>
                  <a:pt x="186" y="0"/>
                </a:cubicBezTo>
                <a:cubicBezTo>
                  <a:pt x="198" y="0"/>
                  <a:pt x="210" y="2"/>
                  <a:pt x="222" y="4"/>
                </a:cubicBezTo>
                <a:cubicBezTo>
                  <a:pt x="234" y="7"/>
                  <a:pt x="246" y="10"/>
                  <a:pt x="257" y="15"/>
                </a:cubicBezTo>
                <a:cubicBezTo>
                  <a:pt x="268" y="20"/>
                  <a:pt x="279" y="25"/>
                  <a:pt x="289" y="32"/>
                </a:cubicBezTo>
                <a:cubicBezTo>
                  <a:pt x="299" y="39"/>
                  <a:pt x="308" y="46"/>
                  <a:pt x="317" y="55"/>
                </a:cubicBezTo>
                <a:cubicBezTo>
                  <a:pt x="325" y="64"/>
                  <a:pt x="333" y="73"/>
                  <a:pt x="340" y="83"/>
                </a:cubicBezTo>
                <a:cubicBezTo>
                  <a:pt x="347" y="93"/>
                  <a:pt x="352" y="104"/>
                  <a:pt x="357" y="115"/>
                </a:cubicBezTo>
                <a:cubicBezTo>
                  <a:pt x="362" y="126"/>
                  <a:pt x="365" y="138"/>
                  <a:pt x="368" y="150"/>
                </a:cubicBezTo>
                <a:cubicBezTo>
                  <a:pt x="370" y="162"/>
                  <a:pt x="371" y="174"/>
                  <a:pt x="371" y="186"/>
                </a:cubicBezTo>
                <a:lnTo>
                  <a:pt x="371" y="213"/>
                </a:lnTo>
                <a:cubicBezTo>
                  <a:pt x="371" y="225"/>
                  <a:pt x="370" y="237"/>
                  <a:pt x="368" y="249"/>
                </a:cubicBezTo>
                <a:cubicBezTo>
                  <a:pt x="365" y="261"/>
                  <a:pt x="362" y="272"/>
                  <a:pt x="357" y="283"/>
                </a:cubicBezTo>
                <a:cubicBezTo>
                  <a:pt x="352" y="295"/>
                  <a:pt x="347" y="305"/>
                  <a:pt x="340" y="315"/>
                </a:cubicBezTo>
                <a:cubicBezTo>
                  <a:pt x="333" y="326"/>
                  <a:pt x="325" y="335"/>
                  <a:pt x="317" y="343"/>
                </a:cubicBezTo>
                <a:cubicBezTo>
                  <a:pt x="308" y="352"/>
                  <a:pt x="299" y="360"/>
                  <a:pt x="289" y="367"/>
                </a:cubicBezTo>
                <a:cubicBezTo>
                  <a:pt x="279" y="373"/>
                  <a:pt x="268" y="379"/>
                  <a:pt x="257" y="384"/>
                </a:cubicBezTo>
                <a:cubicBezTo>
                  <a:pt x="246" y="388"/>
                  <a:pt x="234" y="392"/>
                  <a:pt x="222" y="394"/>
                </a:cubicBezTo>
                <a:cubicBezTo>
                  <a:pt x="210" y="397"/>
                  <a:pt x="198" y="399"/>
                  <a:pt x="186" y="399"/>
                </a:cubicBezTo>
                <a:cubicBezTo>
                  <a:pt x="174" y="399"/>
                  <a:pt x="162" y="397"/>
                  <a:pt x="150" y="394"/>
                </a:cubicBezTo>
                <a:cubicBezTo>
                  <a:pt x="138" y="392"/>
                  <a:pt x="126" y="388"/>
                  <a:pt x="114" y="384"/>
                </a:cubicBezTo>
                <a:cubicBezTo>
                  <a:pt x="103" y="379"/>
                  <a:pt x="92" y="373"/>
                  <a:pt x="82" y="367"/>
                </a:cubicBezTo>
                <a:cubicBezTo>
                  <a:pt x="72" y="360"/>
                  <a:pt x="63" y="352"/>
                  <a:pt x="54" y="343"/>
                </a:cubicBezTo>
                <a:cubicBezTo>
                  <a:pt x="45" y="335"/>
                  <a:pt x="38" y="326"/>
                  <a:pt x="31" y="315"/>
                </a:cubicBezTo>
                <a:cubicBezTo>
                  <a:pt x="24" y="305"/>
                  <a:pt x="18" y="295"/>
                  <a:pt x="14" y="283"/>
                </a:cubicBezTo>
                <a:cubicBezTo>
                  <a:pt x="9" y="272"/>
                  <a:pt x="6" y="261"/>
                  <a:pt x="3" y="249"/>
                </a:cubicBezTo>
                <a:cubicBezTo>
                  <a:pt x="1" y="237"/>
                  <a:pt x="0" y="225"/>
                  <a:pt x="0" y="213"/>
                </a:cubicBezTo>
                <a:close/>
              </a:path>
            </a:pathLst>
          </a:custGeom>
          <a:noFill/>
          <a:ln w="9360">
            <a:solidFill>
              <a:srgbClr val="6a26d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4" name=""/>
          <p:cNvSpPr txBox="1"/>
          <p:nvPr/>
        </p:nvSpPr>
        <p:spPr>
          <a:xfrm>
            <a:off x="1017000" y="4549680"/>
            <a:ext cx="35136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Review and sign the Service Agreement, and settle the development fee.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5" name=""/>
          <p:cNvSpPr txBox="1"/>
          <p:nvPr/>
        </p:nvSpPr>
        <p:spPr>
          <a:xfrm>
            <a:off x="1017000" y="4870440"/>
            <a:ext cx="21312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S T E P   2   ·   1 – 2   W O R K I N G   D AY S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6" name=""/>
          <p:cNvSpPr txBox="1"/>
          <p:nvPr/>
        </p:nvSpPr>
        <p:spPr>
          <a:xfrm>
            <a:off x="1017000" y="5025600"/>
            <a:ext cx="1278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Domain &amp; hosting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7" name=""/>
          <p:cNvSpPr txBox="1"/>
          <p:nvPr/>
        </p:nvSpPr>
        <p:spPr>
          <a:xfrm>
            <a:off x="1017000" y="5235480"/>
            <a:ext cx="16678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We guide you through purchasing 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8" name=""/>
          <p:cNvSpPr txBox="1"/>
          <p:nvPr/>
        </p:nvSpPr>
        <p:spPr>
          <a:xfrm>
            <a:off x="2665080" y="5239800"/>
            <a:ext cx="50832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00" spc="-1" strike="noStrike">
                <a:solidFill>
                  <a:srgbClr val="0e0e14"/>
                </a:solidFill>
                <a:latin typeface="Inter-Semi"/>
                <a:ea typeface="Inter-Semi"/>
              </a:rPr>
              <a:t>gfxt.com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690480" y="490032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6"/>
                </a:moveTo>
                <a:cubicBezTo>
                  <a:pt x="371" y="198"/>
                  <a:pt x="370" y="210"/>
                  <a:pt x="368" y="222"/>
                </a:cubicBezTo>
                <a:cubicBezTo>
                  <a:pt x="365" y="234"/>
                  <a:pt x="362" y="245"/>
                  <a:pt x="357" y="256"/>
                </a:cubicBezTo>
                <a:cubicBezTo>
                  <a:pt x="352" y="269"/>
                  <a:pt x="347" y="279"/>
                  <a:pt x="340" y="289"/>
                </a:cubicBezTo>
                <a:cubicBezTo>
                  <a:pt x="333" y="300"/>
                  <a:pt x="325" y="309"/>
                  <a:pt x="317" y="317"/>
                </a:cubicBezTo>
                <a:cubicBezTo>
                  <a:pt x="308" y="326"/>
                  <a:pt x="299" y="334"/>
                  <a:pt x="289" y="341"/>
                </a:cubicBezTo>
                <a:cubicBezTo>
                  <a:pt x="279" y="347"/>
                  <a:pt x="268" y="353"/>
                  <a:pt x="257" y="358"/>
                </a:cubicBezTo>
                <a:cubicBezTo>
                  <a:pt x="246" y="362"/>
                  <a:pt x="234" y="366"/>
                  <a:pt x="222" y="368"/>
                </a:cubicBezTo>
                <a:cubicBezTo>
                  <a:pt x="210" y="371"/>
                  <a:pt x="198" y="372"/>
                  <a:pt x="186" y="372"/>
                </a:cubicBezTo>
                <a:cubicBezTo>
                  <a:pt x="174" y="372"/>
                  <a:pt x="162" y="371"/>
                  <a:pt x="150" y="368"/>
                </a:cubicBezTo>
                <a:cubicBezTo>
                  <a:pt x="138" y="366"/>
                  <a:pt x="126" y="362"/>
                  <a:pt x="114" y="358"/>
                </a:cubicBezTo>
                <a:cubicBezTo>
                  <a:pt x="103" y="353"/>
                  <a:pt x="92" y="347"/>
                  <a:pt x="82" y="341"/>
                </a:cubicBezTo>
                <a:cubicBezTo>
                  <a:pt x="72" y="334"/>
                  <a:pt x="63" y="326"/>
                  <a:pt x="54" y="317"/>
                </a:cubicBezTo>
                <a:cubicBezTo>
                  <a:pt x="45" y="309"/>
                  <a:pt x="38" y="300"/>
                  <a:pt x="31" y="289"/>
                </a:cubicBezTo>
                <a:cubicBezTo>
                  <a:pt x="24" y="279"/>
                  <a:pt x="18" y="269"/>
                  <a:pt x="14" y="256"/>
                </a:cubicBezTo>
                <a:cubicBezTo>
                  <a:pt x="9" y="245"/>
                  <a:pt x="6" y="234"/>
                  <a:pt x="3" y="222"/>
                </a:cubicBezTo>
                <a:cubicBezTo>
                  <a:pt x="1" y="210"/>
                  <a:pt x="0" y="198"/>
                  <a:pt x="0" y="186"/>
                </a:cubicBez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4"/>
                </a:cubicBezTo>
                <a:cubicBezTo>
                  <a:pt x="234" y="6"/>
                  <a:pt x="246" y="10"/>
                  <a:pt x="257" y="14"/>
                </a:cubicBezTo>
                <a:cubicBezTo>
                  <a:pt x="268" y="19"/>
                  <a:pt x="279" y="25"/>
                  <a:pt x="289" y="32"/>
                </a:cubicBezTo>
                <a:cubicBezTo>
                  <a:pt x="299" y="38"/>
                  <a:pt x="308" y="46"/>
                  <a:pt x="317" y="55"/>
                </a:cubicBezTo>
                <a:cubicBezTo>
                  <a:pt x="325" y="63"/>
                  <a:pt x="333" y="73"/>
                  <a:pt x="340" y="83"/>
                </a:cubicBezTo>
                <a:cubicBezTo>
                  <a:pt x="347" y="93"/>
                  <a:pt x="352" y="103"/>
                  <a:pt x="357" y="115"/>
                </a:cubicBezTo>
                <a:cubicBezTo>
                  <a:pt x="362" y="126"/>
                  <a:pt x="365" y="137"/>
                  <a:pt x="368" y="149"/>
                </a:cubicBezTo>
                <a:cubicBezTo>
                  <a:pt x="370" y="161"/>
                  <a:pt x="371" y="173"/>
                  <a:pt x="371" y="1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690480" y="490032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6"/>
                </a:moveTo>
                <a:cubicBezTo>
                  <a:pt x="371" y="198"/>
                  <a:pt x="370" y="210"/>
                  <a:pt x="368" y="222"/>
                </a:cubicBezTo>
                <a:cubicBezTo>
                  <a:pt x="365" y="234"/>
                  <a:pt x="362" y="245"/>
                  <a:pt x="357" y="256"/>
                </a:cubicBezTo>
                <a:cubicBezTo>
                  <a:pt x="352" y="269"/>
                  <a:pt x="347" y="279"/>
                  <a:pt x="340" y="289"/>
                </a:cubicBezTo>
                <a:cubicBezTo>
                  <a:pt x="333" y="300"/>
                  <a:pt x="325" y="309"/>
                  <a:pt x="317" y="317"/>
                </a:cubicBezTo>
                <a:cubicBezTo>
                  <a:pt x="308" y="326"/>
                  <a:pt x="299" y="334"/>
                  <a:pt x="289" y="341"/>
                </a:cubicBezTo>
                <a:cubicBezTo>
                  <a:pt x="279" y="347"/>
                  <a:pt x="268" y="353"/>
                  <a:pt x="257" y="358"/>
                </a:cubicBezTo>
                <a:cubicBezTo>
                  <a:pt x="246" y="362"/>
                  <a:pt x="234" y="366"/>
                  <a:pt x="222" y="368"/>
                </a:cubicBezTo>
                <a:cubicBezTo>
                  <a:pt x="210" y="371"/>
                  <a:pt x="198" y="372"/>
                  <a:pt x="186" y="372"/>
                </a:cubicBezTo>
                <a:cubicBezTo>
                  <a:pt x="174" y="372"/>
                  <a:pt x="162" y="371"/>
                  <a:pt x="150" y="368"/>
                </a:cubicBezTo>
                <a:cubicBezTo>
                  <a:pt x="138" y="366"/>
                  <a:pt x="126" y="362"/>
                  <a:pt x="114" y="358"/>
                </a:cubicBezTo>
                <a:cubicBezTo>
                  <a:pt x="103" y="353"/>
                  <a:pt x="92" y="347"/>
                  <a:pt x="82" y="341"/>
                </a:cubicBezTo>
                <a:cubicBezTo>
                  <a:pt x="72" y="334"/>
                  <a:pt x="63" y="326"/>
                  <a:pt x="54" y="317"/>
                </a:cubicBezTo>
                <a:cubicBezTo>
                  <a:pt x="45" y="309"/>
                  <a:pt x="38" y="300"/>
                  <a:pt x="31" y="289"/>
                </a:cubicBezTo>
                <a:cubicBezTo>
                  <a:pt x="24" y="279"/>
                  <a:pt x="18" y="269"/>
                  <a:pt x="14" y="256"/>
                </a:cubicBezTo>
                <a:cubicBezTo>
                  <a:pt x="9" y="245"/>
                  <a:pt x="6" y="234"/>
                  <a:pt x="3" y="222"/>
                </a:cubicBezTo>
                <a:cubicBezTo>
                  <a:pt x="1" y="210"/>
                  <a:pt x="0" y="198"/>
                  <a:pt x="0" y="186"/>
                </a:cubicBez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4"/>
                </a:cubicBezTo>
                <a:cubicBezTo>
                  <a:pt x="234" y="6"/>
                  <a:pt x="246" y="10"/>
                  <a:pt x="257" y="14"/>
                </a:cubicBezTo>
                <a:cubicBezTo>
                  <a:pt x="268" y="19"/>
                  <a:pt x="279" y="25"/>
                  <a:pt x="289" y="32"/>
                </a:cubicBezTo>
                <a:cubicBezTo>
                  <a:pt x="299" y="38"/>
                  <a:pt x="308" y="46"/>
                  <a:pt x="317" y="55"/>
                </a:cubicBezTo>
                <a:cubicBezTo>
                  <a:pt x="325" y="63"/>
                  <a:pt x="333" y="73"/>
                  <a:pt x="340" y="83"/>
                </a:cubicBezTo>
                <a:cubicBezTo>
                  <a:pt x="347" y="93"/>
                  <a:pt x="352" y="103"/>
                  <a:pt x="357" y="115"/>
                </a:cubicBezTo>
                <a:cubicBezTo>
                  <a:pt x="362" y="126"/>
                  <a:pt x="365" y="137"/>
                  <a:pt x="368" y="149"/>
                </a:cubicBezTo>
                <a:cubicBezTo>
                  <a:pt x="370" y="161"/>
                  <a:pt x="371" y="173"/>
                  <a:pt x="371" y="186"/>
                </a:cubicBezTo>
                <a:close/>
              </a:path>
            </a:pathLst>
          </a:custGeom>
          <a:noFill/>
          <a:ln w="9360">
            <a:solidFill>
              <a:srgbClr val="6a26d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3107880" y="5235480"/>
            <a:ext cx="35593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(or the closest available option) and hosting, registered in GFXT's name.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2" name=""/>
          <p:cNvSpPr txBox="1"/>
          <p:nvPr/>
        </p:nvSpPr>
        <p:spPr>
          <a:xfrm>
            <a:off x="1017000" y="5565960"/>
            <a:ext cx="21312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S T E P   3   ·   2 – 3   W O R K I N G   D AY S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3" name=""/>
          <p:cNvSpPr txBox="1"/>
          <p:nvPr/>
        </p:nvSpPr>
        <p:spPr>
          <a:xfrm>
            <a:off x="1017000" y="5721120"/>
            <a:ext cx="861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Deployment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690480" y="5586120"/>
            <a:ext cx="133560" cy="143280"/>
          </a:xfrm>
          <a:custGeom>
            <a:avLst/>
            <a:gdLst/>
            <a:ahLst/>
            <a:rect l="0" t="0" r="r" b="b"/>
            <a:pathLst>
              <a:path w="371" h="398">
                <a:moveTo>
                  <a:pt x="0" y="213"/>
                </a:moveTo>
                <a:lnTo>
                  <a:pt x="0" y="187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7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4"/>
                </a:cubicBezTo>
                <a:cubicBezTo>
                  <a:pt x="234" y="6"/>
                  <a:pt x="246" y="10"/>
                  <a:pt x="257" y="14"/>
                </a:cubicBezTo>
                <a:cubicBezTo>
                  <a:pt x="268" y="19"/>
                  <a:pt x="279" y="25"/>
                  <a:pt x="289" y="32"/>
                </a:cubicBezTo>
                <a:cubicBezTo>
                  <a:pt x="299" y="38"/>
                  <a:pt x="308" y="46"/>
                  <a:pt x="317" y="55"/>
                </a:cubicBezTo>
                <a:cubicBezTo>
                  <a:pt x="325" y="63"/>
                  <a:pt x="333" y="73"/>
                  <a:pt x="340" y="83"/>
                </a:cubicBezTo>
                <a:cubicBezTo>
                  <a:pt x="347" y="93"/>
                  <a:pt x="352" y="103"/>
                  <a:pt x="357" y="115"/>
                </a:cubicBezTo>
                <a:cubicBezTo>
                  <a:pt x="362" y="127"/>
                  <a:pt x="365" y="138"/>
                  <a:pt x="368" y="150"/>
                </a:cubicBezTo>
                <a:cubicBezTo>
                  <a:pt x="370" y="162"/>
                  <a:pt x="371" y="174"/>
                  <a:pt x="371" y="187"/>
                </a:cubicBezTo>
                <a:lnTo>
                  <a:pt x="371" y="213"/>
                </a:lnTo>
                <a:cubicBezTo>
                  <a:pt x="371" y="225"/>
                  <a:pt x="370" y="237"/>
                  <a:pt x="368" y="249"/>
                </a:cubicBezTo>
                <a:cubicBezTo>
                  <a:pt x="365" y="261"/>
                  <a:pt x="362" y="273"/>
                  <a:pt x="357" y="284"/>
                </a:cubicBezTo>
                <a:cubicBezTo>
                  <a:pt x="352" y="295"/>
                  <a:pt x="347" y="306"/>
                  <a:pt x="340" y="316"/>
                </a:cubicBezTo>
                <a:cubicBezTo>
                  <a:pt x="333" y="326"/>
                  <a:pt x="325" y="335"/>
                  <a:pt x="317" y="344"/>
                </a:cubicBezTo>
                <a:cubicBezTo>
                  <a:pt x="308" y="353"/>
                  <a:pt x="299" y="360"/>
                  <a:pt x="289" y="367"/>
                </a:cubicBezTo>
                <a:cubicBezTo>
                  <a:pt x="279" y="374"/>
                  <a:pt x="268" y="379"/>
                  <a:pt x="257" y="384"/>
                </a:cubicBezTo>
                <a:cubicBezTo>
                  <a:pt x="246" y="389"/>
                  <a:pt x="234" y="392"/>
                  <a:pt x="222" y="395"/>
                </a:cubicBezTo>
                <a:cubicBezTo>
                  <a:pt x="210" y="397"/>
                  <a:pt x="198" y="398"/>
                  <a:pt x="186" y="398"/>
                </a:cubicBezTo>
                <a:cubicBezTo>
                  <a:pt x="174" y="398"/>
                  <a:pt x="162" y="397"/>
                  <a:pt x="150" y="395"/>
                </a:cubicBezTo>
                <a:cubicBezTo>
                  <a:pt x="138" y="392"/>
                  <a:pt x="126" y="389"/>
                  <a:pt x="114" y="384"/>
                </a:cubicBezTo>
                <a:cubicBezTo>
                  <a:pt x="103" y="379"/>
                  <a:pt x="92" y="374"/>
                  <a:pt x="82" y="367"/>
                </a:cubicBezTo>
                <a:cubicBezTo>
                  <a:pt x="72" y="360"/>
                  <a:pt x="63" y="353"/>
                  <a:pt x="54" y="344"/>
                </a:cubicBezTo>
                <a:cubicBezTo>
                  <a:pt x="45" y="335"/>
                  <a:pt x="38" y="326"/>
                  <a:pt x="31" y="316"/>
                </a:cubicBezTo>
                <a:cubicBezTo>
                  <a:pt x="24" y="306"/>
                  <a:pt x="18" y="295"/>
                  <a:pt x="14" y="284"/>
                </a:cubicBezTo>
                <a:cubicBezTo>
                  <a:pt x="9" y="273"/>
                  <a:pt x="6" y="261"/>
                  <a:pt x="3" y="249"/>
                </a:cubicBezTo>
                <a:cubicBezTo>
                  <a:pt x="1" y="237"/>
                  <a:pt x="0" y="225"/>
                  <a:pt x="0" y="2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690480" y="5586120"/>
            <a:ext cx="133560" cy="143280"/>
          </a:xfrm>
          <a:custGeom>
            <a:avLst/>
            <a:gdLst/>
            <a:ahLst/>
            <a:rect l="0" t="0" r="r" b="b"/>
            <a:pathLst>
              <a:path w="371" h="398">
                <a:moveTo>
                  <a:pt x="0" y="213"/>
                </a:moveTo>
                <a:lnTo>
                  <a:pt x="0" y="187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7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4"/>
                </a:cubicBezTo>
                <a:cubicBezTo>
                  <a:pt x="234" y="6"/>
                  <a:pt x="246" y="10"/>
                  <a:pt x="257" y="14"/>
                </a:cubicBezTo>
                <a:cubicBezTo>
                  <a:pt x="268" y="19"/>
                  <a:pt x="279" y="25"/>
                  <a:pt x="289" y="32"/>
                </a:cubicBezTo>
                <a:cubicBezTo>
                  <a:pt x="299" y="38"/>
                  <a:pt x="308" y="46"/>
                  <a:pt x="317" y="55"/>
                </a:cubicBezTo>
                <a:cubicBezTo>
                  <a:pt x="325" y="63"/>
                  <a:pt x="333" y="73"/>
                  <a:pt x="340" y="83"/>
                </a:cubicBezTo>
                <a:cubicBezTo>
                  <a:pt x="347" y="93"/>
                  <a:pt x="352" y="103"/>
                  <a:pt x="357" y="115"/>
                </a:cubicBezTo>
                <a:cubicBezTo>
                  <a:pt x="362" y="127"/>
                  <a:pt x="365" y="138"/>
                  <a:pt x="368" y="150"/>
                </a:cubicBezTo>
                <a:cubicBezTo>
                  <a:pt x="370" y="162"/>
                  <a:pt x="371" y="174"/>
                  <a:pt x="371" y="187"/>
                </a:cubicBezTo>
                <a:lnTo>
                  <a:pt x="371" y="213"/>
                </a:lnTo>
                <a:cubicBezTo>
                  <a:pt x="371" y="225"/>
                  <a:pt x="370" y="237"/>
                  <a:pt x="368" y="249"/>
                </a:cubicBezTo>
                <a:cubicBezTo>
                  <a:pt x="365" y="261"/>
                  <a:pt x="362" y="273"/>
                  <a:pt x="357" y="284"/>
                </a:cubicBezTo>
                <a:cubicBezTo>
                  <a:pt x="352" y="295"/>
                  <a:pt x="347" y="306"/>
                  <a:pt x="340" y="316"/>
                </a:cubicBezTo>
                <a:cubicBezTo>
                  <a:pt x="333" y="326"/>
                  <a:pt x="325" y="335"/>
                  <a:pt x="317" y="344"/>
                </a:cubicBezTo>
                <a:cubicBezTo>
                  <a:pt x="308" y="353"/>
                  <a:pt x="299" y="360"/>
                  <a:pt x="289" y="367"/>
                </a:cubicBezTo>
                <a:cubicBezTo>
                  <a:pt x="279" y="374"/>
                  <a:pt x="268" y="379"/>
                  <a:pt x="257" y="384"/>
                </a:cubicBezTo>
                <a:cubicBezTo>
                  <a:pt x="246" y="389"/>
                  <a:pt x="234" y="392"/>
                  <a:pt x="222" y="395"/>
                </a:cubicBezTo>
                <a:cubicBezTo>
                  <a:pt x="210" y="397"/>
                  <a:pt x="198" y="398"/>
                  <a:pt x="186" y="398"/>
                </a:cubicBezTo>
                <a:cubicBezTo>
                  <a:pt x="174" y="398"/>
                  <a:pt x="162" y="397"/>
                  <a:pt x="150" y="395"/>
                </a:cubicBezTo>
                <a:cubicBezTo>
                  <a:pt x="138" y="392"/>
                  <a:pt x="126" y="389"/>
                  <a:pt x="114" y="384"/>
                </a:cubicBezTo>
                <a:cubicBezTo>
                  <a:pt x="103" y="379"/>
                  <a:pt x="92" y="374"/>
                  <a:pt x="82" y="367"/>
                </a:cubicBezTo>
                <a:cubicBezTo>
                  <a:pt x="72" y="360"/>
                  <a:pt x="63" y="353"/>
                  <a:pt x="54" y="344"/>
                </a:cubicBezTo>
                <a:cubicBezTo>
                  <a:pt x="45" y="335"/>
                  <a:pt x="38" y="326"/>
                  <a:pt x="31" y="316"/>
                </a:cubicBezTo>
                <a:cubicBezTo>
                  <a:pt x="24" y="306"/>
                  <a:pt x="18" y="295"/>
                  <a:pt x="14" y="284"/>
                </a:cubicBezTo>
                <a:cubicBezTo>
                  <a:pt x="9" y="273"/>
                  <a:pt x="6" y="261"/>
                  <a:pt x="3" y="249"/>
                </a:cubicBezTo>
                <a:cubicBezTo>
                  <a:pt x="1" y="237"/>
                  <a:pt x="0" y="225"/>
                  <a:pt x="0" y="213"/>
                </a:cubicBezTo>
                <a:close/>
              </a:path>
            </a:pathLst>
          </a:custGeom>
          <a:noFill/>
          <a:ln w="9360">
            <a:solidFill>
              <a:srgbClr val="6a26d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6" name=""/>
          <p:cNvSpPr txBox="1"/>
          <p:nvPr/>
        </p:nvSpPr>
        <p:spPr>
          <a:xfrm>
            <a:off x="1017000" y="5931000"/>
            <a:ext cx="42253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Website goes live with SSL. We configure info@gfxt.com on one phone and one laptop.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1017000" y="6251760"/>
            <a:ext cx="4946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S T E P   4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8" name=""/>
          <p:cNvSpPr txBox="1"/>
          <p:nvPr/>
        </p:nvSpPr>
        <p:spPr>
          <a:xfrm>
            <a:off x="1017000" y="6406920"/>
            <a:ext cx="1383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Launch &amp; handover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690480" y="6281640"/>
            <a:ext cx="133560" cy="143280"/>
          </a:xfrm>
          <a:custGeom>
            <a:avLst/>
            <a:gdLst/>
            <a:ahLst/>
            <a:rect l="0" t="0" r="r" b="b"/>
            <a:pathLst>
              <a:path w="371" h="398">
                <a:moveTo>
                  <a:pt x="0" y="212"/>
                </a:moveTo>
                <a:lnTo>
                  <a:pt x="0" y="186"/>
                </a:lnTo>
                <a:cubicBezTo>
                  <a:pt x="0" y="174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9"/>
                  <a:pt x="279" y="24"/>
                  <a:pt x="289" y="31"/>
                </a:cubicBezTo>
                <a:cubicBezTo>
                  <a:pt x="299" y="38"/>
                  <a:pt x="308" y="45"/>
                  <a:pt x="317" y="54"/>
                </a:cubicBezTo>
                <a:cubicBezTo>
                  <a:pt x="325" y="63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4"/>
                  <a:pt x="371" y="186"/>
                </a:cubicBezTo>
                <a:lnTo>
                  <a:pt x="371" y="212"/>
                </a:lnTo>
                <a:cubicBezTo>
                  <a:pt x="371" y="225"/>
                  <a:pt x="370" y="237"/>
                  <a:pt x="368" y="249"/>
                </a:cubicBezTo>
                <a:cubicBezTo>
                  <a:pt x="365" y="260"/>
                  <a:pt x="362" y="272"/>
                  <a:pt x="357" y="283"/>
                </a:cubicBezTo>
                <a:cubicBezTo>
                  <a:pt x="352" y="295"/>
                  <a:pt x="347" y="305"/>
                  <a:pt x="340" y="315"/>
                </a:cubicBezTo>
                <a:cubicBezTo>
                  <a:pt x="333" y="325"/>
                  <a:pt x="325" y="335"/>
                  <a:pt x="317" y="343"/>
                </a:cubicBezTo>
                <a:cubicBezTo>
                  <a:pt x="308" y="352"/>
                  <a:pt x="299" y="360"/>
                  <a:pt x="289" y="366"/>
                </a:cubicBezTo>
                <a:cubicBezTo>
                  <a:pt x="279" y="373"/>
                  <a:pt x="268" y="379"/>
                  <a:pt x="257" y="384"/>
                </a:cubicBezTo>
                <a:cubicBezTo>
                  <a:pt x="246" y="388"/>
                  <a:pt x="234" y="392"/>
                  <a:pt x="222" y="394"/>
                </a:cubicBezTo>
                <a:cubicBezTo>
                  <a:pt x="210" y="396"/>
                  <a:pt x="198" y="398"/>
                  <a:pt x="186" y="398"/>
                </a:cubicBezTo>
                <a:cubicBezTo>
                  <a:pt x="174" y="398"/>
                  <a:pt x="162" y="396"/>
                  <a:pt x="150" y="394"/>
                </a:cubicBezTo>
                <a:cubicBezTo>
                  <a:pt x="138" y="392"/>
                  <a:pt x="126" y="388"/>
                  <a:pt x="114" y="384"/>
                </a:cubicBezTo>
                <a:cubicBezTo>
                  <a:pt x="103" y="379"/>
                  <a:pt x="92" y="373"/>
                  <a:pt x="82" y="366"/>
                </a:cubicBezTo>
                <a:cubicBezTo>
                  <a:pt x="72" y="360"/>
                  <a:pt x="63" y="352"/>
                  <a:pt x="54" y="343"/>
                </a:cubicBezTo>
                <a:cubicBezTo>
                  <a:pt x="45" y="335"/>
                  <a:pt x="38" y="325"/>
                  <a:pt x="31" y="315"/>
                </a:cubicBezTo>
                <a:cubicBezTo>
                  <a:pt x="24" y="305"/>
                  <a:pt x="18" y="295"/>
                  <a:pt x="14" y="283"/>
                </a:cubicBezTo>
                <a:cubicBezTo>
                  <a:pt x="9" y="272"/>
                  <a:pt x="6" y="260"/>
                  <a:pt x="3" y="249"/>
                </a:cubicBezTo>
                <a:cubicBezTo>
                  <a:pt x="1" y="237"/>
                  <a:pt x="0" y="225"/>
                  <a:pt x="0" y="2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690480" y="6281640"/>
            <a:ext cx="133560" cy="143280"/>
          </a:xfrm>
          <a:custGeom>
            <a:avLst/>
            <a:gdLst/>
            <a:ahLst/>
            <a:rect l="0" t="0" r="r" b="b"/>
            <a:pathLst>
              <a:path w="371" h="398">
                <a:moveTo>
                  <a:pt x="0" y="212"/>
                </a:moveTo>
                <a:lnTo>
                  <a:pt x="0" y="186"/>
                </a:lnTo>
                <a:cubicBezTo>
                  <a:pt x="0" y="174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9"/>
                  <a:pt x="279" y="24"/>
                  <a:pt x="289" y="31"/>
                </a:cubicBezTo>
                <a:cubicBezTo>
                  <a:pt x="299" y="38"/>
                  <a:pt x="308" y="45"/>
                  <a:pt x="317" y="54"/>
                </a:cubicBezTo>
                <a:cubicBezTo>
                  <a:pt x="325" y="63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4"/>
                  <a:pt x="371" y="186"/>
                </a:cubicBezTo>
                <a:lnTo>
                  <a:pt x="371" y="212"/>
                </a:lnTo>
                <a:cubicBezTo>
                  <a:pt x="371" y="225"/>
                  <a:pt x="370" y="237"/>
                  <a:pt x="368" y="249"/>
                </a:cubicBezTo>
                <a:cubicBezTo>
                  <a:pt x="365" y="260"/>
                  <a:pt x="362" y="272"/>
                  <a:pt x="357" y="283"/>
                </a:cubicBezTo>
                <a:cubicBezTo>
                  <a:pt x="352" y="295"/>
                  <a:pt x="347" y="305"/>
                  <a:pt x="340" y="315"/>
                </a:cubicBezTo>
                <a:cubicBezTo>
                  <a:pt x="333" y="325"/>
                  <a:pt x="325" y="335"/>
                  <a:pt x="317" y="343"/>
                </a:cubicBezTo>
                <a:cubicBezTo>
                  <a:pt x="308" y="352"/>
                  <a:pt x="299" y="360"/>
                  <a:pt x="289" y="366"/>
                </a:cubicBezTo>
                <a:cubicBezTo>
                  <a:pt x="279" y="373"/>
                  <a:pt x="268" y="379"/>
                  <a:pt x="257" y="384"/>
                </a:cubicBezTo>
                <a:cubicBezTo>
                  <a:pt x="246" y="388"/>
                  <a:pt x="234" y="392"/>
                  <a:pt x="222" y="394"/>
                </a:cubicBezTo>
                <a:cubicBezTo>
                  <a:pt x="210" y="396"/>
                  <a:pt x="198" y="398"/>
                  <a:pt x="186" y="398"/>
                </a:cubicBezTo>
                <a:cubicBezTo>
                  <a:pt x="174" y="398"/>
                  <a:pt x="162" y="396"/>
                  <a:pt x="150" y="394"/>
                </a:cubicBezTo>
                <a:cubicBezTo>
                  <a:pt x="138" y="392"/>
                  <a:pt x="126" y="388"/>
                  <a:pt x="114" y="384"/>
                </a:cubicBezTo>
                <a:cubicBezTo>
                  <a:pt x="103" y="379"/>
                  <a:pt x="92" y="373"/>
                  <a:pt x="82" y="366"/>
                </a:cubicBezTo>
                <a:cubicBezTo>
                  <a:pt x="72" y="360"/>
                  <a:pt x="63" y="352"/>
                  <a:pt x="54" y="343"/>
                </a:cubicBezTo>
                <a:cubicBezTo>
                  <a:pt x="45" y="335"/>
                  <a:pt x="38" y="325"/>
                  <a:pt x="31" y="315"/>
                </a:cubicBezTo>
                <a:cubicBezTo>
                  <a:pt x="24" y="305"/>
                  <a:pt x="18" y="295"/>
                  <a:pt x="14" y="283"/>
                </a:cubicBezTo>
                <a:cubicBezTo>
                  <a:pt x="9" y="272"/>
                  <a:pt x="6" y="260"/>
                  <a:pt x="3" y="249"/>
                </a:cubicBezTo>
                <a:cubicBezTo>
                  <a:pt x="1" y="237"/>
                  <a:pt x="0" y="225"/>
                  <a:pt x="0" y="212"/>
                </a:cubicBezTo>
                <a:close/>
              </a:path>
            </a:pathLst>
          </a:custGeom>
          <a:noFill/>
          <a:ln w="9360">
            <a:solidFill>
              <a:srgbClr val="6a26d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1017000" y="6616800"/>
            <a:ext cx="34632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A final review together, followed by the handover of all account access.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1017000" y="6946920"/>
            <a:ext cx="17654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1 4   D AY S   A F T E R   L A U N C H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3" name=""/>
          <p:cNvSpPr txBox="1"/>
          <p:nvPr/>
        </p:nvSpPr>
        <p:spPr>
          <a:xfrm>
            <a:off x="1017000" y="7102080"/>
            <a:ext cx="1111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Launch support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690480" y="6967440"/>
            <a:ext cx="133560" cy="143280"/>
          </a:xfrm>
          <a:custGeom>
            <a:avLst/>
            <a:gdLst/>
            <a:ahLst/>
            <a:rect l="0" t="0" r="r" b="b"/>
            <a:pathLst>
              <a:path w="371" h="398">
                <a:moveTo>
                  <a:pt x="0" y="211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9"/>
                  <a:pt x="279" y="24"/>
                  <a:pt x="289" y="31"/>
                </a:cubicBezTo>
                <a:cubicBezTo>
                  <a:pt x="299" y="38"/>
                  <a:pt x="308" y="45"/>
                  <a:pt x="317" y="54"/>
                </a:cubicBezTo>
                <a:cubicBezTo>
                  <a:pt x="325" y="63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3"/>
                  <a:pt x="371" y="185"/>
                </a:cubicBezTo>
                <a:lnTo>
                  <a:pt x="371" y="211"/>
                </a:lnTo>
                <a:cubicBezTo>
                  <a:pt x="371" y="224"/>
                  <a:pt x="370" y="236"/>
                  <a:pt x="368" y="249"/>
                </a:cubicBezTo>
                <a:cubicBezTo>
                  <a:pt x="365" y="260"/>
                  <a:pt x="362" y="272"/>
                  <a:pt x="357" y="283"/>
                </a:cubicBezTo>
                <a:cubicBezTo>
                  <a:pt x="352" y="295"/>
                  <a:pt x="347" y="305"/>
                  <a:pt x="340" y="315"/>
                </a:cubicBezTo>
                <a:cubicBezTo>
                  <a:pt x="333" y="325"/>
                  <a:pt x="325" y="335"/>
                  <a:pt x="317" y="343"/>
                </a:cubicBezTo>
                <a:cubicBezTo>
                  <a:pt x="308" y="352"/>
                  <a:pt x="299" y="360"/>
                  <a:pt x="289" y="366"/>
                </a:cubicBezTo>
                <a:cubicBezTo>
                  <a:pt x="279" y="373"/>
                  <a:pt x="268" y="379"/>
                  <a:pt x="257" y="384"/>
                </a:cubicBezTo>
                <a:cubicBezTo>
                  <a:pt x="246" y="388"/>
                  <a:pt x="234" y="392"/>
                  <a:pt x="222" y="394"/>
                </a:cubicBezTo>
                <a:cubicBezTo>
                  <a:pt x="210" y="396"/>
                  <a:pt x="198" y="398"/>
                  <a:pt x="186" y="398"/>
                </a:cubicBezTo>
                <a:cubicBezTo>
                  <a:pt x="174" y="398"/>
                  <a:pt x="162" y="396"/>
                  <a:pt x="150" y="394"/>
                </a:cubicBezTo>
                <a:cubicBezTo>
                  <a:pt x="138" y="392"/>
                  <a:pt x="126" y="388"/>
                  <a:pt x="114" y="384"/>
                </a:cubicBezTo>
                <a:cubicBezTo>
                  <a:pt x="103" y="379"/>
                  <a:pt x="92" y="373"/>
                  <a:pt x="82" y="366"/>
                </a:cubicBezTo>
                <a:cubicBezTo>
                  <a:pt x="72" y="360"/>
                  <a:pt x="63" y="352"/>
                  <a:pt x="54" y="343"/>
                </a:cubicBezTo>
                <a:cubicBezTo>
                  <a:pt x="45" y="335"/>
                  <a:pt x="38" y="325"/>
                  <a:pt x="31" y="315"/>
                </a:cubicBezTo>
                <a:cubicBezTo>
                  <a:pt x="24" y="305"/>
                  <a:pt x="18" y="295"/>
                  <a:pt x="14" y="283"/>
                </a:cubicBezTo>
                <a:cubicBezTo>
                  <a:pt x="9" y="272"/>
                  <a:pt x="6" y="260"/>
                  <a:pt x="3" y="249"/>
                </a:cubicBezTo>
                <a:cubicBezTo>
                  <a:pt x="1" y="236"/>
                  <a:pt x="0" y="224"/>
                  <a:pt x="0" y="21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690480" y="6967440"/>
            <a:ext cx="133560" cy="143280"/>
          </a:xfrm>
          <a:custGeom>
            <a:avLst/>
            <a:gdLst/>
            <a:ahLst/>
            <a:rect l="0" t="0" r="r" b="b"/>
            <a:pathLst>
              <a:path w="371" h="398">
                <a:moveTo>
                  <a:pt x="0" y="211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9"/>
                  <a:pt x="279" y="24"/>
                  <a:pt x="289" y="31"/>
                </a:cubicBezTo>
                <a:cubicBezTo>
                  <a:pt x="299" y="38"/>
                  <a:pt x="308" y="45"/>
                  <a:pt x="317" y="54"/>
                </a:cubicBezTo>
                <a:cubicBezTo>
                  <a:pt x="325" y="63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3"/>
                  <a:pt x="371" y="185"/>
                </a:cubicBezTo>
                <a:lnTo>
                  <a:pt x="371" y="211"/>
                </a:lnTo>
                <a:cubicBezTo>
                  <a:pt x="371" y="224"/>
                  <a:pt x="370" y="236"/>
                  <a:pt x="368" y="249"/>
                </a:cubicBezTo>
                <a:cubicBezTo>
                  <a:pt x="365" y="260"/>
                  <a:pt x="362" y="272"/>
                  <a:pt x="357" y="283"/>
                </a:cubicBezTo>
                <a:cubicBezTo>
                  <a:pt x="352" y="295"/>
                  <a:pt x="347" y="305"/>
                  <a:pt x="340" y="315"/>
                </a:cubicBezTo>
                <a:cubicBezTo>
                  <a:pt x="333" y="325"/>
                  <a:pt x="325" y="335"/>
                  <a:pt x="317" y="343"/>
                </a:cubicBezTo>
                <a:cubicBezTo>
                  <a:pt x="308" y="352"/>
                  <a:pt x="299" y="360"/>
                  <a:pt x="289" y="366"/>
                </a:cubicBezTo>
                <a:cubicBezTo>
                  <a:pt x="279" y="373"/>
                  <a:pt x="268" y="379"/>
                  <a:pt x="257" y="384"/>
                </a:cubicBezTo>
                <a:cubicBezTo>
                  <a:pt x="246" y="388"/>
                  <a:pt x="234" y="392"/>
                  <a:pt x="222" y="394"/>
                </a:cubicBezTo>
                <a:cubicBezTo>
                  <a:pt x="210" y="396"/>
                  <a:pt x="198" y="398"/>
                  <a:pt x="186" y="398"/>
                </a:cubicBezTo>
                <a:cubicBezTo>
                  <a:pt x="174" y="398"/>
                  <a:pt x="162" y="396"/>
                  <a:pt x="150" y="394"/>
                </a:cubicBezTo>
                <a:cubicBezTo>
                  <a:pt x="138" y="392"/>
                  <a:pt x="126" y="388"/>
                  <a:pt x="114" y="384"/>
                </a:cubicBezTo>
                <a:cubicBezTo>
                  <a:pt x="103" y="379"/>
                  <a:pt x="92" y="373"/>
                  <a:pt x="82" y="366"/>
                </a:cubicBezTo>
                <a:cubicBezTo>
                  <a:pt x="72" y="360"/>
                  <a:pt x="63" y="352"/>
                  <a:pt x="54" y="343"/>
                </a:cubicBezTo>
                <a:cubicBezTo>
                  <a:pt x="45" y="335"/>
                  <a:pt x="38" y="325"/>
                  <a:pt x="31" y="315"/>
                </a:cubicBezTo>
                <a:cubicBezTo>
                  <a:pt x="24" y="305"/>
                  <a:pt x="18" y="295"/>
                  <a:pt x="14" y="283"/>
                </a:cubicBezTo>
                <a:cubicBezTo>
                  <a:pt x="9" y="272"/>
                  <a:pt x="6" y="260"/>
                  <a:pt x="3" y="249"/>
                </a:cubicBezTo>
                <a:cubicBezTo>
                  <a:pt x="1" y="236"/>
                  <a:pt x="0" y="224"/>
                  <a:pt x="0" y="211"/>
                </a:cubicBezTo>
                <a:close/>
              </a:path>
            </a:pathLst>
          </a:custGeom>
          <a:noFill/>
          <a:ln w="9360">
            <a:solidFill>
              <a:srgbClr val="6a26d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1017000" y="7311960"/>
            <a:ext cx="27867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We fix any issues you report during this period at no cost.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"/>
          <p:cNvSpPr/>
          <p:nvPr/>
        </p:nvSpPr>
        <p:spPr>
          <a:xfrm>
            <a:off x="647640" y="866520"/>
            <a:ext cx="6267600" cy="9106200"/>
          </a:xfrm>
          <a:custGeom>
            <a:avLst/>
            <a:gdLst/>
            <a:ahLst/>
            <a:rect l="0" t="0" r="r" b="b"/>
            <a:pathLst>
              <a:path w="17410" h="25295">
                <a:moveTo>
                  <a:pt x="0" y="0"/>
                </a:moveTo>
                <a:lnTo>
                  <a:pt x="17410" y="0"/>
                </a:lnTo>
                <a:lnTo>
                  <a:pt x="17410" y="25295"/>
                </a:lnTo>
                <a:lnTo>
                  <a:pt x="0" y="252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8" name=""/>
          <p:cNvSpPr txBox="1"/>
          <p:nvPr/>
        </p:nvSpPr>
        <p:spPr>
          <a:xfrm>
            <a:off x="647640" y="647280"/>
            <a:ext cx="10735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a26d8"/>
                </a:solidFill>
                <a:latin typeface="Inter"/>
                <a:ea typeface="Inter"/>
              </a:rPr>
              <a:t>WELCOME PACK · GFX-T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9" name=""/>
          <p:cNvSpPr txBox="1"/>
          <p:nvPr/>
        </p:nvSpPr>
        <p:spPr>
          <a:xfrm>
            <a:off x="6038280" y="647280"/>
            <a:ext cx="9486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 B D - G F XT-2 0 2 6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0" name=""/>
          <p:cNvSpPr txBox="1"/>
          <p:nvPr/>
        </p:nvSpPr>
        <p:spPr>
          <a:xfrm>
            <a:off x="6352560" y="10286640"/>
            <a:ext cx="4824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4 of 5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647640" y="143820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0" y="0"/>
                </a:moveTo>
                <a:lnTo>
                  <a:pt x="0" y="12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647640" y="1438200"/>
            <a:ext cx="8280" cy="8280"/>
          </a:xfrm>
          <a:custGeom>
            <a:avLst/>
            <a:gdLst/>
            <a:ahLst/>
            <a:rect l="0" t="0" r="r" b="b"/>
            <a:pathLst>
              <a:path w="23" h="23">
                <a:moveTo>
                  <a:pt x="11" y="0"/>
                </a:moveTo>
                <a:lnTo>
                  <a:pt x="0" y="11"/>
                </a:lnTo>
                <a:lnTo>
                  <a:pt x="0" y="23"/>
                </a:lnTo>
                <a:lnTo>
                  <a:pt x="23" y="0"/>
                </a:lnTo>
                <a:lnTo>
                  <a:pt x="11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647640" y="143820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23" y="0"/>
                </a:moveTo>
                <a:lnTo>
                  <a:pt x="0" y="22"/>
                </a:lnTo>
                <a:lnTo>
                  <a:pt x="0" y="35"/>
                </a:lnTo>
                <a:lnTo>
                  <a:pt x="35" y="0"/>
                </a:lnTo>
                <a:lnTo>
                  <a:pt x="23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647640" y="1438200"/>
            <a:ext cx="16560" cy="16560"/>
          </a:xfrm>
          <a:custGeom>
            <a:avLst/>
            <a:gdLst/>
            <a:ahLst/>
            <a:rect l="0" t="0" r="r" b="b"/>
            <a:pathLst>
              <a:path w="46" h="46">
                <a:moveTo>
                  <a:pt x="35" y="0"/>
                </a:moveTo>
                <a:lnTo>
                  <a:pt x="0" y="35"/>
                </a:lnTo>
                <a:lnTo>
                  <a:pt x="0" y="46"/>
                </a:lnTo>
                <a:lnTo>
                  <a:pt x="46" y="0"/>
                </a:lnTo>
                <a:lnTo>
                  <a:pt x="35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647640" y="14382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5" y="0"/>
                </a:moveTo>
                <a:lnTo>
                  <a:pt x="0" y="46"/>
                </a:lnTo>
                <a:lnTo>
                  <a:pt x="0" y="54"/>
                </a:lnTo>
                <a:lnTo>
                  <a:pt x="54" y="0"/>
                </a:lnTo>
                <a:lnTo>
                  <a:pt x="45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647640" y="1438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4" y="54"/>
                </a:lnTo>
                <a:lnTo>
                  <a:pt x="5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64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65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657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66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665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66924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67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6775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681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685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689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694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698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702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706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710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71424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718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722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726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730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734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73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74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747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75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755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759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76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767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771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775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779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784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788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7923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796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80028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804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808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812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816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820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824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82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83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8373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84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84528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849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85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857520" y="143820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86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8679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87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87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8740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87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87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88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88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884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88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88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890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89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894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8964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89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900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9025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90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9068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90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91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9129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91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91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91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92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923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92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927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929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93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933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935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93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939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9414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94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945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94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949680" y="143820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9518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954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95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957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96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96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964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96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96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97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97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974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97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97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980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98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984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986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98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990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992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99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996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99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100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1002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100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100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100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101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1013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101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1017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1019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102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1023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1025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102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1029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1031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103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1035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103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1039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1041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1044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104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1047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105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105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1054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105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105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106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106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10645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106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106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1070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107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10746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1076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107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1080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1082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108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1086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108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109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1092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109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109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109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110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11034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110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11073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11095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111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11134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1115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111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11196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1121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112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1125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112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1129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1131840" y="1438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8" y="1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1134000" y="1438560"/>
            <a:ext cx="18720" cy="19080"/>
          </a:xfrm>
          <a:custGeom>
            <a:avLst/>
            <a:gdLst/>
            <a:ahLst/>
            <a:rect l="0" t="0" r="r" b="b"/>
            <a:pathLst>
              <a:path w="52" h="53">
                <a:moveTo>
                  <a:pt x="52" y="0"/>
                </a:moveTo>
                <a:lnTo>
                  <a:pt x="0" y="53"/>
                </a:lnTo>
                <a:lnTo>
                  <a:pt x="5" y="53"/>
                </a:lnTo>
                <a:lnTo>
                  <a:pt x="52" y="6"/>
                </a:lnTo>
                <a:lnTo>
                  <a:pt x="52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1135800" y="14407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47" y="0"/>
                </a:moveTo>
                <a:lnTo>
                  <a:pt x="0" y="47"/>
                </a:lnTo>
                <a:lnTo>
                  <a:pt x="6" y="47"/>
                </a:lnTo>
                <a:lnTo>
                  <a:pt x="47" y="6"/>
                </a:lnTo>
                <a:lnTo>
                  <a:pt x="47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1137960" y="1442880"/>
            <a:ext cx="14760" cy="14760"/>
          </a:xfrm>
          <a:custGeom>
            <a:avLst/>
            <a:gdLst/>
            <a:ahLst/>
            <a:rect l="0" t="0" r="r" b="b"/>
            <a:pathLst>
              <a:path w="41" h="41">
                <a:moveTo>
                  <a:pt x="41" y="0"/>
                </a:moveTo>
                <a:lnTo>
                  <a:pt x="0" y="41"/>
                </a:lnTo>
                <a:lnTo>
                  <a:pt x="6" y="41"/>
                </a:lnTo>
                <a:lnTo>
                  <a:pt x="41" y="6"/>
                </a:lnTo>
                <a:lnTo>
                  <a:pt x="41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1140120" y="144504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35" y="0"/>
                </a:moveTo>
                <a:lnTo>
                  <a:pt x="0" y="35"/>
                </a:lnTo>
                <a:lnTo>
                  <a:pt x="6" y="35"/>
                </a:lnTo>
                <a:lnTo>
                  <a:pt x="35" y="5"/>
                </a:lnTo>
                <a:lnTo>
                  <a:pt x="35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1142280" y="1446840"/>
            <a:ext cx="10440" cy="10800"/>
          </a:xfrm>
          <a:custGeom>
            <a:avLst/>
            <a:gdLst/>
            <a:ahLst/>
            <a:rect l="0" t="0" r="r" b="b"/>
            <a:pathLst>
              <a:path w="29" h="30">
                <a:moveTo>
                  <a:pt x="29" y="0"/>
                </a:moveTo>
                <a:lnTo>
                  <a:pt x="0" y="30"/>
                </a:lnTo>
                <a:lnTo>
                  <a:pt x="6" y="30"/>
                </a:lnTo>
                <a:lnTo>
                  <a:pt x="29" y="6"/>
                </a:lnTo>
                <a:lnTo>
                  <a:pt x="29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1144080" y="1449000"/>
            <a:ext cx="9000" cy="8640"/>
          </a:xfrm>
          <a:custGeom>
            <a:avLst/>
            <a:gdLst/>
            <a:ahLst/>
            <a:rect l="0" t="0" r="r" b="b"/>
            <a:pathLst>
              <a:path w="25" h="24">
                <a:moveTo>
                  <a:pt x="25" y="0"/>
                </a:moveTo>
                <a:lnTo>
                  <a:pt x="0" y="24"/>
                </a:lnTo>
                <a:lnTo>
                  <a:pt x="7" y="24"/>
                </a:lnTo>
                <a:lnTo>
                  <a:pt x="25" y="6"/>
                </a:lnTo>
                <a:lnTo>
                  <a:pt x="25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1146240" y="145116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0"/>
                </a:moveTo>
                <a:lnTo>
                  <a:pt x="0" y="18"/>
                </a:lnTo>
                <a:lnTo>
                  <a:pt x="7" y="18"/>
                </a:lnTo>
                <a:lnTo>
                  <a:pt x="18" y="5"/>
                </a:lnTo>
                <a:lnTo>
                  <a:pt x="1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1148400" y="1452960"/>
            <a:ext cx="4320" cy="4680"/>
          </a:xfrm>
          <a:custGeom>
            <a:avLst/>
            <a:gdLst/>
            <a:ahLst/>
            <a:rect l="0" t="0" r="r" b="b"/>
            <a:pathLst>
              <a:path w="12" h="13">
                <a:moveTo>
                  <a:pt x="12" y="0"/>
                </a:moveTo>
                <a:lnTo>
                  <a:pt x="0" y="13"/>
                </a:lnTo>
                <a:lnTo>
                  <a:pt x="5" y="13"/>
                </a:lnTo>
                <a:lnTo>
                  <a:pt x="12" y="6"/>
                </a:lnTo>
                <a:lnTo>
                  <a:pt x="12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1150200" y="14551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7" y="0"/>
                </a:moveTo>
                <a:lnTo>
                  <a:pt x="0" y="8"/>
                </a:lnTo>
                <a:lnTo>
                  <a:pt x="7" y="8"/>
                </a:lnTo>
                <a:lnTo>
                  <a:pt x="7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647640" y="2257200"/>
            <a:ext cx="3238560" cy="10080"/>
          </a:xfrm>
          <a:custGeom>
            <a:avLst/>
            <a:gdLst/>
            <a:ahLst/>
            <a:rect l="0" t="0" r="r" b="b"/>
            <a:pathLst>
              <a:path w="8996" h="28">
                <a:moveTo>
                  <a:pt x="0" y="0"/>
                </a:moveTo>
                <a:lnTo>
                  <a:pt x="8996" y="0"/>
                </a:lnTo>
                <a:lnTo>
                  <a:pt x="8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3885840" y="2257200"/>
            <a:ext cx="1734120" cy="10080"/>
          </a:xfrm>
          <a:custGeom>
            <a:avLst/>
            <a:gdLst/>
            <a:ahLst/>
            <a:rect l="0" t="0" r="r" b="b"/>
            <a:pathLst>
              <a:path w="4817" h="28">
                <a:moveTo>
                  <a:pt x="0" y="0"/>
                </a:moveTo>
                <a:lnTo>
                  <a:pt x="4817" y="0"/>
                </a:lnTo>
                <a:lnTo>
                  <a:pt x="48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5619600" y="225720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647640" y="2819160"/>
            <a:ext cx="3238560" cy="10080"/>
          </a:xfrm>
          <a:custGeom>
            <a:avLst/>
            <a:gdLst/>
            <a:ahLst/>
            <a:rect l="0" t="0" r="r" b="b"/>
            <a:pathLst>
              <a:path w="8996" h="28">
                <a:moveTo>
                  <a:pt x="0" y="0"/>
                </a:moveTo>
                <a:lnTo>
                  <a:pt x="8996" y="0"/>
                </a:lnTo>
                <a:lnTo>
                  <a:pt x="8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3885840" y="2819160"/>
            <a:ext cx="1734120" cy="10080"/>
          </a:xfrm>
          <a:custGeom>
            <a:avLst/>
            <a:gdLst/>
            <a:ahLst/>
            <a:rect l="0" t="0" r="r" b="b"/>
            <a:pathLst>
              <a:path w="4817" h="28">
                <a:moveTo>
                  <a:pt x="0" y="0"/>
                </a:moveTo>
                <a:lnTo>
                  <a:pt x="4817" y="0"/>
                </a:lnTo>
                <a:lnTo>
                  <a:pt x="48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4" name=""/>
          <p:cNvSpPr/>
          <p:nvPr/>
        </p:nvSpPr>
        <p:spPr>
          <a:xfrm>
            <a:off x="5619600" y="281916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647640" y="3381120"/>
            <a:ext cx="3238560" cy="10080"/>
          </a:xfrm>
          <a:custGeom>
            <a:avLst/>
            <a:gdLst/>
            <a:ahLst/>
            <a:rect l="0" t="0" r="r" b="b"/>
            <a:pathLst>
              <a:path w="8996" h="28">
                <a:moveTo>
                  <a:pt x="0" y="0"/>
                </a:moveTo>
                <a:lnTo>
                  <a:pt x="8996" y="0"/>
                </a:lnTo>
                <a:lnTo>
                  <a:pt x="8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3885840" y="3381120"/>
            <a:ext cx="1734120" cy="10080"/>
          </a:xfrm>
          <a:custGeom>
            <a:avLst/>
            <a:gdLst/>
            <a:ahLst/>
            <a:rect l="0" t="0" r="r" b="b"/>
            <a:pathLst>
              <a:path w="4817" h="28">
                <a:moveTo>
                  <a:pt x="0" y="0"/>
                </a:moveTo>
                <a:lnTo>
                  <a:pt x="4817" y="0"/>
                </a:lnTo>
                <a:lnTo>
                  <a:pt x="48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5619600" y="338112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657000" y="6638760"/>
            <a:ext cx="6258240" cy="876600"/>
          </a:xfrm>
          <a:custGeom>
            <a:avLst/>
            <a:gdLst/>
            <a:ahLst/>
            <a:rect l="0" t="0" r="r" b="b"/>
            <a:pathLst>
              <a:path w="17384" h="2435">
                <a:moveTo>
                  <a:pt x="0" y="2435"/>
                </a:moveTo>
                <a:lnTo>
                  <a:pt x="0" y="0"/>
                </a:lnTo>
                <a:lnTo>
                  <a:pt x="17184" y="0"/>
                </a:lnTo>
                <a:cubicBezTo>
                  <a:pt x="17197" y="0"/>
                  <a:pt x="17210" y="1"/>
                  <a:pt x="17223" y="4"/>
                </a:cubicBezTo>
                <a:cubicBezTo>
                  <a:pt x="17236" y="6"/>
                  <a:pt x="17249" y="10"/>
                  <a:pt x="17261" y="15"/>
                </a:cubicBezTo>
                <a:cubicBezTo>
                  <a:pt x="17273" y="20"/>
                  <a:pt x="17284" y="26"/>
                  <a:pt x="17295" y="34"/>
                </a:cubicBezTo>
                <a:cubicBezTo>
                  <a:pt x="17306" y="41"/>
                  <a:pt x="17316" y="49"/>
                  <a:pt x="17326" y="59"/>
                </a:cubicBezTo>
                <a:cubicBezTo>
                  <a:pt x="17335" y="68"/>
                  <a:pt x="17343" y="78"/>
                  <a:pt x="17351" y="89"/>
                </a:cubicBezTo>
                <a:cubicBezTo>
                  <a:pt x="17358" y="100"/>
                  <a:pt x="17364" y="111"/>
                  <a:pt x="17369" y="123"/>
                </a:cubicBezTo>
                <a:cubicBezTo>
                  <a:pt x="17374" y="136"/>
                  <a:pt x="17378" y="148"/>
                  <a:pt x="17380" y="161"/>
                </a:cubicBezTo>
                <a:cubicBezTo>
                  <a:pt x="17383" y="174"/>
                  <a:pt x="17384" y="187"/>
                  <a:pt x="17384" y="200"/>
                </a:cubicBezTo>
                <a:lnTo>
                  <a:pt x="17384" y="2234"/>
                </a:lnTo>
                <a:cubicBezTo>
                  <a:pt x="17384" y="2247"/>
                  <a:pt x="17383" y="2261"/>
                  <a:pt x="17380" y="2274"/>
                </a:cubicBezTo>
                <a:cubicBezTo>
                  <a:pt x="17378" y="2287"/>
                  <a:pt x="17374" y="2300"/>
                  <a:pt x="17369" y="2312"/>
                </a:cubicBezTo>
                <a:cubicBezTo>
                  <a:pt x="17364" y="2324"/>
                  <a:pt x="17358" y="2335"/>
                  <a:pt x="17351" y="2346"/>
                </a:cubicBezTo>
                <a:cubicBezTo>
                  <a:pt x="17343" y="2357"/>
                  <a:pt x="17335" y="2367"/>
                  <a:pt x="17326" y="2377"/>
                </a:cubicBezTo>
                <a:cubicBezTo>
                  <a:pt x="17316" y="2386"/>
                  <a:pt x="17306" y="2394"/>
                  <a:pt x="17295" y="2401"/>
                </a:cubicBezTo>
                <a:cubicBezTo>
                  <a:pt x="17284" y="2409"/>
                  <a:pt x="17273" y="2415"/>
                  <a:pt x="17261" y="2420"/>
                </a:cubicBezTo>
                <a:cubicBezTo>
                  <a:pt x="17249" y="2425"/>
                  <a:pt x="17236" y="2429"/>
                  <a:pt x="17223" y="2431"/>
                </a:cubicBezTo>
                <a:cubicBezTo>
                  <a:pt x="17210" y="2434"/>
                  <a:pt x="17197" y="2435"/>
                  <a:pt x="17184" y="2435"/>
                </a:cubicBezTo>
                <a:lnTo>
                  <a:pt x="0" y="2435"/>
                </a:ln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647640" y="6638760"/>
            <a:ext cx="19440" cy="876600"/>
          </a:xfrm>
          <a:custGeom>
            <a:avLst/>
            <a:gdLst/>
            <a:ahLst/>
            <a:rect l="0" t="0" r="r" b="b"/>
            <a:pathLst>
              <a:path w="54" h="2435">
                <a:moveTo>
                  <a:pt x="0" y="0"/>
                </a:moveTo>
                <a:lnTo>
                  <a:pt x="54" y="0"/>
                </a:lnTo>
                <a:lnTo>
                  <a:pt x="54" y="2435"/>
                </a:lnTo>
                <a:lnTo>
                  <a:pt x="0" y="2435"/>
                </a:lnTo>
                <a:lnTo>
                  <a:pt x="0" y="0"/>
                </a:lnTo>
                <a:close/>
              </a:path>
            </a:pathLst>
          </a:custGeom>
          <a:solidFill>
            <a:srgbClr val="6a2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0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1" name=""/>
          <p:cNvSpPr txBox="1"/>
          <p:nvPr/>
        </p:nvSpPr>
        <p:spPr>
          <a:xfrm>
            <a:off x="647640" y="858240"/>
            <a:ext cx="149112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00" spc="-1" strike="noStrike">
                <a:solidFill>
                  <a:srgbClr val="6a26d8"/>
                </a:solidFill>
                <a:latin typeface="Inter-Semi"/>
                <a:ea typeface="Inter-Semi"/>
              </a:rPr>
              <a:t>0 3   ·   I N V E S T M E N T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2" name=""/>
          <p:cNvSpPr txBox="1"/>
          <p:nvPr/>
        </p:nvSpPr>
        <p:spPr>
          <a:xfrm>
            <a:off x="647640" y="1052280"/>
            <a:ext cx="38336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Simple, transparent pricing.</a:t>
            </a:r>
            <a:endParaRPr b="0" lang="en-US" sz="1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647640" y="1653480"/>
            <a:ext cx="1047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As a referral from 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4" name=""/>
          <p:cNvSpPr txBox="1"/>
          <p:nvPr/>
        </p:nvSpPr>
        <p:spPr>
          <a:xfrm>
            <a:off x="1689840" y="1658520"/>
            <a:ext cx="13708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60" spc="-1" strike="noStrike">
                <a:solidFill>
                  <a:srgbClr val="6a26d8"/>
                </a:solidFill>
                <a:latin typeface="Inter-Semi"/>
                <a:ea typeface="Inter-Semi"/>
              </a:rPr>
              <a:t>Isha Wajeeha Baig)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2854440" y="1653480"/>
            <a:ext cx="361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, GFXT receives preferential pricing below our standard rates.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6" name=""/>
          <p:cNvSpPr txBox="1"/>
          <p:nvPr/>
        </p:nvSpPr>
        <p:spPr>
          <a:xfrm>
            <a:off x="755640" y="2044080"/>
            <a:ext cx="59364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S E R V I C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7" name=""/>
          <p:cNvSpPr txBox="1"/>
          <p:nvPr/>
        </p:nvSpPr>
        <p:spPr>
          <a:xfrm>
            <a:off x="4591440" y="2044080"/>
            <a:ext cx="11253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S TA N D A R D   R 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6181200" y="2044080"/>
            <a:ext cx="7689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Y O U R   R 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9" name=""/>
          <p:cNvSpPr txBox="1"/>
          <p:nvPr/>
        </p:nvSpPr>
        <p:spPr>
          <a:xfrm>
            <a:off x="755640" y="2379960"/>
            <a:ext cx="14072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Website development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755640" y="2577960"/>
            <a:ext cx="19134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7-page website, built from your content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>
            <a:off x="4800240" y="2438280"/>
            <a:ext cx="636480" cy="9720"/>
          </a:xfrm>
          <a:custGeom>
            <a:avLst/>
            <a:gdLst/>
            <a:ahLst/>
            <a:rect l="0" t="0" r="r" b="b"/>
            <a:pathLst>
              <a:path w="1768" h="27">
                <a:moveTo>
                  <a:pt x="0" y="0"/>
                </a:moveTo>
                <a:lnTo>
                  <a:pt x="1768" y="0"/>
                </a:lnTo>
                <a:lnTo>
                  <a:pt x="17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a29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2" name=""/>
          <p:cNvSpPr txBox="1"/>
          <p:nvPr/>
        </p:nvSpPr>
        <p:spPr>
          <a:xfrm>
            <a:off x="4800240" y="2375280"/>
            <a:ext cx="642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a29c9e"/>
                </a:solidFill>
                <a:latin typeface="Inter"/>
                <a:ea typeface="Inter"/>
              </a:rPr>
              <a:t>PKR 25,000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6174720" y="2379960"/>
            <a:ext cx="7412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PKR 15,000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4" name=""/>
          <p:cNvSpPr txBox="1"/>
          <p:nvPr/>
        </p:nvSpPr>
        <p:spPr>
          <a:xfrm>
            <a:off x="755640" y="2941920"/>
            <a:ext cx="7794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Deployment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1457280" y="2943000"/>
            <a:ext cx="476640" cy="162360"/>
          </a:xfrm>
          <a:custGeom>
            <a:avLst/>
            <a:gdLst/>
            <a:ahLst/>
            <a:rect l="0" t="0" r="r" b="b"/>
            <a:pathLst>
              <a:path w="1324" h="451">
                <a:moveTo>
                  <a:pt x="0" y="226"/>
                </a:moveTo>
                <a:cubicBezTo>
                  <a:pt x="0" y="211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2" y="125"/>
                  <a:pt x="29" y="112"/>
                  <a:pt x="38" y="100"/>
                </a:cubicBezTo>
                <a:cubicBezTo>
                  <a:pt x="46" y="88"/>
                  <a:pt x="55" y="76"/>
                  <a:pt x="65" y="66"/>
                </a:cubicBezTo>
                <a:cubicBezTo>
                  <a:pt x="76" y="56"/>
                  <a:pt x="87" y="46"/>
                  <a:pt x="100" y="38"/>
                </a:cubicBezTo>
                <a:cubicBezTo>
                  <a:pt x="112" y="30"/>
                  <a:pt x="125" y="23"/>
                  <a:pt x="138" y="17"/>
                </a:cubicBezTo>
                <a:cubicBezTo>
                  <a:pt x="152" y="12"/>
                  <a:pt x="166" y="7"/>
                  <a:pt x="181" y="4"/>
                </a:cubicBezTo>
                <a:cubicBezTo>
                  <a:pt x="195" y="2"/>
                  <a:pt x="210" y="0"/>
                  <a:pt x="225" y="0"/>
                </a:cubicBezTo>
                <a:lnTo>
                  <a:pt x="1099" y="0"/>
                </a:lnTo>
                <a:cubicBezTo>
                  <a:pt x="1113" y="0"/>
                  <a:pt x="1128" y="2"/>
                  <a:pt x="1143" y="4"/>
                </a:cubicBezTo>
                <a:cubicBezTo>
                  <a:pt x="1157" y="7"/>
                  <a:pt x="1171" y="12"/>
                  <a:pt x="1185" y="17"/>
                </a:cubicBezTo>
                <a:cubicBezTo>
                  <a:pt x="1198" y="23"/>
                  <a:pt x="1211" y="30"/>
                  <a:pt x="1224" y="38"/>
                </a:cubicBezTo>
                <a:cubicBezTo>
                  <a:pt x="1236" y="46"/>
                  <a:pt x="1247" y="56"/>
                  <a:pt x="1258" y="66"/>
                </a:cubicBezTo>
                <a:cubicBezTo>
                  <a:pt x="1268" y="76"/>
                  <a:pt x="1277" y="88"/>
                  <a:pt x="1286" y="100"/>
                </a:cubicBezTo>
                <a:cubicBezTo>
                  <a:pt x="1294" y="112"/>
                  <a:pt x="1301" y="125"/>
                  <a:pt x="1306" y="140"/>
                </a:cubicBezTo>
                <a:cubicBezTo>
                  <a:pt x="1312" y="154"/>
                  <a:pt x="1316" y="168"/>
                  <a:pt x="1319" y="182"/>
                </a:cubicBezTo>
                <a:cubicBezTo>
                  <a:pt x="1322" y="197"/>
                  <a:pt x="1324" y="211"/>
                  <a:pt x="1324" y="226"/>
                </a:cubicBezTo>
                <a:cubicBezTo>
                  <a:pt x="1324" y="241"/>
                  <a:pt x="1322" y="255"/>
                  <a:pt x="1319" y="270"/>
                </a:cubicBezTo>
                <a:cubicBezTo>
                  <a:pt x="1316" y="284"/>
                  <a:pt x="1312" y="298"/>
                  <a:pt x="1306" y="312"/>
                </a:cubicBezTo>
                <a:cubicBezTo>
                  <a:pt x="1301" y="326"/>
                  <a:pt x="1294" y="339"/>
                  <a:pt x="1286" y="351"/>
                </a:cubicBezTo>
                <a:cubicBezTo>
                  <a:pt x="1277" y="363"/>
                  <a:pt x="1268" y="375"/>
                  <a:pt x="1258" y="385"/>
                </a:cubicBezTo>
                <a:cubicBezTo>
                  <a:pt x="1247" y="395"/>
                  <a:pt x="1236" y="405"/>
                  <a:pt x="1224" y="413"/>
                </a:cubicBezTo>
                <a:cubicBezTo>
                  <a:pt x="1211" y="421"/>
                  <a:pt x="1198" y="428"/>
                  <a:pt x="1185" y="434"/>
                </a:cubicBezTo>
                <a:cubicBezTo>
                  <a:pt x="1171" y="439"/>
                  <a:pt x="1157" y="444"/>
                  <a:pt x="1143" y="447"/>
                </a:cubicBezTo>
                <a:cubicBezTo>
                  <a:pt x="1128" y="449"/>
                  <a:pt x="1113" y="451"/>
                  <a:pt x="1099" y="451"/>
                </a:cubicBezTo>
                <a:lnTo>
                  <a:pt x="225" y="451"/>
                </a:lnTo>
                <a:cubicBezTo>
                  <a:pt x="210" y="451"/>
                  <a:pt x="195" y="449"/>
                  <a:pt x="181" y="447"/>
                </a:cubicBezTo>
                <a:cubicBezTo>
                  <a:pt x="166" y="444"/>
                  <a:pt x="152" y="439"/>
                  <a:pt x="138" y="434"/>
                </a:cubicBezTo>
                <a:cubicBezTo>
                  <a:pt x="125" y="428"/>
                  <a:pt x="112" y="421"/>
                  <a:pt x="100" y="413"/>
                </a:cubicBezTo>
                <a:cubicBezTo>
                  <a:pt x="87" y="405"/>
                  <a:pt x="76" y="395"/>
                  <a:pt x="65" y="385"/>
                </a:cubicBezTo>
                <a:cubicBezTo>
                  <a:pt x="55" y="375"/>
                  <a:pt x="46" y="363"/>
                  <a:pt x="38" y="351"/>
                </a:cubicBezTo>
                <a:cubicBezTo>
                  <a:pt x="29" y="339"/>
                  <a:pt x="22" y="326"/>
                  <a:pt x="17" y="312"/>
                </a:cubicBezTo>
                <a:cubicBezTo>
                  <a:pt x="11" y="298"/>
                  <a:pt x="7" y="284"/>
                  <a:pt x="4" y="270"/>
                </a:cubicBezTo>
                <a:cubicBezTo>
                  <a:pt x="1" y="255"/>
                  <a:pt x="0" y="241"/>
                  <a:pt x="0" y="226"/>
                </a:cubicBezTo>
                <a:close/>
              </a:path>
            </a:pathLst>
          </a:custGeom>
          <a:solidFill>
            <a:srgbClr val="f1e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6" name=""/>
          <p:cNvSpPr txBox="1"/>
          <p:nvPr/>
        </p:nvSpPr>
        <p:spPr>
          <a:xfrm>
            <a:off x="1422360" y="2937240"/>
            <a:ext cx="113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1526400" y="2970360"/>
            <a:ext cx="34956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60" spc="-1" strike="noStrike">
                <a:solidFill>
                  <a:srgbClr val="6a26d8"/>
                </a:solidFill>
                <a:latin typeface="Inter-Semi"/>
                <a:ea typeface="Inter-Semi"/>
              </a:rPr>
              <a:t>Waived</a:t>
            </a:r>
            <a:endParaRPr b="0" lang="en-US" sz="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755640" y="3140280"/>
            <a:ext cx="15066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Includes 1 professional mailbox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4800240" y="3000240"/>
            <a:ext cx="636480" cy="9720"/>
          </a:xfrm>
          <a:custGeom>
            <a:avLst/>
            <a:gdLst/>
            <a:ahLst/>
            <a:rect l="0" t="0" r="r" b="b"/>
            <a:pathLst>
              <a:path w="1768" h="27">
                <a:moveTo>
                  <a:pt x="0" y="0"/>
                </a:moveTo>
                <a:lnTo>
                  <a:pt x="1768" y="0"/>
                </a:lnTo>
                <a:lnTo>
                  <a:pt x="17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a29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0" name=""/>
          <p:cNvSpPr txBox="1"/>
          <p:nvPr/>
        </p:nvSpPr>
        <p:spPr>
          <a:xfrm>
            <a:off x="4800240" y="2937240"/>
            <a:ext cx="642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a29c9e"/>
                </a:solidFill>
                <a:latin typeface="Inter"/>
                <a:ea typeface="Inter"/>
              </a:rPr>
              <a:t>PKR 25,000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1" name=""/>
          <p:cNvSpPr txBox="1"/>
          <p:nvPr/>
        </p:nvSpPr>
        <p:spPr>
          <a:xfrm>
            <a:off x="6474240" y="2941920"/>
            <a:ext cx="380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PKR 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2" name=""/>
          <p:cNvSpPr txBox="1"/>
          <p:nvPr/>
        </p:nvSpPr>
        <p:spPr>
          <a:xfrm>
            <a:off x="755640" y="3513600"/>
            <a:ext cx="21816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Total payable to OBD AI Solutions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652320" y="3985920"/>
            <a:ext cx="3038760" cy="2505600"/>
          </a:xfrm>
          <a:custGeom>
            <a:avLst/>
            <a:gdLst/>
            <a:ahLst/>
            <a:rect l="0" t="0" r="r" b="b"/>
            <a:pathLst>
              <a:path w="8441" h="6960">
                <a:moveTo>
                  <a:pt x="0" y="6733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7"/>
                  <a:pt x="30" y="113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8" y="47"/>
                  <a:pt x="101" y="39"/>
                </a:cubicBezTo>
                <a:cubicBezTo>
                  <a:pt x="113" y="30"/>
                  <a:pt x="126" y="23"/>
                  <a:pt x="140" y="18"/>
                </a:cubicBezTo>
                <a:cubicBezTo>
                  <a:pt x="154" y="12"/>
                  <a:pt x="168" y="8"/>
                  <a:pt x="182" y="5"/>
                </a:cubicBezTo>
                <a:cubicBezTo>
                  <a:pt x="197" y="2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2"/>
                  <a:pt x="8259" y="5"/>
                </a:cubicBezTo>
                <a:cubicBezTo>
                  <a:pt x="8273" y="8"/>
                  <a:pt x="8287" y="12"/>
                  <a:pt x="8301" y="18"/>
                </a:cubicBezTo>
                <a:cubicBezTo>
                  <a:pt x="8315" y="23"/>
                  <a:pt x="8328" y="30"/>
                  <a:pt x="8340" y="39"/>
                </a:cubicBezTo>
                <a:cubicBezTo>
                  <a:pt x="8353" y="47"/>
                  <a:pt x="8364" y="56"/>
                  <a:pt x="8375" y="67"/>
                </a:cubicBezTo>
                <a:cubicBezTo>
                  <a:pt x="8385" y="77"/>
                  <a:pt x="8395" y="89"/>
                  <a:pt x="8403" y="101"/>
                </a:cubicBezTo>
                <a:cubicBezTo>
                  <a:pt x="8411" y="113"/>
                  <a:pt x="8418" y="127"/>
                  <a:pt x="8424" y="140"/>
                </a:cubicBezTo>
                <a:cubicBezTo>
                  <a:pt x="8430" y="154"/>
                  <a:pt x="8434" y="168"/>
                  <a:pt x="8437" y="183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6733"/>
                </a:lnTo>
                <a:cubicBezTo>
                  <a:pt x="8441" y="6748"/>
                  <a:pt x="8440" y="6763"/>
                  <a:pt x="8437" y="6777"/>
                </a:cubicBezTo>
                <a:cubicBezTo>
                  <a:pt x="8434" y="6792"/>
                  <a:pt x="8430" y="6806"/>
                  <a:pt x="8424" y="6820"/>
                </a:cubicBezTo>
                <a:cubicBezTo>
                  <a:pt x="8418" y="6834"/>
                  <a:pt x="8411" y="6847"/>
                  <a:pt x="8403" y="6859"/>
                </a:cubicBezTo>
                <a:cubicBezTo>
                  <a:pt x="8395" y="6871"/>
                  <a:pt x="8385" y="6883"/>
                  <a:pt x="8375" y="6893"/>
                </a:cubicBezTo>
                <a:cubicBezTo>
                  <a:pt x="8364" y="6904"/>
                  <a:pt x="8353" y="6913"/>
                  <a:pt x="8340" y="6922"/>
                </a:cubicBezTo>
                <a:cubicBezTo>
                  <a:pt x="8328" y="6930"/>
                  <a:pt x="8315" y="6937"/>
                  <a:pt x="8301" y="6943"/>
                </a:cubicBezTo>
                <a:cubicBezTo>
                  <a:pt x="8287" y="6948"/>
                  <a:pt x="8273" y="6953"/>
                  <a:pt x="8259" y="6955"/>
                </a:cubicBezTo>
                <a:cubicBezTo>
                  <a:pt x="8244" y="6958"/>
                  <a:pt x="8229" y="6960"/>
                  <a:pt x="8214" y="6960"/>
                </a:cubicBezTo>
                <a:lnTo>
                  <a:pt x="227" y="6960"/>
                </a:lnTo>
                <a:cubicBezTo>
                  <a:pt x="212" y="6960"/>
                  <a:pt x="197" y="6958"/>
                  <a:pt x="182" y="6955"/>
                </a:cubicBezTo>
                <a:cubicBezTo>
                  <a:pt x="168" y="6953"/>
                  <a:pt x="154" y="6948"/>
                  <a:pt x="140" y="6943"/>
                </a:cubicBezTo>
                <a:cubicBezTo>
                  <a:pt x="126" y="6937"/>
                  <a:pt x="113" y="6930"/>
                  <a:pt x="101" y="6922"/>
                </a:cubicBezTo>
                <a:cubicBezTo>
                  <a:pt x="88" y="6913"/>
                  <a:pt x="77" y="6904"/>
                  <a:pt x="66" y="6893"/>
                </a:cubicBezTo>
                <a:cubicBezTo>
                  <a:pt x="56" y="6883"/>
                  <a:pt x="46" y="6871"/>
                  <a:pt x="38" y="6859"/>
                </a:cubicBezTo>
                <a:cubicBezTo>
                  <a:pt x="30" y="6847"/>
                  <a:pt x="23" y="6834"/>
                  <a:pt x="17" y="6820"/>
                </a:cubicBezTo>
                <a:cubicBezTo>
                  <a:pt x="11" y="6806"/>
                  <a:pt x="7" y="6792"/>
                  <a:pt x="4" y="6777"/>
                </a:cubicBezTo>
                <a:cubicBezTo>
                  <a:pt x="1" y="6763"/>
                  <a:pt x="0" y="6748"/>
                  <a:pt x="0" y="67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657000" y="3990960"/>
            <a:ext cx="3029400" cy="2495880"/>
          </a:xfrm>
          <a:custGeom>
            <a:avLst/>
            <a:gdLst/>
            <a:ahLst/>
            <a:rect l="0" t="0" r="r" b="b"/>
            <a:pathLst>
              <a:path w="8415" h="6933">
                <a:moveTo>
                  <a:pt x="0" y="6933"/>
                </a:moveTo>
                <a:lnTo>
                  <a:pt x="0" y="0"/>
                </a:lnTo>
                <a:lnTo>
                  <a:pt x="8415" y="0"/>
                </a:lnTo>
                <a:lnTo>
                  <a:pt x="8415" y="6933"/>
                </a:lnTo>
                <a:lnTo>
                  <a:pt x="0" y="6933"/>
                </a:lnTo>
                <a:moveTo>
                  <a:pt x="21" y="6719"/>
                </a:moveTo>
                <a:lnTo>
                  <a:pt x="21" y="213"/>
                </a:lnTo>
                <a:cubicBezTo>
                  <a:pt x="21" y="200"/>
                  <a:pt x="23" y="188"/>
                  <a:pt x="25" y="176"/>
                </a:cubicBezTo>
                <a:cubicBezTo>
                  <a:pt x="27" y="163"/>
                  <a:pt x="31" y="151"/>
                  <a:pt x="36" y="139"/>
                </a:cubicBezTo>
                <a:cubicBezTo>
                  <a:pt x="41" y="128"/>
                  <a:pt x="47" y="117"/>
                  <a:pt x="54" y="106"/>
                </a:cubicBezTo>
                <a:cubicBezTo>
                  <a:pt x="61" y="96"/>
                  <a:pt x="69" y="86"/>
                  <a:pt x="78" y="77"/>
                </a:cubicBezTo>
                <a:cubicBezTo>
                  <a:pt x="87" y="68"/>
                  <a:pt x="96" y="60"/>
                  <a:pt x="107" y="53"/>
                </a:cubicBezTo>
                <a:cubicBezTo>
                  <a:pt x="117" y="46"/>
                  <a:pt x="128" y="40"/>
                  <a:pt x="140" y="35"/>
                </a:cubicBezTo>
                <a:cubicBezTo>
                  <a:pt x="152" y="31"/>
                  <a:pt x="164" y="27"/>
                  <a:pt x="176" y="24"/>
                </a:cubicBezTo>
                <a:cubicBezTo>
                  <a:pt x="189" y="22"/>
                  <a:pt x="201" y="21"/>
                  <a:pt x="214" y="21"/>
                </a:cubicBezTo>
                <a:lnTo>
                  <a:pt x="8201" y="21"/>
                </a:lnTo>
                <a:cubicBezTo>
                  <a:pt x="8214" y="21"/>
                  <a:pt x="8226" y="22"/>
                  <a:pt x="8239" y="24"/>
                </a:cubicBezTo>
                <a:cubicBezTo>
                  <a:pt x="8251" y="27"/>
                  <a:pt x="8263" y="31"/>
                  <a:pt x="8275" y="35"/>
                </a:cubicBezTo>
                <a:cubicBezTo>
                  <a:pt x="8287" y="40"/>
                  <a:pt x="8298" y="46"/>
                  <a:pt x="8308" y="53"/>
                </a:cubicBezTo>
                <a:cubicBezTo>
                  <a:pt x="8319" y="60"/>
                  <a:pt x="8328" y="68"/>
                  <a:pt x="8337" y="77"/>
                </a:cubicBezTo>
                <a:cubicBezTo>
                  <a:pt x="8346" y="86"/>
                  <a:pt x="8354" y="96"/>
                  <a:pt x="8361" y="106"/>
                </a:cubicBezTo>
                <a:cubicBezTo>
                  <a:pt x="8368" y="117"/>
                  <a:pt x="8374" y="128"/>
                  <a:pt x="8379" y="139"/>
                </a:cubicBezTo>
                <a:cubicBezTo>
                  <a:pt x="8384" y="151"/>
                  <a:pt x="8388" y="163"/>
                  <a:pt x="8390" y="176"/>
                </a:cubicBezTo>
                <a:cubicBezTo>
                  <a:pt x="8392" y="188"/>
                  <a:pt x="8394" y="200"/>
                  <a:pt x="8394" y="213"/>
                </a:cubicBezTo>
                <a:lnTo>
                  <a:pt x="8394" y="6719"/>
                </a:lnTo>
                <a:cubicBezTo>
                  <a:pt x="8394" y="6732"/>
                  <a:pt x="8392" y="6744"/>
                  <a:pt x="8390" y="6757"/>
                </a:cubicBezTo>
                <a:cubicBezTo>
                  <a:pt x="8388" y="6769"/>
                  <a:pt x="8384" y="6781"/>
                  <a:pt x="8379" y="6793"/>
                </a:cubicBezTo>
                <a:cubicBezTo>
                  <a:pt x="8374" y="6804"/>
                  <a:pt x="8368" y="6815"/>
                  <a:pt x="8361" y="6826"/>
                </a:cubicBezTo>
                <a:cubicBezTo>
                  <a:pt x="8354" y="6836"/>
                  <a:pt x="8346" y="6846"/>
                  <a:pt x="8337" y="6855"/>
                </a:cubicBezTo>
                <a:cubicBezTo>
                  <a:pt x="8328" y="6864"/>
                  <a:pt x="8319" y="6872"/>
                  <a:pt x="8308" y="6879"/>
                </a:cubicBezTo>
                <a:cubicBezTo>
                  <a:pt x="8298" y="6886"/>
                  <a:pt x="8287" y="6892"/>
                  <a:pt x="8275" y="6897"/>
                </a:cubicBezTo>
                <a:cubicBezTo>
                  <a:pt x="8263" y="6902"/>
                  <a:pt x="8251" y="6905"/>
                  <a:pt x="8239" y="6908"/>
                </a:cubicBezTo>
                <a:cubicBezTo>
                  <a:pt x="8226" y="6910"/>
                  <a:pt x="8214" y="6911"/>
                  <a:pt x="8201" y="6911"/>
                </a:cubicBezTo>
                <a:lnTo>
                  <a:pt x="214" y="6911"/>
                </a:lnTo>
                <a:cubicBezTo>
                  <a:pt x="201" y="6911"/>
                  <a:pt x="189" y="6910"/>
                  <a:pt x="176" y="6908"/>
                </a:cubicBezTo>
                <a:cubicBezTo>
                  <a:pt x="164" y="6905"/>
                  <a:pt x="152" y="6902"/>
                  <a:pt x="140" y="6897"/>
                </a:cubicBezTo>
                <a:cubicBezTo>
                  <a:pt x="128" y="6892"/>
                  <a:pt x="117" y="6886"/>
                  <a:pt x="107" y="6879"/>
                </a:cubicBezTo>
                <a:cubicBezTo>
                  <a:pt x="96" y="6872"/>
                  <a:pt x="87" y="6864"/>
                  <a:pt x="78" y="6855"/>
                </a:cubicBezTo>
                <a:cubicBezTo>
                  <a:pt x="69" y="6846"/>
                  <a:pt x="61" y="6836"/>
                  <a:pt x="54" y="6826"/>
                </a:cubicBezTo>
                <a:cubicBezTo>
                  <a:pt x="47" y="6815"/>
                  <a:pt x="41" y="6804"/>
                  <a:pt x="36" y="6793"/>
                </a:cubicBezTo>
                <a:cubicBezTo>
                  <a:pt x="31" y="6781"/>
                  <a:pt x="27" y="6769"/>
                  <a:pt x="25" y="6757"/>
                </a:cubicBezTo>
                <a:cubicBezTo>
                  <a:pt x="23" y="6744"/>
                  <a:pt x="21" y="6732"/>
                  <a:pt x="21" y="6719"/>
                </a:cubicBezTo>
                <a:close/>
              </a:path>
            </a:pathLst>
          </a:custGeom>
          <a:solidFill>
            <a:srgbClr val="6a2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652320" y="3985920"/>
            <a:ext cx="3038760" cy="2505600"/>
          </a:xfrm>
          <a:custGeom>
            <a:avLst/>
            <a:gdLst/>
            <a:ahLst/>
            <a:rect l="0" t="0" r="r" b="b"/>
            <a:pathLst>
              <a:path w="8441" h="6960">
                <a:moveTo>
                  <a:pt x="0" y="6733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7"/>
                  <a:pt x="30" y="113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8" y="47"/>
                  <a:pt x="101" y="39"/>
                </a:cubicBezTo>
                <a:cubicBezTo>
                  <a:pt x="113" y="30"/>
                  <a:pt x="126" y="23"/>
                  <a:pt x="140" y="18"/>
                </a:cubicBezTo>
                <a:cubicBezTo>
                  <a:pt x="154" y="12"/>
                  <a:pt x="168" y="8"/>
                  <a:pt x="182" y="5"/>
                </a:cubicBezTo>
                <a:cubicBezTo>
                  <a:pt x="197" y="2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2"/>
                  <a:pt x="8259" y="5"/>
                </a:cubicBezTo>
                <a:cubicBezTo>
                  <a:pt x="8273" y="8"/>
                  <a:pt x="8287" y="12"/>
                  <a:pt x="8301" y="18"/>
                </a:cubicBezTo>
                <a:cubicBezTo>
                  <a:pt x="8315" y="23"/>
                  <a:pt x="8328" y="30"/>
                  <a:pt x="8340" y="39"/>
                </a:cubicBezTo>
                <a:cubicBezTo>
                  <a:pt x="8353" y="47"/>
                  <a:pt x="8364" y="56"/>
                  <a:pt x="8375" y="67"/>
                </a:cubicBezTo>
                <a:cubicBezTo>
                  <a:pt x="8385" y="77"/>
                  <a:pt x="8395" y="89"/>
                  <a:pt x="8403" y="101"/>
                </a:cubicBezTo>
                <a:cubicBezTo>
                  <a:pt x="8411" y="113"/>
                  <a:pt x="8418" y="127"/>
                  <a:pt x="8424" y="140"/>
                </a:cubicBezTo>
                <a:cubicBezTo>
                  <a:pt x="8430" y="154"/>
                  <a:pt x="8434" y="168"/>
                  <a:pt x="8437" y="183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6733"/>
                </a:lnTo>
                <a:cubicBezTo>
                  <a:pt x="8441" y="6748"/>
                  <a:pt x="8440" y="6763"/>
                  <a:pt x="8437" y="6777"/>
                </a:cubicBezTo>
                <a:cubicBezTo>
                  <a:pt x="8434" y="6792"/>
                  <a:pt x="8430" y="6806"/>
                  <a:pt x="8424" y="6820"/>
                </a:cubicBezTo>
                <a:cubicBezTo>
                  <a:pt x="8418" y="6834"/>
                  <a:pt x="8411" y="6847"/>
                  <a:pt x="8403" y="6859"/>
                </a:cubicBezTo>
                <a:cubicBezTo>
                  <a:pt x="8395" y="6871"/>
                  <a:pt x="8385" y="6883"/>
                  <a:pt x="8375" y="6893"/>
                </a:cubicBezTo>
                <a:cubicBezTo>
                  <a:pt x="8364" y="6904"/>
                  <a:pt x="8353" y="6913"/>
                  <a:pt x="8340" y="6922"/>
                </a:cubicBezTo>
                <a:cubicBezTo>
                  <a:pt x="8328" y="6930"/>
                  <a:pt x="8315" y="6937"/>
                  <a:pt x="8301" y="6943"/>
                </a:cubicBezTo>
                <a:cubicBezTo>
                  <a:pt x="8287" y="6948"/>
                  <a:pt x="8273" y="6953"/>
                  <a:pt x="8259" y="6955"/>
                </a:cubicBezTo>
                <a:cubicBezTo>
                  <a:pt x="8244" y="6958"/>
                  <a:pt x="8229" y="6960"/>
                  <a:pt x="8214" y="6960"/>
                </a:cubicBezTo>
                <a:lnTo>
                  <a:pt x="227" y="6960"/>
                </a:lnTo>
                <a:cubicBezTo>
                  <a:pt x="212" y="6960"/>
                  <a:pt x="197" y="6958"/>
                  <a:pt x="182" y="6955"/>
                </a:cubicBezTo>
                <a:cubicBezTo>
                  <a:pt x="168" y="6953"/>
                  <a:pt x="154" y="6948"/>
                  <a:pt x="140" y="6943"/>
                </a:cubicBezTo>
                <a:cubicBezTo>
                  <a:pt x="126" y="6937"/>
                  <a:pt x="113" y="6930"/>
                  <a:pt x="101" y="6922"/>
                </a:cubicBezTo>
                <a:cubicBezTo>
                  <a:pt x="88" y="6913"/>
                  <a:pt x="77" y="6904"/>
                  <a:pt x="66" y="6893"/>
                </a:cubicBezTo>
                <a:cubicBezTo>
                  <a:pt x="56" y="6883"/>
                  <a:pt x="46" y="6871"/>
                  <a:pt x="38" y="6859"/>
                </a:cubicBezTo>
                <a:cubicBezTo>
                  <a:pt x="30" y="6847"/>
                  <a:pt x="23" y="6834"/>
                  <a:pt x="17" y="6820"/>
                </a:cubicBezTo>
                <a:cubicBezTo>
                  <a:pt x="11" y="6806"/>
                  <a:pt x="7" y="6792"/>
                  <a:pt x="4" y="6777"/>
                </a:cubicBezTo>
                <a:cubicBezTo>
                  <a:pt x="1" y="6763"/>
                  <a:pt x="0" y="6748"/>
                  <a:pt x="0" y="6733"/>
                </a:cubicBezTo>
                <a:close/>
              </a:path>
            </a:pathLst>
          </a:custGeom>
          <a:noFill/>
          <a:ln w="9360">
            <a:solidFill>
              <a:srgbClr val="6a26d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06" name="" descr=""/>
          <p:cNvPicPr/>
          <p:nvPr/>
        </p:nvPicPr>
        <p:blipFill>
          <a:blip r:embed="rId1"/>
          <a:stretch/>
        </p:blipFill>
        <p:spPr>
          <a:xfrm>
            <a:off x="-787320" y="4190040"/>
            <a:ext cx="1625400" cy="190080"/>
          </a:xfrm>
          <a:prstGeom prst="rect">
            <a:avLst/>
          </a:prstGeom>
          <a:ln w="0">
            <a:noFill/>
          </a:ln>
        </p:spPr>
      </p:pic>
      <p:pic>
        <p:nvPicPr>
          <p:cNvPr id="1707" name="" descr=""/>
          <p:cNvPicPr/>
          <p:nvPr/>
        </p:nvPicPr>
        <p:blipFill>
          <a:blip r:embed="rId2"/>
          <a:stretch/>
        </p:blipFill>
        <p:spPr>
          <a:xfrm>
            <a:off x="838080" y="4190040"/>
            <a:ext cx="1625400" cy="190080"/>
          </a:xfrm>
          <a:prstGeom prst="rect">
            <a:avLst/>
          </a:prstGeom>
          <a:ln w="0">
            <a:noFill/>
          </a:ln>
        </p:spPr>
      </p:pic>
      <p:sp>
        <p:nvSpPr>
          <p:cNvPr id="1708" name=""/>
          <p:cNvSpPr txBox="1"/>
          <p:nvPr/>
        </p:nvSpPr>
        <p:spPr>
          <a:xfrm>
            <a:off x="6174720" y="3513600"/>
            <a:ext cx="7412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PKR 15,000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3871800" y="3985920"/>
            <a:ext cx="3038760" cy="2505600"/>
          </a:xfrm>
          <a:custGeom>
            <a:avLst/>
            <a:gdLst/>
            <a:ahLst/>
            <a:rect l="0" t="0" r="r" b="b"/>
            <a:pathLst>
              <a:path w="8441" h="6960">
                <a:moveTo>
                  <a:pt x="0" y="6733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7"/>
                  <a:pt x="30" y="113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8" y="47"/>
                  <a:pt x="101" y="39"/>
                </a:cubicBezTo>
                <a:cubicBezTo>
                  <a:pt x="113" y="30"/>
                  <a:pt x="126" y="23"/>
                  <a:pt x="140" y="18"/>
                </a:cubicBezTo>
                <a:cubicBezTo>
                  <a:pt x="154" y="12"/>
                  <a:pt x="168" y="8"/>
                  <a:pt x="182" y="5"/>
                </a:cubicBezTo>
                <a:cubicBezTo>
                  <a:pt x="197" y="2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2"/>
                  <a:pt x="8258" y="5"/>
                </a:cubicBezTo>
                <a:cubicBezTo>
                  <a:pt x="8273" y="8"/>
                  <a:pt x="8287" y="12"/>
                  <a:pt x="8301" y="18"/>
                </a:cubicBezTo>
                <a:cubicBezTo>
                  <a:pt x="8315" y="23"/>
                  <a:pt x="8328" y="30"/>
                  <a:pt x="8340" y="39"/>
                </a:cubicBezTo>
                <a:cubicBezTo>
                  <a:pt x="8353" y="47"/>
                  <a:pt x="8364" y="56"/>
                  <a:pt x="8375" y="67"/>
                </a:cubicBezTo>
                <a:cubicBezTo>
                  <a:pt x="8385" y="77"/>
                  <a:pt x="8395" y="89"/>
                  <a:pt x="8403" y="101"/>
                </a:cubicBezTo>
                <a:cubicBezTo>
                  <a:pt x="8411" y="113"/>
                  <a:pt x="8418" y="127"/>
                  <a:pt x="8424" y="140"/>
                </a:cubicBezTo>
                <a:cubicBezTo>
                  <a:pt x="8429" y="154"/>
                  <a:pt x="8434" y="168"/>
                  <a:pt x="8437" y="183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6733"/>
                </a:lnTo>
                <a:cubicBezTo>
                  <a:pt x="8441" y="6748"/>
                  <a:pt x="8440" y="6763"/>
                  <a:pt x="8437" y="6777"/>
                </a:cubicBezTo>
                <a:cubicBezTo>
                  <a:pt x="8434" y="6792"/>
                  <a:pt x="8429" y="6806"/>
                  <a:pt x="8424" y="6820"/>
                </a:cubicBezTo>
                <a:cubicBezTo>
                  <a:pt x="8418" y="6834"/>
                  <a:pt x="8411" y="6847"/>
                  <a:pt x="8403" y="6859"/>
                </a:cubicBezTo>
                <a:cubicBezTo>
                  <a:pt x="8395" y="6871"/>
                  <a:pt x="8385" y="6883"/>
                  <a:pt x="8375" y="6893"/>
                </a:cubicBezTo>
                <a:cubicBezTo>
                  <a:pt x="8364" y="6904"/>
                  <a:pt x="8353" y="6913"/>
                  <a:pt x="8340" y="6922"/>
                </a:cubicBezTo>
                <a:cubicBezTo>
                  <a:pt x="8328" y="6930"/>
                  <a:pt x="8315" y="6937"/>
                  <a:pt x="8301" y="6943"/>
                </a:cubicBezTo>
                <a:cubicBezTo>
                  <a:pt x="8287" y="6948"/>
                  <a:pt x="8273" y="6953"/>
                  <a:pt x="8258" y="6955"/>
                </a:cubicBezTo>
                <a:cubicBezTo>
                  <a:pt x="8244" y="6958"/>
                  <a:pt x="8229" y="6960"/>
                  <a:pt x="8214" y="6960"/>
                </a:cubicBezTo>
                <a:lnTo>
                  <a:pt x="227" y="6960"/>
                </a:lnTo>
                <a:cubicBezTo>
                  <a:pt x="212" y="6960"/>
                  <a:pt x="197" y="6958"/>
                  <a:pt x="182" y="6955"/>
                </a:cubicBezTo>
                <a:cubicBezTo>
                  <a:pt x="168" y="6953"/>
                  <a:pt x="154" y="6948"/>
                  <a:pt x="140" y="6943"/>
                </a:cubicBezTo>
                <a:cubicBezTo>
                  <a:pt x="126" y="6937"/>
                  <a:pt x="113" y="6930"/>
                  <a:pt x="101" y="6922"/>
                </a:cubicBezTo>
                <a:cubicBezTo>
                  <a:pt x="88" y="6913"/>
                  <a:pt x="77" y="6904"/>
                  <a:pt x="66" y="6893"/>
                </a:cubicBezTo>
                <a:cubicBezTo>
                  <a:pt x="56" y="6883"/>
                  <a:pt x="46" y="6871"/>
                  <a:pt x="38" y="6859"/>
                </a:cubicBezTo>
                <a:cubicBezTo>
                  <a:pt x="30" y="6847"/>
                  <a:pt x="23" y="6834"/>
                  <a:pt x="17" y="6820"/>
                </a:cubicBezTo>
                <a:cubicBezTo>
                  <a:pt x="11" y="6806"/>
                  <a:pt x="7" y="6792"/>
                  <a:pt x="4" y="6777"/>
                </a:cubicBezTo>
                <a:cubicBezTo>
                  <a:pt x="1" y="6763"/>
                  <a:pt x="0" y="6748"/>
                  <a:pt x="0" y="6733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0" name=""/>
          <p:cNvSpPr/>
          <p:nvPr/>
        </p:nvSpPr>
        <p:spPr>
          <a:xfrm>
            <a:off x="3871800" y="3985920"/>
            <a:ext cx="3038760" cy="2505600"/>
          </a:xfrm>
          <a:custGeom>
            <a:avLst/>
            <a:gdLst/>
            <a:ahLst/>
            <a:rect l="0" t="0" r="r" b="b"/>
            <a:pathLst>
              <a:path w="8441" h="6960">
                <a:moveTo>
                  <a:pt x="0" y="6733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7"/>
                  <a:pt x="30" y="113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8" y="47"/>
                  <a:pt x="101" y="39"/>
                </a:cubicBezTo>
                <a:cubicBezTo>
                  <a:pt x="113" y="30"/>
                  <a:pt x="126" y="23"/>
                  <a:pt x="140" y="18"/>
                </a:cubicBezTo>
                <a:cubicBezTo>
                  <a:pt x="154" y="12"/>
                  <a:pt x="168" y="8"/>
                  <a:pt x="182" y="5"/>
                </a:cubicBezTo>
                <a:cubicBezTo>
                  <a:pt x="197" y="2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2"/>
                  <a:pt x="8258" y="5"/>
                </a:cubicBezTo>
                <a:cubicBezTo>
                  <a:pt x="8273" y="8"/>
                  <a:pt x="8287" y="12"/>
                  <a:pt x="8301" y="18"/>
                </a:cubicBezTo>
                <a:cubicBezTo>
                  <a:pt x="8315" y="23"/>
                  <a:pt x="8328" y="30"/>
                  <a:pt x="8340" y="39"/>
                </a:cubicBezTo>
                <a:cubicBezTo>
                  <a:pt x="8353" y="47"/>
                  <a:pt x="8364" y="56"/>
                  <a:pt x="8375" y="67"/>
                </a:cubicBezTo>
                <a:cubicBezTo>
                  <a:pt x="8385" y="77"/>
                  <a:pt x="8395" y="89"/>
                  <a:pt x="8403" y="101"/>
                </a:cubicBezTo>
                <a:cubicBezTo>
                  <a:pt x="8411" y="113"/>
                  <a:pt x="8418" y="127"/>
                  <a:pt x="8424" y="140"/>
                </a:cubicBezTo>
                <a:cubicBezTo>
                  <a:pt x="8429" y="154"/>
                  <a:pt x="8434" y="168"/>
                  <a:pt x="8437" y="183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6733"/>
                </a:lnTo>
                <a:cubicBezTo>
                  <a:pt x="8441" y="6748"/>
                  <a:pt x="8440" y="6763"/>
                  <a:pt x="8437" y="6777"/>
                </a:cubicBezTo>
                <a:cubicBezTo>
                  <a:pt x="8434" y="6792"/>
                  <a:pt x="8429" y="6806"/>
                  <a:pt x="8424" y="6820"/>
                </a:cubicBezTo>
                <a:cubicBezTo>
                  <a:pt x="8418" y="6834"/>
                  <a:pt x="8411" y="6847"/>
                  <a:pt x="8403" y="6859"/>
                </a:cubicBezTo>
                <a:cubicBezTo>
                  <a:pt x="8395" y="6871"/>
                  <a:pt x="8385" y="6883"/>
                  <a:pt x="8375" y="6893"/>
                </a:cubicBezTo>
                <a:cubicBezTo>
                  <a:pt x="8364" y="6904"/>
                  <a:pt x="8353" y="6913"/>
                  <a:pt x="8340" y="6922"/>
                </a:cubicBezTo>
                <a:cubicBezTo>
                  <a:pt x="8328" y="6930"/>
                  <a:pt x="8315" y="6937"/>
                  <a:pt x="8301" y="6943"/>
                </a:cubicBezTo>
                <a:cubicBezTo>
                  <a:pt x="8287" y="6948"/>
                  <a:pt x="8273" y="6953"/>
                  <a:pt x="8258" y="6955"/>
                </a:cubicBezTo>
                <a:cubicBezTo>
                  <a:pt x="8244" y="6958"/>
                  <a:pt x="8229" y="6960"/>
                  <a:pt x="8214" y="6960"/>
                </a:cubicBezTo>
                <a:lnTo>
                  <a:pt x="227" y="6960"/>
                </a:lnTo>
                <a:cubicBezTo>
                  <a:pt x="212" y="6960"/>
                  <a:pt x="197" y="6958"/>
                  <a:pt x="182" y="6955"/>
                </a:cubicBezTo>
                <a:cubicBezTo>
                  <a:pt x="168" y="6953"/>
                  <a:pt x="154" y="6948"/>
                  <a:pt x="140" y="6943"/>
                </a:cubicBezTo>
                <a:cubicBezTo>
                  <a:pt x="126" y="6937"/>
                  <a:pt x="113" y="6930"/>
                  <a:pt x="101" y="6922"/>
                </a:cubicBezTo>
                <a:cubicBezTo>
                  <a:pt x="88" y="6913"/>
                  <a:pt x="77" y="6904"/>
                  <a:pt x="66" y="6893"/>
                </a:cubicBezTo>
                <a:cubicBezTo>
                  <a:pt x="56" y="6883"/>
                  <a:pt x="46" y="6871"/>
                  <a:pt x="38" y="6859"/>
                </a:cubicBezTo>
                <a:cubicBezTo>
                  <a:pt x="30" y="6847"/>
                  <a:pt x="23" y="6834"/>
                  <a:pt x="17" y="6820"/>
                </a:cubicBezTo>
                <a:cubicBezTo>
                  <a:pt x="11" y="6806"/>
                  <a:pt x="7" y="6792"/>
                  <a:pt x="4" y="6777"/>
                </a:cubicBezTo>
                <a:cubicBezTo>
                  <a:pt x="1" y="6763"/>
                  <a:pt x="0" y="6748"/>
                  <a:pt x="0" y="6733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916200" y="4230000"/>
            <a:ext cx="1826640" cy="9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40" spc="-1" strike="noStrike">
                <a:solidFill>
                  <a:srgbClr val="ffffff"/>
                </a:solidFill>
                <a:latin typeface="Inter-Semi"/>
                <a:ea typeface="Inter-Semi"/>
              </a:rPr>
              <a:t>I N C L U D E D   I N   D E P L O Y M E N T</a:t>
            </a:r>
            <a:endParaRPr b="0" lang="en-US" sz="6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4060800" y="4222800"/>
            <a:ext cx="7214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O P T I O N A L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3" name=""/>
          <p:cNvSpPr txBox="1"/>
          <p:nvPr/>
        </p:nvSpPr>
        <p:spPr>
          <a:xfrm>
            <a:off x="4060800" y="4485600"/>
            <a:ext cx="28170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Additional professional emails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4060800" y="4781880"/>
            <a:ext cx="11239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6a26d8"/>
                </a:solidFill>
                <a:latin typeface="PlayfairDisplay"/>
                <a:ea typeface="PlayfairDisplay"/>
              </a:rPr>
              <a:t>PKR 1,500 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5" name=""/>
          <p:cNvSpPr txBox="1"/>
          <p:nvPr/>
        </p:nvSpPr>
        <p:spPr>
          <a:xfrm>
            <a:off x="5137560" y="4930920"/>
            <a:ext cx="863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per email account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4060800" y="5207040"/>
            <a:ext cx="25322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A one-time setup and configuration fee paid to OBD.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4060800" y="5369040"/>
            <a:ext cx="25639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The mailbox subscription is paid by GFXT directly to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4060800" y="5531040"/>
            <a:ext cx="901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the email provider.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846720" y="6801840"/>
            <a:ext cx="26632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60" spc="-1" strike="noStrike">
                <a:solidFill>
                  <a:srgbClr val="0e0e14"/>
                </a:solidFill>
                <a:latin typeface="Inter-Semi"/>
                <a:ea typeface="Inter-Semi"/>
              </a:rPr>
              <a:t>Paid directly by GFXT to the provider: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3089160" y="6797160"/>
            <a:ext cx="966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Domain 1 year 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1" name=""/>
          <p:cNvSpPr txBox="1"/>
          <p:nvPr/>
        </p:nvSpPr>
        <p:spPr>
          <a:xfrm>
            <a:off x="4055400" y="6801840"/>
            <a:ext cx="14180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60" spc="-1" strike="noStrike">
                <a:solidFill>
                  <a:srgbClr val="0e0e14"/>
                </a:solidFill>
                <a:latin typeface="Inter-Semi"/>
                <a:ea typeface="Inter-Semi"/>
              </a:rPr>
              <a:t>approx. ~ PKR 3,000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5270400" y="6797160"/>
            <a:ext cx="1008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· Hosting 1 year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3" name=""/>
          <p:cNvSpPr txBox="1"/>
          <p:nvPr/>
        </p:nvSpPr>
        <p:spPr>
          <a:xfrm>
            <a:off x="846720" y="7002000"/>
            <a:ext cx="14180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60" spc="-1" strike="noStrike">
                <a:solidFill>
                  <a:srgbClr val="0e0e14"/>
                </a:solidFill>
                <a:latin typeface="Inter-Semi"/>
                <a:ea typeface="Inter-Semi"/>
              </a:rPr>
              <a:t>approx. ~ PKR 7,000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4" name=""/>
          <p:cNvSpPr txBox="1"/>
          <p:nvPr/>
        </p:nvSpPr>
        <p:spPr>
          <a:xfrm>
            <a:off x="2041560" y="6996960"/>
            <a:ext cx="3402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60" spc="-1" strike="noStrike">
                <a:solidFill>
                  <a:srgbClr val="2a2934"/>
                </a:solidFill>
                <a:latin typeface="Inter"/>
                <a:ea typeface="Inter"/>
              </a:rPr>
              <a:t>· Mailbox subscription: as per the email provider's pricing. </a:t>
            </a:r>
            <a:endParaRPr b="0" lang="en-US" sz="9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5" name=""/>
          <p:cNvSpPr txBox="1"/>
          <p:nvPr/>
        </p:nvSpPr>
        <p:spPr>
          <a:xfrm>
            <a:off x="5439240" y="7016760"/>
            <a:ext cx="11239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We will confirm current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6" name=""/>
          <p:cNvSpPr txBox="1"/>
          <p:nvPr/>
        </p:nvSpPr>
        <p:spPr>
          <a:xfrm>
            <a:off x="846720" y="7207200"/>
            <a:ext cx="11545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prices before purchase.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7" name=""/>
          <p:cNvSpPr txBox="1"/>
          <p:nvPr/>
        </p:nvSpPr>
        <p:spPr>
          <a:xfrm>
            <a:off x="647640" y="7763040"/>
            <a:ext cx="6591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50" spc="-1" strike="noStrike">
                <a:solidFill>
                  <a:srgbClr val="0e0e14"/>
                </a:solidFill>
                <a:latin typeface="Inter-Semi"/>
                <a:ea typeface="Inter-Semi"/>
              </a:rPr>
              <a:t>Payment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8" name=""/>
          <p:cNvSpPr txBox="1"/>
          <p:nvPr/>
        </p:nvSpPr>
        <p:spPr>
          <a:xfrm>
            <a:off x="647640" y="8016840"/>
            <a:ext cx="11865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The development fee of 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9" name=""/>
          <p:cNvSpPr txBox="1"/>
          <p:nvPr/>
        </p:nvSpPr>
        <p:spPr>
          <a:xfrm>
            <a:off x="1820520" y="8021160"/>
            <a:ext cx="6620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00" spc="-1" strike="noStrike">
                <a:solidFill>
                  <a:srgbClr val="0e0e14"/>
                </a:solidFill>
                <a:latin typeface="Inter-Semi"/>
                <a:ea typeface="Inter-Semi"/>
              </a:rPr>
              <a:t>PKR 15,000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0" name=""/>
          <p:cNvSpPr txBox="1"/>
          <p:nvPr/>
        </p:nvSpPr>
        <p:spPr>
          <a:xfrm>
            <a:off x="2382120" y="8016840"/>
            <a:ext cx="4481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is payable on signing the agreement. Additional email accounts, if requested, are invoiced at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1" name=""/>
          <p:cNvSpPr txBox="1"/>
          <p:nvPr/>
        </p:nvSpPr>
        <p:spPr>
          <a:xfrm>
            <a:off x="647640" y="8178840"/>
            <a:ext cx="60328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the time of setup. Payment can be made by bank transfer, Easypaisa or JazzCash, and a receipt is issued for every payment.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2" name=""/>
          <p:cNvSpPr txBox="1"/>
          <p:nvPr/>
        </p:nvSpPr>
        <p:spPr>
          <a:xfrm>
            <a:off x="1035000" y="4549680"/>
            <a:ext cx="13752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Domain &amp; DNS configuration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3" name=""/>
          <p:cNvSpPr txBox="1"/>
          <p:nvPr/>
        </p:nvSpPr>
        <p:spPr>
          <a:xfrm>
            <a:off x="837000" y="454356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4" name=""/>
          <p:cNvSpPr txBox="1"/>
          <p:nvPr/>
        </p:nvSpPr>
        <p:spPr>
          <a:xfrm>
            <a:off x="1035000" y="4807080"/>
            <a:ext cx="16513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Hosting setup and website go-live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5" name=""/>
          <p:cNvSpPr txBox="1"/>
          <p:nvPr/>
        </p:nvSpPr>
        <p:spPr>
          <a:xfrm>
            <a:off x="837000" y="480096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6" name=""/>
          <p:cNvSpPr txBox="1"/>
          <p:nvPr/>
        </p:nvSpPr>
        <p:spPr>
          <a:xfrm>
            <a:off x="1035000" y="5054760"/>
            <a:ext cx="20671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SSL certificate HTTPS) and security setup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7" name=""/>
          <p:cNvSpPr txBox="1"/>
          <p:nvPr/>
        </p:nvSpPr>
        <p:spPr>
          <a:xfrm>
            <a:off x="837000" y="505800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8" name=""/>
          <p:cNvSpPr txBox="1"/>
          <p:nvPr/>
        </p:nvSpPr>
        <p:spPr>
          <a:xfrm>
            <a:off x="1035000" y="5311800"/>
            <a:ext cx="18723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1 professional mailbox configured (e.g.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9" name=""/>
          <p:cNvSpPr txBox="1"/>
          <p:nvPr/>
        </p:nvSpPr>
        <p:spPr>
          <a:xfrm>
            <a:off x="1035000" y="5473800"/>
            <a:ext cx="7473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info@gfxt.com)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0" name=""/>
          <p:cNvSpPr txBox="1"/>
          <p:nvPr/>
        </p:nvSpPr>
        <p:spPr>
          <a:xfrm>
            <a:off x="837000" y="531504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1" name=""/>
          <p:cNvSpPr txBox="1"/>
          <p:nvPr/>
        </p:nvSpPr>
        <p:spPr>
          <a:xfrm>
            <a:off x="1035000" y="5730840"/>
            <a:ext cx="21481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Mailbox set up on one phone and one laptop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2" name=""/>
          <p:cNvSpPr txBox="1"/>
          <p:nvPr/>
        </p:nvSpPr>
        <p:spPr>
          <a:xfrm>
            <a:off x="837000" y="572472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3" name=""/>
          <p:cNvSpPr txBox="1"/>
          <p:nvPr/>
        </p:nvSpPr>
        <p:spPr>
          <a:xfrm>
            <a:off x="1035000" y="5988240"/>
            <a:ext cx="23295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Launch support: fixes reported within 14 days of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4" name=""/>
          <p:cNvSpPr txBox="1"/>
          <p:nvPr/>
        </p:nvSpPr>
        <p:spPr>
          <a:xfrm>
            <a:off x="1035000" y="6149880"/>
            <a:ext cx="3376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go-live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5" name=""/>
          <p:cNvSpPr txBox="1"/>
          <p:nvPr/>
        </p:nvSpPr>
        <p:spPr>
          <a:xfrm>
            <a:off x="837000" y="598176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"/>
          <p:cNvSpPr/>
          <p:nvPr/>
        </p:nvSpPr>
        <p:spPr>
          <a:xfrm>
            <a:off x="647640" y="866520"/>
            <a:ext cx="6267600" cy="9106200"/>
          </a:xfrm>
          <a:custGeom>
            <a:avLst/>
            <a:gdLst/>
            <a:ahLst/>
            <a:rect l="0" t="0" r="r" b="b"/>
            <a:pathLst>
              <a:path w="17410" h="25295">
                <a:moveTo>
                  <a:pt x="0" y="0"/>
                </a:moveTo>
                <a:lnTo>
                  <a:pt x="17410" y="0"/>
                </a:lnTo>
                <a:lnTo>
                  <a:pt x="17410" y="25295"/>
                </a:lnTo>
                <a:lnTo>
                  <a:pt x="0" y="252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7" name=""/>
          <p:cNvSpPr txBox="1"/>
          <p:nvPr/>
        </p:nvSpPr>
        <p:spPr>
          <a:xfrm>
            <a:off x="647640" y="647280"/>
            <a:ext cx="10735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a26d8"/>
                </a:solidFill>
                <a:latin typeface="Inter"/>
                <a:ea typeface="Inter"/>
              </a:rPr>
              <a:t>WELCOME PACK · GFX-T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8" name=""/>
          <p:cNvSpPr txBox="1"/>
          <p:nvPr/>
        </p:nvSpPr>
        <p:spPr>
          <a:xfrm>
            <a:off x="6038280" y="647280"/>
            <a:ext cx="9486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 B D - G F XT-2 0 2 6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9" name=""/>
          <p:cNvSpPr txBox="1"/>
          <p:nvPr/>
        </p:nvSpPr>
        <p:spPr>
          <a:xfrm>
            <a:off x="6357240" y="10286640"/>
            <a:ext cx="4762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5 of 5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647640" y="143820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0" y="0"/>
                </a:moveTo>
                <a:lnTo>
                  <a:pt x="0" y="12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647640" y="1438200"/>
            <a:ext cx="8280" cy="8280"/>
          </a:xfrm>
          <a:custGeom>
            <a:avLst/>
            <a:gdLst/>
            <a:ahLst/>
            <a:rect l="0" t="0" r="r" b="b"/>
            <a:pathLst>
              <a:path w="23" h="23">
                <a:moveTo>
                  <a:pt x="11" y="0"/>
                </a:moveTo>
                <a:lnTo>
                  <a:pt x="0" y="11"/>
                </a:lnTo>
                <a:lnTo>
                  <a:pt x="0" y="23"/>
                </a:lnTo>
                <a:lnTo>
                  <a:pt x="23" y="0"/>
                </a:lnTo>
                <a:lnTo>
                  <a:pt x="11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647640" y="143820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23" y="0"/>
                </a:moveTo>
                <a:lnTo>
                  <a:pt x="0" y="22"/>
                </a:lnTo>
                <a:lnTo>
                  <a:pt x="0" y="35"/>
                </a:lnTo>
                <a:lnTo>
                  <a:pt x="35" y="0"/>
                </a:lnTo>
                <a:lnTo>
                  <a:pt x="23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647640" y="1438200"/>
            <a:ext cx="16560" cy="16560"/>
          </a:xfrm>
          <a:custGeom>
            <a:avLst/>
            <a:gdLst/>
            <a:ahLst/>
            <a:rect l="0" t="0" r="r" b="b"/>
            <a:pathLst>
              <a:path w="46" h="46">
                <a:moveTo>
                  <a:pt x="35" y="0"/>
                </a:moveTo>
                <a:lnTo>
                  <a:pt x="0" y="35"/>
                </a:lnTo>
                <a:lnTo>
                  <a:pt x="0" y="46"/>
                </a:lnTo>
                <a:lnTo>
                  <a:pt x="46" y="0"/>
                </a:lnTo>
                <a:lnTo>
                  <a:pt x="35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647640" y="14382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5" y="0"/>
                </a:moveTo>
                <a:lnTo>
                  <a:pt x="0" y="46"/>
                </a:lnTo>
                <a:lnTo>
                  <a:pt x="0" y="54"/>
                </a:lnTo>
                <a:lnTo>
                  <a:pt x="54" y="0"/>
                </a:lnTo>
                <a:lnTo>
                  <a:pt x="45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647640" y="1438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4" y="54"/>
                </a:lnTo>
                <a:lnTo>
                  <a:pt x="5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64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65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657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66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665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66924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67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6775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681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685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689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694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698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702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706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710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71424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718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722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726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730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734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73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74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747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75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755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759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76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767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771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775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779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784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788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7923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796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80028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804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808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812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816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820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824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82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83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8373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84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84528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849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85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857520" y="143820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86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8679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87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87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8740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87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87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88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88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884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88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88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890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89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894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8964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89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900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9025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90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9068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90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91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9129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91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91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91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92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923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92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927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929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93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933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935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93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939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9414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94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945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94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949680" y="143820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9518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954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95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957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96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96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964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96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96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97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97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974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97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97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980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98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984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986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98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990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992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99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996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99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100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1002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100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100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100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101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1013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101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1017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1019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102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1023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1025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102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1029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1031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103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1035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103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1039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1041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1044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104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1047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105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105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1054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105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105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106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>
            <a:off x="106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10645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>
            <a:off x="106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106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1070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107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10746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1076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107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1080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1082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108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1086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7" name=""/>
          <p:cNvSpPr/>
          <p:nvPr/>
        </p:nvSpPr>
        <p:spPr>
          <a:xfrm>
            <a:off x="108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109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>
            <a:off x="1092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109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1" name=""/>
          <p:cNvSpPr/>
          <p:nvPr/>
        </p:nvSpPr>
        <p:spPr>
          <a:xfrm>
            <a:off x="109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109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>
            <a:off x="110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>
            <a:off x="11034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>
            <a:off x="110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11073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11095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111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9" name=""/>
          <p:cNvSpPr/>
          <p:nvPr/>
        </p:nvSpPr>
        <p:spPr>
          <a:xfrm>
            <a:off x="11134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0" name=""/>
          <p:cNvSpPr/>
          <p:nvPr/>
        </p:nvSpPr>
        <p:spPr>
          <a:xfrm>
            <a:off x="1115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111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11196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1121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112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1125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112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>
            <a:off x="1129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>
            <a:off x="1131840" y="1438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8" y="1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1134000" y="1438560"/>
            <a:ext cx="18720" cy="19080"/>
          </a:xfrm>
          <a:custGeom>
            <a:avLst/>
            <a:gdLst/>
            <a:ahLst/>
            <a:rect l="0" t="0" r="r" b="b"/>
            <a:pathLst>
              <a:path w="52" h="53">
                <a:moveTo>
                  <a:pt x="52" y="0"/>
                </a:moveTo>
                <a:lnTo>
                  <a:pt x="0" y="53"/>
                </a:lnTo>
                <a:lnTo>
                  <a:pt x="5" y="53"/>
                </a:lnTo>
                <a:lnTo>
                  <a:pt x="52" y="6"/>
                </a:lnTo>
                <a:lnTo>
                  <a:pt x="52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1135800" y="14407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47" y="0"/>
                </a:moveTo>
                <a:lnTo>
                  <a:pt x="0" y="47"/>
                </a:lnTo>
                <a:lnTo>
                  <a:pt x="6" y="47"/>
                </a:lnTo>
                <a:lnTo>
                  <a:pt x="47" y="6"/>
                </a:lnTo>
                <a:lnTo>
                  <a:pt x="47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1137960" y="1442880"/>
            <a:ext cx="14760" cy="14760"/>
          </a:xfrm>
          <a:custGeom>
            <a:avLst/>
            <a:gdLst/>
            <a:ahLst/>
            <a:rect l="0" t="0" r="r" b="b"/>
            <a:pathLst>
              <a:path w="41" h="41">
                <a:moveTo>
                  <a:pt x="41" y="0"/>
                </a:moveTo>
                <a:lnTo>
                  <a:pt x="0" y="41"/>
                </a:lnTo>
                <a:lnTo>
                  <a:pt x="6" y="41"/>
                </a:lnTo>
                <a:lnTo>
                  <a:pt x="41" y="6"/>
                </a:lnTo>
                <a:lnTo>
                  <a:pt x="41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1140120" y="144504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35" y="0"/>
                </a:moveTo>
                <a:lnTo>
                  <a:pt x="0" y="35"/>
                </a:lnTo>
                <a:lnTo>
                  <a:pt x="6" y="35"/>
                </a:lnTo>
                <a:lnTo>
                  <a:pt x="35" y="5"/>
                </a:lnTo>
                <a:lnTo>
                  <a:pt x="35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1142280" y="1446840"/>
            <a:ext cx="10440" cy="10800"/>
          </a:xfrm>
          <a:custGeom>
            <a:avLst/>
            <a:gdLst/>
            <a:ahLst/>
            <a:rect l="0" t="0" r="r" b="b"/>
            <a:pathLst>
              <a:path w="29" h="30">
                <a:moveTo>
                  <a:pt x="29" y="0"/>
                </a:moveTo>
                <a:lnTo>
                  <a:pt x="0" y="30"/>
                </a:lnTo>
                <a:lnTo>
                  <a:pt x="6" y="30"/>
                </a:lnTo>
                <a:lnTo>
                  <a:pt x="29" y="6"/>
                </a:lnTo>
                <a:lnTo>
                  <a:pt x="29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1144080" y="1449000"/>
            <a:ext cx="9000" cy="8640"/>
          </a:xfrm>
          <a:custGeom>
            <a:avLst/>
            <a:gdLst/>
            <a:ahLst/>
            <a:rect l="0" t="0" r="r" b="b"/>
            <a:pathLst>
              <a:path w="25" h="24">
                <a:moveTo>
                  <a:pt x="25" y="0"/>
                </a:moveTo>
                <a:lnTo>
                  <a:pt x="0" y="24"/>
                </a:lnTo>
                <a:lnTo>
                  <a:pt x="7" y="24"/>
                </a:lnTo>
                <a:lnTo>
                  <a:pt x="25" y="6"/>
                </a:lnTo>
                <a:lnTo>
                  <a:pt x="25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1146240" y="145116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0"/>
                </a:moveTo>
                <a:lnTo>
                  <a:pt x="0" y="18"/>
                </a:lnTo>
                <a:lnTo>
                  <a:pt x="7" y="18"/>
                </a:lnTo>
                <a:lnTo>
                  <a:pt x="18" y="5"/>
                </a:lnTo>
                <a:lnTo>
                  <a:pt x="1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1148400" y="1452960"/>
            <a:ext cx="4320" cy="4680"/>
          </a:xfrm>
          <a:custGeom>
            <a:avLst/>
            <a:gdLst/>
            <a:ahLst/>
            <a:rect l="0" t="0" r="r" b="b"/>
            <a:pathLst>
              <a:path w="12" h="13">
                <a:moveTo>
                  <a:pt x="12" y="0"/>
                </a:moveTo>
                <a:lnTo>
                  <a:pt x="0" y="13"/>
                </a:lnTo>
                <a:lnTo>
                  <a:pt x="5" y="13"/>
                </a:lnTo>
                <a:lnTo>
                  <a:pt x="12" y="6"/>
                </a:lnTo>
                <a:lnTo>
                  <a:pt x="12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1150200" y="14551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7" y="0"/>
                </a:moveTo>
                <a:lnTo>
                  <a:pt x="0" y="8"/>
                </a:lnTo>
                <a:lnTo>
                  <a:pt x="7" y="8"/>
                </a:lnTo>
                <a:lnTo>
                  <a:pt x="7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647640" y="1952280"/>
            <a:ext cx="1829160" cy="10080"/>
          </a:xfrm>
          <a:custGeom>
            <a:avLst/>
            <a:gdLst/>
            <a:ahLst/>
            <a:rect l="0" t="0" r="r" b="b"/>
            <a:pathLst>
              <a:path w="5081" h="28">
                <a:moveTo>
                  <a:pt x="0" y="0"/>
                </a:moveTo>
                <a:lnTo>
                  <a:pt x="5081" y="0"/>
                </a:lnTo>
                <a:lnTo>
                  <a:pt x="5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2476440" y="1952280"/>
            <a:ext cx="2352960" cy="10080"/>
          </a:xfrm>
          <a:custGeom>
            <a:avLst/>
            <a:gdLst/>
            <a:ahLst/>
            <a:rect l="0" t="0" r="r" b="b"/>
            <a:pathLst>
              <a:path w="6536" h="28">
                <a:moveTo>
                  <a:pt x="0" y="0"/>
                </a:moveTo>
                <a:lnTo>
                  <a:pt x="6536" y="0"/>
                </a:lnTo>
                <a:lnTo>
                  <a:pt x="65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4829040" y="1952280"/>
            <a:ext cx="2086200" cy="10080"/>
          </a:xfrm>
          <a:custGeom>
            <a:avLst/>
            <a:gdLst/>
            <a:ahLst/>
            <a:rect l="0" t="0" r="r" b="b"/>
            <a:pathLst>
              <a:path w="5795" h="28">
                <a:moveTo>
                  <a:pt x="0" y="0"/>
                </a:moveTo>
                <a:lnTo>
                  <a:pt x="5795" y="0"/>
                </a:lnTo>
                <a:lnTo>
                  <a:pt x="57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647640" y="233352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2476440" y="2333520"/>
            <a:ext cx="2352960" cy="9720"/>
          </a:xfrm>
          <a:custGeom>
            <a:avLst/>
            <a:gdLst/>
            <a:ahLst/>
            <a:rect l="0" t="0" r="r" b="b"/>
            <a:pathLst>
              <a:path w="6536" h="27">
                <a:moveTo>
                  <a:pt x="0" y="0"/>
                </a:moveTo>
                <a:lnTo>
                  <a:pt x="6536" y="0"/>
                </a:lnTo>
                <a:lnTo>
                  <a:pt x="6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4829040" y="2333520"/>
            <a:ext cx="2086200" cy="9720"/>
          </a:xfrm>
          <a:custGeom>
            <a:avLst/>
            <a:gdLst/>
            <a:ah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647640" y="270504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2476440" y="2705040"/>
            <a:ext cx="2352960" cy="9720"/>
          </a:xfrm>
          <a:custGeom>
            <a:avLst/>
            <a:gdLst/>
            <a:ahLst/>
            <a:rect l="0" t="0" r="r" b="b"/>
            <a:pathLst>
              <a:path w="6536" h="27">
                <a:moveTo>
                  <a:pt x="0" y="0"/>
                </a:moveTo>
                <a:lnTo>
                  <a:pt x="6536" y="0"/>
                </a:lnTo>
                <a:lnTo>
                  <a:pt x="6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4829040" y="2705040"/>
            <a:ext cx="2086200" cy="9720"/>
          </a:xfrm>
          <a:custGeom>
            <a:avLst/>
            <a:gdLst/>
            <a:ah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647640" y="308592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2476440" y="3085920"/>
            <a:ext cx="2352960" cy="9720"/>
          </a:xfrm>
          <a:custGeom>
            <a:avLst/>
            <a:gdLst/>
            <a:ahLst/>
            <a:rect l="0" t="0" r="r" b="b"/>
            <a:pathLst>
              <a:path w="6536" h="27">
                <a:moveTo>
                  <a:pt x="0" y="0"/>
                </a:moveTo>
                <a:lnTo>
                  <a:pt x="6536" y="0"/>
                </a:lnTo>
                <a:lnTo>
                  <a:pt x="6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4829040" y="3085920"/>
            <a:ext cx="2086200" cy="9720"/>
          </a:xfrm>
          <a:custGeom>
            <a:avLst/>
            <a:gdLst/>
            <a:ah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0" name=""/>
          <p:cNvSpPr/>
          <p:nvPr/>
        </p:nvSpPr>
        <p:spPr>
          <a:xfrm>
            <a:off x="652320" y="5300640"/>
            <a:ext cx="6258240" cy="990720"/>
          </a:xfrm>
          <a:custGeom>
            <a:avLst/>
            <a:gdLst/>
            <a:ahLst/>
            <a:rect l="0" t="0" r="r" b="b"/>
            <a:pathLst>
              <a:path w="17384" h="2752">
                <a:moveTo>
                  <a:pt x="0" y="2525"/>
                </a:moveTo>
                <a:lnTo>
                  <a:pt x="0" y="226"/>
                </a:lnTo>
                <a:cubicBezTo>
                  <a:pt x="0" y="211"/>
                  <a:pt x="1" y="197"/>
                  <a:pt x="4" y="182"/>
                </a:cubicBezTo>
                <a:cubicBezTo>
                  <a:pt x="7" y="167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6"/>
                  <a:pt x="66" y="66"/>
                </a:cubicBezTo>
                <a:cubicBezTo>
                  <a:pt x="77" y="55"/>
                  <a:pt x="88" y="46"/>
                  <a:pt x="101" y="38"/>
                </a:cubicBezTo>
                <a:cubicBezTo>
                  <a:pt x="113" y="29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7" y="1"/>
                  <a:pt x="17201" y="4"/>
                </a:cubicBezTo>
                <a:cubicBezTo>
                  <a:pt x="17216" y="7"/>
                  <a:pt x="17230" y="11"/>
                  <a:pt x="17244" y="17"/>
                </a:cubicBezTo>
                <a:cubicBezTo>
                  <a:pt x="17258" y="23"/>
                  <a:pt x="17271" y="29"/>
                  <a:pt x="17283" y="38"/>
                </a:cubicBezTo>
                <a:cubicBezTo>
                  <a:pt x="17296" y="46"/>
                  <a:pt x="17307" y="55"/>
                  <a:pt x="17318" y="66"/>
                </a:cubicBezTo>
                <a:cubicBezTo>
                  <a:pt x="17328" y="76"/>
                  <a:pt x="17338" y="88"/>
                  <a:pt x="17346" y="100"/>
                </a:cubicBezTo>
                <a:cubicBezTo>
                  <a:pt x="17354" y="113"/>
                  <a:pt x="17361" y="126"/>
                  <a:pt x="17367" y="140"/>
                </a:cubicBezTo>
                <a:cubicBezTo>
                  <a:pt x="17372" y="153"/>
                  <a:pt x="17377" y="167"/>
                  <a:pt x="17380" y="182"/>
                </a:cubicBezTo>
                <a:cubicBezTo>
                  <a:pt x="17383" y="197"/>
                  <a:pt x="17384" y="211"/>
                  <a:pt x="17384" y="226"/>
                </a:cubicBezTo>
                <a:lnTo>
                  <a:pt x="17384" y="2525"/>
                </a:lnTo>
                <a:cubicBezTo>
                  <a:pt x="17384" y="2540"/>
                  <a:pt x="17383" y="2555"/>
                  <a:pt x="17380" y="2570"/>
                </a:cubicBezTo>
                <a:cubicBezTo>
                  <a:pt x="17377" y="2584"/>
                  <a:pt x="17372" y="2598"/>
                  <a:pt x="17367" y="2612"/>
                </a:cubicBezTo>
                <a:cubicBezTo>
                  <a:pt x="17361" y="2626"/>
                  <a:pt x="17354" y="2639"/>
                  <a:pt x="17346" y="2651"/>
                </a:cubicBezTo>
                <a:cubicBezTo>
                  <a:pt x="17338" y="2664"/>
                  <a:pt x="17328" y="2675"/>
                  <a:pt x="17318" y="2686"/>
                </a:cubicBezTo>
                <a:cubicBezTo>
                  <a:pt x="17307" y="2696"/>
                  <a:pt x="17296" y="2706"/>
                  <a:pt x="17283" y="2714"/>
                </a:cubicBezTo>
                <a:cubicBezTo>
                  <a:pt x="17271" y="2722"/>
                  <a:pt x="17258" y="2729"/>
                  <a:pt x="17244" y="2735"/>
                </a:cubicBezTo>
                <a:cubicBezTo>
                  <a:pt x="17230" y="2741"/>
                  <a:pt x="17216" y="2745"/>
                  <a:pt x="17201" y="2748"/>
                </a:cubicBezTo>
                <a:cubicBezTo>
                  <a:pt x="17187" y="2751"/>
                  <a:pt x="17172" y="2752"/>
                  <a:pt x="17157" y="2752"/>
                </a:cubicBezTo>
                <a:lnTo>
                  <a:pt x="227" y="2752"/>
                </a:lnTo>
                <a:cubicBezTo>
                  <a:pt x="212" y="2752"/>
                  <a:pt x="197" y="2751"/>
                  <a:pt x="182" y="2748"/>
                </a:cubicBezTo>
                <a:cubicBezTo>
                  <a:pt x="168" y="2745"/>
                  <a:pt x="154" y="2741"/>
                  <a:pt x="140" y="2735"/>
                </a:cubicBezTo>
                <a:cubicBezTo>
                  <a:pt x="126" y="2729"/>
                  <a:pt x="113" y="2722"/>
                  <a:pt x="101" y="2714"/>
                </a:cubicBezTo>
                <a:cubicBezTo>
                  <a:pt x="88" y="2706"/>
                  <a:pt x="77" y="2696"/>
                  <a:pt x="66" y="2686"/>
                </a:cubicBezTo>
                <a:cubicBezTo>
                  <a:pt x="56" y="2675"/>
                  <a:pt x="46" y="2664"/>
                  <a:pt x="38" y="2651"/>
                </a:cubicBezTo>
                <a:cubicBezTo>
                  <a:pt x="30" y="2639"/>
                  <a:pt x="23" y="2626"/>
                  <a:pt x="17" y="2612"/>
                </a:cubicBezTo>
                <a:cubicBezTo>
                  <a:pt x="11" y="2598"/>
                  <a:pt x="7" y="2584"/>
                  <a:pt x="4" y="2570"/>
                </a:cubicBezTo>
                <a:cubicBezTo>
                  <a:pt x="1" y="2555"/>
                  <a:pt x="0" y="2540"/>
                  <a:pt x="0" y="2525"/>
                </a:cubicBezTo>
                <a:close/>
              </a:path>
            </a:pathLst>
          </a:custGeom>
          <a:solidFill>
            <a:srgbClr val="120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652320" y="5300640"/>
            <a:ext cx="6258240" cy="990720"/>
          </a:xfrm>
          <a:custGeom>
            <a:avLst/>
            <a:gdLst/>
            <a:ahLst/>
            <a:rect l="0" t="0" r="r" b="b"/>
            <a:pathLst>
              <a:path w="17384" h="2752">
                <a:moveTo>
                  <a:pt x="0" y="2525"/>
                </a:moveTo>
                <a:lnTo>
                  <a:pt x="0" y="226"/>
                </a:lnTo>
                <a:cubicBezTo>
                  <a:pt x="0" y="211"/>
                  <a:pt x="1" y="197"/>
                  <a:pt x="4" y="182"/>
                </a:cubicBezTo>
                <a:cubicBezTo>
                  <a:pt x="7" y="167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6"/>
                  <a:pt x="66" y="66"/>
                </a:cubicBezTo>
                <a:cubicBezTo>
                  <a:pt x="77" y="55"/>
                  <a:pt x="88" y="46"/>
                  <a:pt x="101" y="38"/>
                </a:cubicBezTo>
                <a:cubicBezTo>
                  <a:pt x="113" y="29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17157" y="0"/>
                </a:lnTo>
                <a:cubicBezTo>
                  <a:pt x="17172" y="0"/>
                  <a:pt x="17187" y="1"/>
                  <a:pt x="17201" y="4"/>
                </a:cubicBezTo>
                <a:cubicBezTo>
                  <a:pt x="17216" y="7"/>
                  <a:pt x="17230" y="11"/>
                  <a:pt x="17244" y="17"/>
                </a:cubicBezTo>
                <a:cubicBezTo>
                  <a:pt x="17258" y="23"/>
                  <a:pt x="17271" y="29"/>
                  <a:pt x="17283" y="38"/>
                </a:cubicBezTo>
                <a:cubicBezTo>
                  <a:pt x="17296" y="46"/>
                  <a:pt x="17307" y="55"/>
                  <a:pt x="17318" y="66"/>
                </a:cubicBezTo>
                <a:cubicBezTo>
                  <a:pt x="17328" y="76"/>
                  <a:pt x="17338" y="88"/>
                  <a:pt x="17346" y="100"/>
                </a:cubicBezTo>
                <a:cubicBezTo>
                  <a:pt x="17354" y="113"/>
                  <a:pt x="17361" y="126"/>
                  <a:pt x="17367" y="140"/>
                </a:cubicBezTo>
                <a:cubicBezTo>
                  <a:pt x="17372" y="153"/>
                  <a:pt x="17377" y="167"/>
                  <a:pt x="17380" y="182"/>
                </a:cubicBezTo>
                <a:cubicBezTo>
                  <a:pt x="17383" y="197"/>
                  <a:pt x="17384" y="211"/>
                  <a:pt x="17384" y="226"/>
                </a:cubicBezTo>
                <a:lnTo>
                  <a:pt x="17384" y="2525"/>
                </a:lnTo>
                <a:cubicBezTo>
                  <a:pt x="17384" y="2540"/>
                  <a:pt x="17383" y="2555"/>
                  <a:pt x="17380" y="2570"/>
                </a:cubicBezTo>
                <a:cubicBezTo>
                  <a:pt x="17377" y="2584"/>
                  <a:pt x="17372" y="2598"/>
                  <a:pt x="17367" y="2612"/>
                </a:cubicBezTo>
                <a:cubicBezTo>
                  <a:pt x="17361" y="2626"/>
                  <a:pt x="17354" y="2639"/>
                  <a:pt x="17346" y="2651"/>
                </a:cubicBezTo>
                <a:cubicBezTo>
                  <a:pt x="17338" y="2664"/>
                  <a:pt x="17328" y="2675"/>
                  <a:pt x="17318" y="2686"/>
                </a:cubicBezTo>
                <a:cubicBezTo>
                  <a:pt x="17307" y="2696"/>
                  <a:pt x="17296" y="2706"/>
                  <a:pt x="17283" y="2714"/>
                </a:cubicBezTo>
                <a:cubicBezTo>
                  <a:pt x="17271" y="2722"/>
                  <a:pt x="17258" y="2729"/>
                  <a:pt x="17244" y="2735"/>
                </a:cubicBezTo>
                <a:cubicBezTo>
                  <a:pt x="17230" y="2741"/>
                  <a:pt x="17216" y="2745"/>
                  <a:pt x="17201" y="2748"/>
                </a:cubicBezTo>
                <a:cubicBezTo>
                  <a:pt x="17187" y="2751"/>
                  <a:pt x="17172" y="2752"/>
                  <a:pt x="17157" y="2752"/>
                </a:cubicBezTo>
                <a:lnTo>
                  <a:pt x="227" y="2752"/>
                </a:lnTo>
                <a:cubicBezTo>
                  <a:pt x="212" y="2752"/>
                  <a:pt x="197" y="2751"/>
                  <a:pt x="182" y="2748"/>
                </a:cubicBezTo>
                <a:cubicBezTo>
                  <a:pt x="168" y="2745"/>
                  <a:pt x="154" y="2741"/>
                  <a:pt x="140" y="2735"/>
                </a:cubicBezTo>
                <a:cubicBezTo>
                  <a:pt x="126" y="2729"/>
                  <a:pt x="113" y="2722"/>
                  <a:pt x="101" y="2714"/>
                </a:cubicBezTo>
                <a:cubicBezTo>
                  <a:pt x="88" y="2706"/>
                  <a:pt x="77" y="2696"/>
                  <a:pt x="66" y="2686"/>
                </a:cubicBezTo>
                <a:cubicBezTo>
                  <a:pt x="56" y="2675"/>
                  <a:pt x="46" y="2664"/>
                  <a:pt x="38" y="2651"/>
                </a:cubicBezTo>
                <a:cubicBezTo>
                  <a:pt x="30" y="2639"/>
                  <a:pt x="23" y="2626"/>
                  <a:pt x="17" y="2612"/>
                </a:cubicBezTo>
                <a:cubicBezTo>
                  <a:pt x="11" y="2598"/>
                  <a:pt x="7" y="2584"/>
                  <a:pt x="4" y="2570"/>
                </a:cubicBezTo>
                <a:cubicBezTo>
                  <a:pt x="1" y="2555"/>
                  <a:pt x="0" y="2540"/>
                  <a:pt x="0" y="2525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2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3" name=""/>
          <p:cNvSpPr txBox="1"/>
          <p:nvPr/>
        </p:nvSpPr>
        <p:spPr>
          <a:xfrm>
            <a:off x="647640" y="858240"/>
            <a:ext cx="118332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00" spc="-1" strike="noStrike">
                <a:solidFill>
                  <a:srgbClr val="6a26d8"/>
                </a:solidFill>
                <a:latin typeface="Inter-Semi"/>
                <a:ea typeface="Inter-Semi"/>
              </a:rPr>
              <a:t>0 4   ·   C O N T A C T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4" name=""/>
          <p:cNvSpPr txBox="1"/>
          <p:nvPr/>
        </p:nvSpPr>
        <p:spPr>
          <a:xfrm>
            <a:off x="647640" y="1052280"/>
            <a:ext cx="278676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We are here to help.</a:t>
            </a:r>
            <a:endParaRPr b="0" lang="en-US" sz="1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5" name=""/>
          <p:cNvSpPr txBox="1"/>
          <p:nvPr/>
        </p:nvSpPr>
        <p:spPr>
          <a:xfrm>
            <a:off x="755640" y="1739160"/>
            <a:ext cx="5814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C O N TAC T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6" name=""/>
          <p:cNvSpPr txBox="1"/>
          <p:nvPr/>
        </p:nvSpPr>
        <p:spPr>
          <a:xfrm>
            <a:off x="2584080" y="1739160"/>
            <a:ext cx="2599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F O R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7" name=""/>
          <p:cNvSpPr txBox="1"/>
          <p:nvPr/>
        </p:nvSpPr>
        <p:spPr>
          <a:xfrm>
            <a:off x="4934520" y="1739160"/>
            <a:ext cx="73224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R E S P O N S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8" name=""/>
          <p:cNvSpPr txBox="1"/>
          <p:nvPr/>
        </p:nvSpPr>
        <p:spPr>
          <a:xfrm>
            <a:off x="755640" y="2084760"/>
            <a:ext cx="1575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WhatsApp project group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9" name=""/>
          <p:cNvSpPr txBox="1"/>
          <p:nvPr/>
        </p:nvSpPr>
        <p:spPr>
          <a:xfrm>
            <a:off x="2584080" y="2080080"/>
            <a:ext cx="17823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Updates, questions and requests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0" name=""/>
          <p:cNvSpPr txBox="1"/>
          <p:nvPr/>
        </p:nvSpPr>
        <p:spPr>
          <a:xfrm>
            <a:off x="4934520" y="2080080"/>
            <a:ext cx="1271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Within one working day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1" name=""/>
          <p:cNvSpPr txBox="1"/>
          <p:nvPr/>
        </p:nvSpPr>
        <p:spPr>
          <a:xfrm>
            <a:off x="755640" y="2456280"/>
            <a:ext cx="5936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Hira Baig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2" name=""/>
          <p:cNvSpPr txBox="1"/>
          <p:nvPr/>
        </p:nvSpPr>
        <p:spPr>
          <a:xfrm>
            <a:off x="1252080" y="2451600"/>
            <a:ext cx="10659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, Managing Director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3" name=""/>
          <p:cNvSpPr txBox="1"/>
          <p:nvPr/>
        </p:nvSpPr>
        <p:spPr>
          <a:xfrm>
            <a:off x="2584080" y="2451600"/>
            <a:ext cx="2068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Scheduling, documents and payments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4" name=""/>
          <p:cNvSpPr txBox="1"/>
          <p:nvPr/>
        </p:nvSpPr>
        <p:spPr>
          <a:xfrm>
            <a:off x="4934520" y="2451600"/>
            <a:ext cx="1271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Within one working day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5" name=""/>
          <p:cNvSpPr txBox="1"/>
          <p:nvPr/>
        </p:nvSpPr>
        <p:spPr>
          <a:xfrm>
            <a:off x="755640" y="2837160"/>
            <a:ext cx="115452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Omer Bin Dawood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6" name=""/>
          <p:cNvSpPr txBox="1"/>
          <p:nvPr/>
        </p:nvSpPr>
        <p:spPr>
          <a:xfrm>
            <a:off x="1744920" y="2832480"/>
            <a:ext cx="515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, Founder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7" name=""/>
          <p:cNvSpPr txBox="1"/>
          <p:nvPr/>
        </p:nvSpPr>
        <p:spPr>
          <a:xfrm>
            <a:off x="2584080" y="2832480"/>
            <a:ext cx="1843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Technical matters and escalations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8" name=""/>
          <p:cNvSpPr txBox="1"/>
          <p:nvPr/>
        </p:nvSpPr>
        <p:spPr>
          <a:xfrm>
            <a:off x="4934520" y="2832480"/>
            <a:ext cx="18219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Website or email down: same day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9" name=""/>
          <p:cNvSpPr txBox="1"/>
          <p:nvPr/>
        </p:nvSpPr>
        <p:spPr>
          <a:xfrm>
            <a:off x="647640" y="3187800"/>
            <a:ext cx="28108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Working hours: Monday to Saturday, 1000 to 1900 PKT.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0" name=""/>
          <p:cNvSpPr/>
          <p:nvPr/>
        </p:nvSpPr>
        <p:spPr>
          <a:xfrm>
            <a:off x="652320" y="3890880"/>
            <a:ext cx="1981440" cy="1038600"/>
          </a:xfrm>
          <a:custGeom>
            <a:avLst/>
            <a:gdLst/>
            <a:ahLst/>
            <a:rect l="0" t="0" r="r" b="b"/>
            <a:pathLst>
              <a:path w="5504" h="2885">
                <a:moveTo>
                  <a:pt x="0" y="2658"/>
                </a:moveTo>
                <a:lnTo>
                  <a:pt x="0" y="226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5277" y="0"/>
                </a:lnTo>
                <a:cubicBezTo>
                  <a:pt x="5292" y="0"/>
                  <a:pt x="5307" y="1"/>
                  <a:pt x="5322" y="4"/>
                </a:cubicBezTo>
                <a:cubicBezTo>
                  <a:pt x="5336" y="7"/>
                  <a:pt x="5350" y="11"/>
                  <a:pt x="5364" y="17"/>
                </a:cubicBezTo>
                <a:cubicBezTo>
                  <a:pt x="5378" y="23"/>
                  <a:pt x="5391" y="30"/>
                  <a:pt x="5403" y="38"/>
                </a:cubicBezTo>
                <a:cubicBezTo>
                  <a:pt x="5416" y="46"/>
                  <a:pt x="5427" y="56"/>
                  <a:pt x="5438" y="66"/>
                </a:cubicBezTo>
                <a:cubicBezTo>
                  <a:pt x="5448" y="77"/>
                  <a:pt x="5458" y="88"/>
                  <a:pt x="5466" y="100"/>
                </a:cubicBezTo>
                <a:cubicBezTo>
                  <a:pt x="5474" y="113"/>
                  <a:pt x="5481" y="126"/>
                  <a:pt x="5487" y="140"/>
                </a:cubicBezTo>
                <a:cubicBezTo>
                  <a:pt x="5493" y="153"/>
                  <a:pt x="5497" y="168"/>
                  <a:pt x="5500" y="182"/>
                </a:cubicBezTo>
                <a:cubicBezTo>
                  <a:pt x="5503" y="197"/>
                  <a:pt x="5504" y="212"/>
                  <a:pt x="5504" y="226"/>
                </a:cubicBezTo>
                <a:lnTo>
                  <a:pt x="5504" y="2658"/>
                </a:lnTo>
                <a:cubicBezTo>
                  <a:pt x="5504" y="2673"/>
                  <a:pt x="5503" y="2688"/>
                  <a:pt x="5500" y="2702"/>
                </a:cubicBezTo>
                <a:cubicBezTo>
                  <a:pt x="5497" y="2717"/>
                  <a:pt x="5493" y="2731"/>
                  <a:pt x="5487" y="2745"/>
                </a:cubicBezTo>
                <a:cubicBezTo>
                  <a:pt x="5481" y="2758"/>
                  <a:pt x="5474" y="2772"/>
                  <a:pt x="5466" y="2784"/>
                </a:cubicBezTo>
                <a:cubicBezTo>
                  <a:pt x="5458" y="2796"/>
                  <a:pt x="5448" y="2808"/>
                  <a:pt x="5438" y="2818"/>
                </a:cubicBezTo>
                <a:cubicBezTo>
                  <a:pt x="5427" y="2829"/>
                  <a:pt x="5416" y="2838"/>
                  <a:pt x="5403" y="2846"/>
                </a:cubicBezTo>
                <a:cubicBezTo>
                  <a:pt x="5391" y="2855"/>
                  <a:pt x="5378" y="2862"/>
                  <a:pt x="5364" y="2867"/>
                </a:cubicBezTo>
                <a:cubicBezTo>
                  <a:pt x="5350" y="2873"/>
                  <a:pt x="5336" y="2877"/>
                  <a:pt x="5322" y="2880"/>
                </a:cubicBezTo>
                <a:cubicBezTo>
                  <a:pt x="5307" y="2883"/>
                  <a:pt x="5292" y="2885"/>
                  <a:pt x="5277" y="2885"/>
                </a:cubicBezTo>
                <a:lnTo>
                  <a:pt x="227" y="2885"/>
                </a:lnTo>
                <a:cubicBezTo>
                  <a:pt x="212" y="2885"/>
                  <a:pt x="197" y="2883"/>
                  <a:pt x="182" y="2880"/>
                </a:cubicBezTo>
                <a:cubicBezTo>
                  <a:pt x="168" y="2877"/>
                  <a:pt x="154" y="2873"/>
                  <a:pt x="140" y="2867"/>
                </a:cubicBezTo>
                <a:cubicBezTo>
                  <a:pt x="126" y="2862"/>
                  <a:pt x="113" y="2855"/>
                  <a:pt x="101" y="2846"/>
                </a:cubicBezTo>
                <a:cubicBezTo>
                  <a:pt x="88" y="2838"/>
                  <a:pt x="77" y="2829"/>
                  <a:pt x="66" y="2818"/>
                </a:cubicBezTo>
                <a:cubicBezTo>
                  <a:pt x="56" y="2808"/>
                  <a:pt x="46" y="2796"/>
                  <a:pt x="38" y="2784"/>
                </a:cubicBezTo>
                <a:cubicBezTo>
                  <a:pt x="30" y="2772"/>
                  <a:pt x="23" y="2758"/>
                  <a:pt x="17" y="2745"/>
                </a:cubicBezTo>
                <a:cubicBezTo>
                  <a:pt x="11" y="2731"/>
                  <a:pt x="7" y="2717"/>
                  <a:pt x="4" y="2702"/>
                </a:cubicBezTo>
                <a:cubicBezTo>
                  <a:pt x="1" y="2688"/>
                  <a:pt x="0" y="2673"/>
                  <a:pt x="0" y="2658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1" name=""/>
          <p:cNvSpPr/>
          <p:nvPr/>
        </p:nvSpPr>
        <p:spPr>
          <a:xfrm>
            <a:off x="652320" y="3890880"/>
            <a:ext cx="1981440" cy="1038600"/>
          </a:xfrm>
          <a:custGeom>
            <a:avLst/>
            <a:gdLst/>
            <a:ahLst/>
            <a:rect l="0" t="0" r="r" b="b"/>
            <a:pathLst>
              <a:path w="5504" h="2885">
                <a:moveTo>
                  <a:pt x="0" y="2658"/>
                </a:moveTo>
                <a:lnTo>
                  <a:pt x="0" y="226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5277" y="0"/>
                </a:lnTo>
                <a:cubicBezTo>
                  <a:pt x="5292" y="0"/>
                  <a:pt x="5307" y="1"/>
                  <a:pt x="5322" y="4"/>
                </a:cubicBezTo>
                <a:cubicBezTo>
                  <a:pt x="5336" y="7"/>
                  <a:pt x="5350" y="11"/>
                  <a:pt x="5364" y="17"/>
                </a:cubicBezTo>
                <a:cubicBezTo>
                  <a:pt x="5378" y="23"/>
                  <a:pt x="5391" y="30"/>
                  <a:pt x="5403" y="38"/>
                </a:cubicBezTo>
                <a:cubicBezTo>
                  <a:pt x="5416" y="46"/>
                  <a:pt x="5427" y="56"/>
                  <a:pt x="5438" y="66"/>
                </a:cubicBezTo>
                <a:cubicBezTo>
                  <a:pt x="5448" y="77"/>
                  <a:pt x="5458" y="88"/>
                  <a:pt x="5466" y="100"/>
                </a:cubicBezTo>
                <a:cubicBezTo>
                  <a:pt x="5474" y="113"/>
                  <a:pt x="5481" y="126"/>
                  <a:pt x="5487" y="140"/>
                </a:cubicBezTo>
                <a:cubicBezTo>
                  <a:pt x="5493" y="153"/>
                  <a:pt x="5497" y="168"/>
                  <a:pt x="5500" y="182"/>
                </a:cubicBezTo>
                <a:cubicBezTo>
                  <a:pt x="5503" y="197"/>
                  <a:pt x="5504" y="212"/>
                  <a:pt x="5504" y="226"/>
                </a:cubicBezTo>
                <a:lnTo>
                  <a:pt x="5504" y="2658"/>
                </a:lnTo>
                <a:cubicBezTo>
                  <a:pt x="5504" y="2673"/>
                  <a:pt x="5503" y="2688"/>
                  <a:pt x="5500" y="2702"/>
                </a:cubicBezTo>
                <a:cubicBezTo>
                  <a:pt x="5497" y="2717"/>
                  <a:pt x="5493" y="2731"/>
                  <a:pt x="5487" y="2745"/>
                </a:cubicBezTo>
                <a:cubicBezTo>
                  <a:pt x="5481" y="2758"/>
                  <a:pt x="5474" y="2772"/>
                  <a:pt x="5466" y="2784"/>
                </a:cubicBezTo>
                <a:cubicBezTo>
                  <a:pt x="5458" y="2796"/>
                  <a:pt x="5448" y="2808"/>
                  <a:pt x="5438" y="2818"/>
                </a:cubicBezTo>
                <a:cubicBezTo>
                  <a:pt x="5427" y="2829"/>
                  <a:pt x="5416" y="2838"/>
                  <a:pt x="5403" y="2846"/>
                </a:cubicBezTo>
                <a:cubicBezTo>
                  <a:pt x="5391" y="2855"/>
                  <a:pt x="5378" y="2862"/>
                  <a:pt x="5364" y="2867"/>
                </a:cubicBezTo>
                <a:cubicBezTo>
                  <a:pt x="5350" y="2873"/>
                  <a:pt x="5336" y="2877"/>
                  <a:pt x="5322" y="2880"/>
                </a:cubicBezTo>
                <a:cubicBezTo>
                  <a:pt x="5307" y="2883"/>
                  <a:pt x="5292" y="2885"/>
                  <a:pt x="5277" y="2885"/>
                </a:cubicBezTo>
                <a:lnTo>
                  <a:pt x="227" y="2885"/>
                </a:lnTo>
                <a:cubicBezTo>
                  <a:pt x="212" y="2885"/>
                  <a:pt x="197" y="2883"/>
                  <a:pt x="182" y="2880"/>
                </a:cubicBezTo>
                <a:cubicBezTo>
                  <a:pt x="168" y="2877"/>
                  <a:pt x="154" y="2873"/>
                  <a:pt x="140" y="2867"/>
                </a:cubicBezTo>
                <a:cubicBezTo>
                  <a:pt x="126" y="2862"/>
                  <a:pt x="113" y="2855"/>
                  <a:pt x="101" y="2846"/>
                </a:cubicBezTo>
                <a:cubicBezTo>
                  <a:pt x="88" y="2838"/>
                  <a:pt x="77" y="2829"/>
                  <a:pt x="66" y="2818"/>
                </a:cubicBezTo>
                <a:cubicBezTo>
                  <a:pt x="56" y="2808"/>
                  <a:pt x="46" y="2796"/>
                  <a:pt x="38" y="2784"/>
                </a:cubicBezTo>
                <a:cubicBezTo>
                  <a:pt x="30" y="2772"/>
                  <a:pt x="23" y="2758"/>
                  <a:pt x="17" y="2745"/>
                </a:cubicBezTo>
                <a:cubicBezTo>
                  <a:pt x="11" y="2731"/>
                  <a:pt x="7" y="2717"/>
                  <a:pt x="4" y="2702"/>
                </a:cubicBezTo>
                <a:cubicBezTo>
                  <a:pt x="1" y="2688"/>
                  <a:pt x="0" y="2673"/>
                  <a:pt x="0" y="2658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2" name=""/>
          <p:cNvSpPr txBox="1"/>
          <p:nvPr/>
        </p:nvSpPr>
        <p:spPr>
          <a:xfrm>
            <a:off x="647640" y="3648240"/>
            <a:ext cx="802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50" spc="-1" strike="noStrike">
                <a:solidFill>
                  <a:srgbClr val="0e0e14"/>
                </a:solidFill>
                <a:latin typeface="Inter-Semi"/>
                <a:ea typeface="Inter-Semi"/>
              </a:rPr>
              <a:t>Next steps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3" name=""/>
          <p:cNvSpPr txBox="1"/>
          <p:nvPr/>
        </p:nvSpPr>
        <p:spPr>
          <a:xfrm>
            <a:off x="837000" y="4070160"/>
            <a:ext cx="30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400" spc="-1" strike="noStrike">
                <a:solidFill>
                  <a:srgbClr val="6a26d8"/>
                </a:solidFill>
                <a:latin typeface="PlayfairDisplay-Semi"/>
                <a:ea typeface="PlayfairDisplay-Semi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4" name=""/>
          <p:cNvSpPr txBox="1"/>
          <p:nvPr/>
        </p:nvSpPr>
        <p:spPr>
          <a:xfrm>
            <a:off x="837000" y="4473720"/>
            <a:ext cx="13633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Review and sign the Service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5" name=""/>
          <p:cNvSpPr/>
          <p:nvPr/>
        </p:nvSpPr>
        <p:spPr>
          <a:xfrm>
            <a:off x="2786040" y="3890880"/>
            <a:ext cx="1990800" cy="1038600"/>
          </a:xfrm>
          <a:custGeom>
            <a:avLst/>
            <a:gdLst/>
            <a:ahLst/>
            <a:rect l="0" t="0" r="r" b="b"/>
            <a:pathLst>
              <a:path w="5530" h="2885">
                <a:moveTo>
                  <a:pt x="0" y="2658"/>
                </a:moveTo>
                <a:lnTo>
                  <a:pt x="0" y="226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5" y="77"/>
                  <a:pt x="66" y="66"/>
                </a:cubicBezTo>
                <a:cubicBezTo>
                  <a:pt x="77" y="56"/>
                  <a:pt x="88" y="46"/>
                  <a:pt x="100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3" y="11"/>
                  <a:pt x="167" y="7"/>
                  <a:pt x="182" y="4"/>
                </a:cubicBezTo>
                <a:cubicBezTo>
                  <a:pt x="197" y="1"/>
                  <a:pt x="211" y="0"/>
                  <a:pt x="226" y="0"/>
                </a:cubicBezTo>
                <a:lnTo>
                  <a:pt x="5304" y="0"/>
                </a:lnTo>
                <a:cubicBezTo>
                  <a:pt x="5318" y="0"/>
                  <a:pt x="5333" y="1"/>
                  <a:pt x="5348" y="4"/>
                </a:cubicBezTo>
                <a:cubicBezTo>
                  <a:pt x="5362" y="7"/>
                  <a:pt x="5377" y="11"/>
                  <a:pt x="5390" y="17"/>
                </a:cubicBezTo>
                <a:cubicBezTo>
                  <a:pt x="5404" y="23"/>
                  <a:pt x="5417" y="30"/>
                  <a:pt x="5430" y="38"/>
                </a:cubicBezTo>
                <a:cubicBezTo>
                  <a:pt x="5442" y="46"/>
                  <a:pt x="5453" y="56"/>
                  <a:pt x="5464" y="66"/>
                </a:cubicBezTo>
                <a:cubicBezTo>
                  <a:pt x="5474" y="77"/>
                  <a:pt x="5484" y="88"/>
                  <a:pt x="5492" y="100"/>
                </a:cubicBezTo>
                <a:cubicBezTo>
                  <a:pt x="5500" y="113"/>
                  <a:pt x="5507" y="126"/>
                  <a:pt x="5513" y="140"/>
                </a:cubicBezTo>
                <a:cubicBezTo>
                  <a:pt x="5519" y="153"/>
                  <a:pt x="5523" y="168"/>
                  <a:pt x="5526" y="182"/>
                </a:cubicBezTo>
                <a:cubicBezTo>
                  <a:pt x="5529" y="197"/>
                  <a:pt x="5530" y="212"/>
                  <a:pt x="5530" y="226"/>
                </a:cubicBezTo>
                <a:lnTo>
                  <a:pt x="5530" y="2658"/>
                </a:lnTo>
                <a:cubicBezTo>
                  <a:pt x="5530" y="2673"/>
                  <a:pt x="5529" y="2688"/>
                  <a:pt x="5526" y="2702"/>
                </a:cubicBezTo>
                <a:cubicBezTo>
                  <a:pt x="5523" y="2717"/>
                  <a:pt x="5519" y="2731"/>
                  <a:pt x="5513" y="2745"/>
                </a:cubicBezTo>
                <a:cubicBezTo>
                  <a:pt x="5507" y="2758"/>
                  <a:pt x="5500" y="2772"/>
                  <a:pt x="5492" y="2784"/>
                </a:cubicBezTo>
                <a:cubicBezTo>
                  <a:pt x="5484" y="2796"/>
                  <a:pt x="5474" y="2808"/>
                  <a:pt x="5464" y="2818"/>
                </a:cubicBezTo>
                <a:cubicBezTo>
                  <a:pt x="5453" y="2829"/>
                  <a:pt x="5442" y="2838"/>
                  <a:pt x="5430" y="2846"/>
                </a:cubicBezTo>
                <a:cubicBezTo>
                  <a:pt x="5417" y="2855"/>
                  <a:pt x="5404" y="2862"/>
                  <a:pt x="5390" y="2867"/>
                </a:cubicBezTo>
                <a:cubicBezTo>
                  <a:pt x="5377" y="2873"/>
                  <a:pt x="5362" y="2877"/>
                  <a:pt x="5348" y="2880"/>
                </a:cubicBezTo>
                <a:cubicBezTo>
                  <a:pt x="5333" y="2883"/>
                  <a:pt x="5318" y="2885"/>
                  <a:pt x="5304" y="2885"/>
                </a:cubicBezTo>
                <a:lnTo>
                  <a:pt x="226" y="2885"/>
                </a:lnTo>
                <a:cubicBezTo>
                  <a:pt x="211" y="2885"/>
                  <a:pt x="197" y="2883"/>
                  <a:pt x="182" y="2880"/>
                </a:cubicBezTo>
                <a:cubicBezTo>
                  <a:pt x="167" y="2877"/>
                  <a:pt x="153" y="2873"/>
                  <a:pt x="140" y="2867"/>
                </a:cubicBezTo>
                <a:cubicBezTo>
                  <a:pt x="126" y="2862"/>
                  <a:pt x="113" y="2855"/>
                  <a:pt x="100" y="2846"/>
                </a:cubicBezTo>
                <a:cubicBezTo>
                  <a:pt x="88" y="2838"/>
                  <a:pt x="77" y="2829"/>
                  <a:pt x="66" y="2818"/>
                </a:cubicBezTo>
                <a:cubicBezTo>
                  <a:pt x="55" y="2808"/>
                  <a:pt x="46" y="2796"/>
                  <a:pt x="38" y="2784"/>
                </a:cubicBezTo>
                <a:cubicBezTo>
                  <a:pt x="30" y="2772"/>
                  <a:pt x="23" y="2758"/>
                  <a:pt x="17" y="2745"/>
                </a:cubicBezTo>
                <a:cubicBezTo>
                  <a:pt x="11" y="2731"/>
                  <a:pt x="7" y="2717"/>
                  <a:pt x="4" y="2702"/>
                </a:cubicBezTo>
                <a:cubicBezTo>
                  <a:pt x="1" y="2688"/>
                  <a:pt x="0" y="2673"/>
                  <a:pt x="0" y="2658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6" name=""/>
          <p:cNvSpPr/>
          <p:nvPr/>
        </p:nvSpPr>
        <p:spPr>
          <a:xfrm>
            <a:off x="2786040" y="3890880"/>
            <a:ext cx="1990800" cy="1038600"/>
          </a:xfrm>
          <a:custGeom>
            <a:avLst/>
            <a:gdLst/>
            <a:ahLst/>
            <a:rect l="0" t="0" r="r" b="b"/>
            <a:pathLst>
              <a:path w="5530" h="2885">
                <a:moveTo>
                  <a:pt x="0" y="2658"/>
                </a:moveTo>
                <a:lnTo>
                  <a:pt x="0" y="226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5" y="77"/>
                  <a:pt x="66" y="66"/>
                </a:cubicBezTo>
                <a:cubicBezTo>
                  <a:pt x="77" y="56"/>
                  <a:pt x="88" y="46"/>
                  <a:pt x="100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3" y="11"/>
                  <a:pt x="167" y="7"/>
                  <a:pt x="182" y="4"/>
                </a:cubicBezTo>
                <a:cubicBezTo>
                  <a:pt x="197" y="1"/>
                  <a:pt x="211" y="0"/>
                  <a:pt x="226" y="0"/>
                </a:cubicBezTo>
                <a:lnTo>
                  <a:pt x="5304" y="0"/>
                </a:lnTo>
                <a:cubicBezTo>
                  <a:pt x="5318" y="0"/>
                  <a:pt x="5333" y="1"/>
                  <a:pt x="5348" y="4"/>
                </a:cubicBezTo>
                <a:cubicBezTo>
                  <a:pt x="5362" y="7"/>
                  <a:pt x="5377" y="11"/>
                  <a:pt x="5390" y="17"/>
                </a:cubicBezTo>
                <a:cubicBezTo>
                  <a:pt x="5404" y="23"/>
                  <a:pt x="5417" y="30"/>
                  <a:pt x="5430" y="38"/>
                </a:cubicBezTo>
                <a:cubicBezTo>
                  <a:pt x="5442" y="46"/>
                  <a:pt x="5453" y="56"/>
                  <a:pt x="5464" y="66"/>
                </a:cubicBezTo>
                <a:cubicBezTo>
                  <a:pt x="5474" y="77"/>
                  <a:pt x="5484" y="88"/>
                  <a:pt x="5492" y="100"/>
                </a:cubicBezTo>
                <a:cubicBezTo>
                  <a:pt x="5500" y="113"/>
                  <a:pt x="5507" y="126"/>
                  <a:pt x="5513" y="140"/>
                </a:cubicBezTo>
                <a:cubicBezTo>
                  <a:pt x="5519" y="153"/>
                  <a:pt x="5523" y="168"/>
                  <a:pt x="5526" y="182"/>
                </a:cubicBezTo>
                <a:cubicBezTo>
                  <a:pt x="5529" y="197"/>
                  <a:pt x="5530" y="212"/>
                  <a:pt x="5530" y="226"/>
                </a:cubicBezTo>
                <a:lnTo>
                  <a:pt x="5530" y="2658"/>
                </a:lnTo>
                <a:cubicBezTo>
                  <a:pt x="5530" y="2673"/>
                  <a:pt x="5529" y="2688"/>
                  <a:pt x="5526" y="2702"/>
                </a:cubicBezTo>
                <a:cubicBezTo>
                  <a:pt x="5523" y="2717"/>
                  <a:pt x="5519" y="2731"/>
                  <a:pt x="5513" y="2745"/>
                </a:cubicBezTo>
                <a:cubicBezTo>
                  <a:pt x="5507" y="2758"/>
                  <a:pt x="5500" y="2772"/>
                  <a:pt x="5492" y="2784"/>
                </a:cubicBezTo>
                <a:cubicBezTo>
                  <a:pt x="5484" y="2796"/>
                  <a:pt x="5474" y="2808"/>
                  <a:pt x="5464" y="2818"/>
                </a:cubicBezTo>
                <a:cubicBezTo>
                  <a:pt x="5453" y="2829"/>
                  <a:pt x="5442" y="2838"/>
                  <a:pt x="5430" y="2846"/>
                </a:cubicBezTo>
                <a:cubicBezTo>
                  <a:pt x="5417" y="2855"/>
                  <a:pt x="5404" y="2862"/>
                  <a:pt x="5390" y="2867"/>
                </a:cubicBezTo>
                <a:cubicBezTo>
                  <a:pt x="5377" y="2873"/>
                  <a:pt x="5362" y="2877"/>
                  <a:pt x="5348" y="2880"/>
                </a:cubicBezTo>
                <a:cubicBezTo>
                  <a:pt x="5333" y="2883"/>
                  <a:pt x="5318" y="2885"/>
                  <a:pt x="5304" y="2885"/>
                </a:cubicBezTo>
                <a:lnTo>
                  <a:pt x="226" y="2885"/>
                </a:lnTo>
                <a:cubicBezTo>
                  <a:pt x="211" y="2885"/>
                  <a:pt x="197" y="2883"/>
                  <a:pt x="182" y="2880"/>
                </a:cubicBezTo>
                <a:cubicBezTo>
                  <a:pt x="167" y="2877"/>
                  <a:pt x="153" y="2873"/>
                  <a:pt x="140" y="2867"/>
                </a:cubicBezTo>
                <a:cubicBezTo>
                  <a:pt x="126" y="2862"/>
                  <a:pt x="113" y="2855"/>
                  <a:pt x="100" y="2846"/>
                </a:cubicBezTo>
                <a:cubicBezTo>
                  <a:pt x="88" y="2838"/>
                  <a:pt x="77" y="2829"/>
                  <a:pt x="66" y="2818"/>
                </a:cubicBezTo>
                <a:cubicBezTo>
                  <a:pt x="55" y="2808"/>
                  <a:pt x="46" y="2796"/>
                  <a:pt x="38" y="2784"/>
                </a:cubicBezTo>
                <a:cubicBezTo>
                  <a:pt x="30" y="2772"/>
                  <a:pt x="23" y="2758"/>
                  <a:pt x="17" y="2745"/>
                </a:cubicBezTo>
                <a:cubicBezTo>
                  <a:pt x="11" y="2731"/>
                  <a:pt x="7" y="2717"/>
                  <a:pt x="4" y="2702"/>
                </a:cubicBezTo>
                <a:cubicBezTo>
                  <a:pt x="1" y="2688"/>
                  <a:pt x="0" y="2673"/>
                  <a:pt x="0" y="2658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7" name=""/>
          <p:cNvSpPr txBox="1"/>
          <p:nvPr/>
        </p:nvSpPr>
        <p:spPr>
          <a:xfrm>
            <a:off x="837000" y="4635360"/>
            <a:ext cx="532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Agreement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8" name=""/>
          <p:cNvSpPr txBox="1"/>
          <p:nvPr/>
        </p:nvSpPr>
        <p:spPr>
          <a:xfrm>
            <a:off x="2974320" y="4070160"/>
            <a:ext cx="30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400" spc="-1" strike="noStrike">
                <a:solidFill>
                  <a:srgbClr val="6a26d8"/>
                </a:solidFill>
                <a:latin typeface="PlayfairDisplay-Semi"/>
                <a:ea typeface="PlayfairDisplay-Semi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9" name=""/>
          <p:cNvSpPr txBox="1"/>
          <p:nvPr/>
        </p:nvSpPr>
        <p:spPr>
          <a:xfrm>
            <a:off x="2974320" y="4473720"/>
            <a:ext cx="1430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Settle the development fee of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0" name=""/>
          <p:cNvSpPr/>
          <p:nvPr/>
        </p:nvSpPr>
        <p:spPr>
          <a:xfrm>
            <a:off x="4929120" y="3890880"/>
            <a:ext cx="1981440" cy="1038600"/>
          </a:xfrm>
          <a:custGeom>
            <a:avLst/>
            <a:gdLst/>
            <a:ahLst/>
            <a:rect l="0" t="0" r="r" b="b"/>
            <a:pathLst>
              <a:path w="5504" h="2885">
                <a:moveTo>
                  <a:pt x="0" y="2658"/>
                </a:moveTo>
                <a:lnTo>
                  <a:pt x="0" y="226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7"/>
                  <a:pt x="67" y="66"/>
                </a:cubicBezTo>
                <a:cubicBezTo>
                  <a:pt x="78" y="56"/>
                  <a:pt x="89" y="46"/>
                  <a:pt x="101" y="38"/>
                </a:cubicBezTo>
                <a:cubicBezTo>
                  <a:pt x="114" y="30"/>
                  <a:pt x="127" y="23"/>
                  <a:pt x="141" y="17"/>
                </a:cubicBezTo>
                <a:cubicBezTo>
                  <a:pt x="154" y="11"/>
                  <a:pt x="169" y="7"/>
                  <a:pt x="183" y="4"/>
                </a:cubicBezTo>
                <a:cubicBezTo>
                  <a:pt x="198" y="1"/>
                  <a:pt x="213" y="0"/>
                  <a:pt x="227" y="0"/>
                </a:cubicBezTo>
                <a:lnTo>
                  <a:pt x="5277" y="0"/>
                </a:lnTo>
                <a:cubicBezTo>
                  <a:pt x="5292" y="0"/>
                  <a:pt x="5307" y="1"/>
                  <a:pt x="5321" y="4"/>
                </a:cubicBezTo>
                <a:cubicBezTo>
                  <a:pt x="5336" y="7"/>
                  <a:pt x="5350" y="11"/>
                  <a:pt x="5364" y="17"/>
                </a:cubicBezTo>
                <a:cubicBezTo>
                  <a:pt x="5378" y="23"/>
                  <a:pt x="5391" y="30"/>
                  <a:pt x="5403" y="38"/>
                </a:cubicBezTo>
                <a:cubicBezTo>
                  <a:pt x="5416" y="46"/>
                  <a:pt x="5427" y="56"/>
                  <a:pt x="5438" y="66"/>
                </a:cubicBezTo>
                <a:cubicBezTo>
                  <a:pt x="5448" y="77"/>
                  <a:pt x="5458" y="88"/>
                  <a:pt x="5466" y="100"/>
                </a:cubicBezTo>
                <a:cubicBezTo>
                  <a:pt x="5474" y="113"/>
                  <a:pt x="5481" y="126"/>
                  <a:pt x="5487" y="140"/>
                </a:cubicBezTo>
                <a:cubicBezTo>
                  <a:pt x="5492" y="153"/>
                  <a:pt x="5497" y="168"/>
                  <a:pt x="5500" y="182"/>
                </a:cubicBezTo>
                <a:cubicBezTo>
                  <a:pt x="5503" y="197"/>
                  <a:pt x="5504" y="212"/>
                  <a:pt x="5504" y="226"/>
                </a:cubicBezTo>
                <a:lnTo>
                  <a:pt x="5504" y="2658"/>
                </a:lnTo>
                <a:cubicBezTo>
                  <a:pt x="5504" y="2673"/>
                  <a:pt x="5503" y="2688"/>
                  <a:pt x="5500" y="2702"/>
                </a:cubicBezTo>
                <a:cubicBezTo>
                  <a:pt x="5497" y="2717"/>
                  <a:pt x="5492" y="2731"/>
                  <a:pt x="5487" y="2745"/>
                </a:cubicBezTo>
                <a:cubicBezTo>
                  <a:pt x="5481" y="2758"/>
                  <a:pt x="5474" y="2772"/>
                  <a:pt x="5466" y="2784"/>
                </a:cubicBezTo>
                <a:cubicBezTo>
                  <a:pt x="5458" y="2796"/>
                  <a:pt x="5448" y="2808"/>
                  <a:pt x="5438" y="2818"/>
                </a:cubicBezTo>
                <a:cubicBezTo>
                  <a:pt x="5427" y="2829"/>
                  <a:pt x="5416" y="2838"/>
                  <a:pt x="5403" y="2846"/>
                </a:cubicBezTo>
                <a:cubicBezTo>
                  <a:pt x="5391" y="2855"/>
                  <a:pt x="5378" y="2862"/>
                  <a:pt x="5364" y="2867"/>
                </a:cubicBezTo>
                <a:cubicBezTo>
                  <a:pt x="5350" y="2873"/>
                  <a:pt x="5336" y="2877"/>
                  <a:pt x="5321" y="2880"/>
                </a:cubicBezTo>
                <a:cubicBezTo>
                  <a:pt x="5307" y="2883"/>
                  <a:pt x="5292" y="2885"/>
                  <a:pt x="5277" y="2885"/>
                </a:cubicBezTo>
                <a:lnTo>
                  <a:pt x="227" y="2885"/>
                </a:lnTo>
                <a:cubicBezTo>
                  <a:pt x="213" y="2885"/>
                  <a:pt x="198" y="2883"/>
                  <a:pt x="183" y="2880"/>
                </a:cubicBezTo>
                <a:cubicBezTo>
                  <a:pt x="169" y="2877"/>
                  <a:pt x="154" y="2873"/>
                  <a:pt x="141" y="2867"/>
                </a:cubicBezTo>
                <a:cubicBezTo>
                  <a:pt x="127" y="2862"/>
                  <a:pt x="114" y="2855"/>
                  <a:pt x="101" y="2846"/>
                </a:cubicBezTo>
                <a:cubicBezTo>
                  <a:pt x="89" y="2838"/>
                  <a:pt x="78" y="2829"/>
                  <a:pt x="67" y="2818"/>
                </a:cubicBezTo>
                <a:cubicBezTo>
                  <a:pt x="56" y="2808"/>
                  <a:pt x="46" y="2796"/>
                  <a:pt x="38" y="2784"/>
                </a:cubicBezTo>
                <a:cubicBezTo>
                  <a:pt x="30" y="2772"/>
                  <a:pt x="23" y="2758"/>
                  <a:pt x="17" y="2745"/>
                </a:cubicBezTo>
                <a:cubicBezTo>
                  <a:pt x="11" y="2731"/>
                  <a:pt x="7" y="2717"/>
                  <a:pt x="4" y="2702"/>
                </a:cubicBezTo>
                <a:cubicBezTo>
                  <a:pt x="1" y="2688"/>
                  <a:pt x="0" y="2673"/>
                  <a:pt x="0" y="2658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1" name=""/>
          <p:cNvSpPr/>
          <p:nvPr/>
        </p:nvSpPr>
        <p:spPr>
          <a:xfrm>
            <a:off x="4929120" y="3890880"/>
            <a:ext cx="1981440" cy="1038600"/>
          </a:xfrm>
          <a:custGeom>
            <a:avLst/>
            <a:gdLst/>
            <a:ahLst/>
            <a:rect l="0" t="0" r="r" b="b"/>
            <a:pathLst>
              <a:path w="5504" h="2885">
                <a:moveTo>
                  <a:pt x="0" y="2658"/>
                </a:moveTo>
                <a:lnTo>
                  <a:pt x="0" y="226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3"/>
                  <a:pt x="17" y="140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7"/>
                  <a:pt x="67" y="66"/>
                </a:cubicBezTo>
                <a:cubicBezTo>
                  <a:pt x="78" y="56"/>
                  <a:pt x="89" y="46"/>
                  <a:pt x="101" y="38"/>
                </a:cubicBezTo>
                <a:cubicBezTo>
                  <a:pt x="114" y="30"/>
                  <a:pt x="127" y="23"/>
                  <a:pt x="141" y="17"/>
                </a:cubicBezTo>
                <a:cubicBezTo>
                  <a:pt x="154" y="11"/>
                  <a:pt x="169" y="7"/>
                  <a:pt x="183" y="4"/>
                </a:cubicBezTo>
                <a:cubicBezTo>
                  <a:pt x="198" y="1"/>
                  <a:pt x="213" y="0"/>
                  <a:pt x="227" y="0"/>
                </a:cubicBezTo>
                <a:lnTo>
                  <a:pt x="5277" y="0"/>
                </a:lnTo>
                <a:cubicBezTo>
                  <a:pt x="5292" y="0"/>
                  <a:pt x="5307" y="1"/>
                  <a:pt x="5321" y="4"/>
                </a:cubicBezTo>
                <a:cubicBezTo>
                  <a:pt x="5336" y="7"/>
                  <a:pt x="5350" y="11"/>
                  <a:pt x="5364" y="17"/>
                </a:cubicBezTo>
                <a:cubicBezTo>
                  <a:pt x="5378" y="23"/>
                  <a:pt x="5391" y="30"/>
                  <a:pt x="5403" y="38"/>
                </a:cubicBezTo>
                <a:cubicBezTo>
                  <a:pt x="5416" y="46"/>
                  <a:pt x="5427" y="56"/>
                  <a:pt x="5438" y="66"/>
                </a:cubicBezTo>
                <a:cubicBezTo>
                  <a:pt x="5448" y="77"/>
                  <a:pt x="5458" y="88"/>
                  <a:pt x="5466" y="100"/>
                </a:cubicBezTo>
                <a:cubicBezTo>
                  <a:pt x="5474" y="113"/>
                  <a:pt x="5481" y="126"/>
                  <a:pt x="5487" y="140"/>
                </a:cubicBezTo>
                <a:cubicBezTo>
                  <a:pt x="5492" y="153"/>
                  <a:pt x="5497" y="168"/>
                  <a:pt x="5500" y="182"/>
                </a:cubicBezTo>
                <a:cubicBezTo>
                  <a:pt x="5503" y="197"/>
                  <a:pt x="5504" y="212"/>
                  <a:pt x="5504" y="226"/>
                </a:cubicBezTo>
                <a:lnTo>
                  <a:pt x="5504" y="2658"/>
                </a:lnTo>
                <a:cubicBezTo>
                  <a:pt x="5504" y="2673"/>
                  <a:pt x="5503" y="2688"/>
                  <a:pt x="5500" y="2702"/>
                </a:cubicBezTo>
                <a:cubicBezTo>
                  <a:pt x="5497" y="2717"/>
                  <a:pt x="5492" y="2731"/>
                  <a:pt x="5487" y="2745"/>
                </a:cubicBezTo>
                <a:cubicBezTo>
                  <a:pt x="5481" y="2758"/>
                  <a:pt x="5474" y="2772"/>
                  <a:pt x="5466" y="2784"/>
                </a:cubicBezTo>
                <a:cubicBezTo>
                  <a:pt x="5458" y="2796"/>
                  <a:pt x="5448" y="2808"/>
                  <a:pt x="5438" y="2818"/>
                </a:cubicBezTo>
                <a:cubicBezTo>
                  <a:pt x="5427" y="2829"/>
                  <a:pt x="5416" y="2838"/>
                  <a:pt x="5403" y="2846"/>
                </a:cubicBezTo>
                <a:cubicBezTo>
                  <a:pt x="5391" y="2855"/>
                  <a:pt x="5378" y="2862"/>
                  <a:pt x="5364" y="2867"/>
                </a:cubicBezTo>
                <a:cubicBezTo>
                  <a:pt x="5350" y="2873"/>
                  <a:pt x="5336" y="2877"/>
                  <a:pt x="5321" y="2880"/>
                </a:cubicBezTo>
                <a:cubicBezTo>
                  <a:pt x="5307" y="2883"/>
                  <a:pt x="5292" y="2885"/>
                  <a:pt x="5277" y="2885"/>
                </a:cubicBezTo>
                <a:lnTo>
                  <a:pt x="227" y="2885"/>
                </a:lnTo>
                <a:cubicBezTo>
                  <a:pt x="213" y="2885"/>
                  <a:pt x="198" y="2883"/>
                  <a:pt x="183" y="2880"/>
                </a:cubicBezTo>
                <a:cubicBezTo>
                  <a:pt x="169" y="2877"/>
                  <a:pt x="154" y="2873"/>
                  <a:pt x="141" y="2867"/>
                </a:cubicBezTo>
                <a:cubicBezTo>
                  <a:pt x="127" y="2862"/>
                  <a:pt x="114" y="2855"/>
                  <a:pt x="101" y="2846"/>
                </a:cubicBezTo>
                <a:cubicBezTo>
                  <a:pt x="89" y="2838"/>
                  <a:pt x="78" y="2829"/>
                  <a:pt x="67" y="2818"/>
                </a:cubicBezTo>
                <a:cubicBezTo>
                  <a:pt x="56" y="2808"/>
                  <a:pt x="46" y="2796"/>
                  <a:pt x="38" y="2784"/>
                </a:cubicBezTo>
                <a:cubicBezTo>
                  <a:pt x="30" y="2772"/>
                  <a:pt x="23" y="2758"/>
                  <a:pt x="17" y="2745"/>
                </a:cubicBezTo>
                <a:cubicBezTo>
                  <a:pt x="11" y="2731"/>
                  <a:pt x="7" y="2717"/>
                  <a:pt x="4" y="2702"/>
                </a:cubicBezTo>
                <a:cubicBezTo>
                  <a:pt x="1" y="2688"/>
                  <a:pt x="0" y="2673"/>
                  <a:pt x="0" y="2658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2" name=""/>
          <p:cNvSpPr txBox="1"/>
          <p:nvPr/>
        </p:nvSpPr>
        <p:spPr>
          <a:xfrm>
            <a:off x="2974320" y="4635360"/>
            <a:ext cx="5522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PKR 15,000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3" name=""/>
          <p:cNvSpPr txBox="1"/>
          <p:nvPr/>
        </p:nvSpPr>
        <p:spPr>
          <a:xfrm>
            <a:off x="5111280" y="4070160"/>
            <a:ext cx="30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400" spc="-1" strike="noStrike">
                <a:solidFill>
                  <a:srgbClr val="6a26d8"/>
                </a:solidFill>
                <a:latin typeface="PlayfairDisplay-Semi"/>
                <a:ea typeface="PlayfairDisplay-Semi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4" name=""/>
          <p:cNvSpPr txBox="1"/>
          <p:nvPr/>
        </p:nvSpPr>
        <p:spPr>
          <a:xfrm>
            <a:off x="5111280" y="4473720"/>
            <a:ext cx="16099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Schedule a short call to purchase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5" name=""/>
          <p:cNvSpPr txBox="1"/>
          <p:nvPr/>
        </p:nvSpPr>
        <p:spPr>
          <a:xfrm>
            <a:off x="5111280" y="4635360"/>
            <a:ext cx="10173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the domain &amp; hosting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6" name=""/>
          <p:cNvSpPr txBox="1"/>
          <p:nvPr/>
        </p:nvSpPr>
        <p:spPr>
          <a:xfrm>
            <a:off x="2178360" y="5564880"/>
            <a:ext cx="3211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300" spc="-1" strike="noStrike">
                <a:solidFill>
                  <a:srgbClr val="ffffff"/>
                </a:solidFill>
                <a:latin typeface="PlayfairDisplay-Medium"/>
                <a:ea typeface="PlayfairDisplay-Medium"/>
              </a:rPr>
              <a:t>We look forward to launching GFX-T online.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7" name=""/>
          <p:cNvSpPr txBox="1"/>
          <p:nvPr/>
        </p:nvSpPr>
        <p:spPr>
          <a:xfrm>
            <a:off x="2178360" y="5892840"/>
            <a:ext cx="32284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c9b4ff"/>
                </a:solidFill>
                <a:latin typeface="Inter"/>
                <a:ea typeface="Inter"/>
              </a:rPr>
              <a:t>Omer Bin Dawood &amp; Hira Baig · OBD AI Solutions · Lahore, Pakistan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