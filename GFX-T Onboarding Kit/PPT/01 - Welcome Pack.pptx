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_rels/presentation.xml.rels" ContentType="application/vnd.openxmlformats-package.relationships+xml"/>
  <Override PartName="/ppt/media/image1.jpeg" ContentType="image/jpeg"/>
  <Override PartName="/ppt/media/image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  <p:sldId id="260" r:id="rId8"/>
    <p:sldId id="261" r:id="rId9"/>
  </p:sldIdLst>
  <p:sldSz cx="7554913" cy="10691813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6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77640" y="412200"/>
            <a:ext cx="6799680" cy="172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377640" y="2417760"/>
            <a:ext cx="6799680" cy="599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77640" y="412200"/>
            <a:ext cx="6799680" cy="172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377640" y="2417760"/>
            <a:ext cx="6799680" cy="599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77640" y="412200"/>
            <a:ext cx="6799680" cy="172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77640" y="2417760"/>
            <a:ext cx="6799680" cy="599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7562880" cy="10696680"/>
          </a:xfrm>
          <a:custGeom>
            <a:avLst/>
            <a:gdLst/>
            <a:ahLst/>
            <a:rect l="0" t="0" r="r" b="b"/>
            <a:pathLst>
              <a:path w="21008" h="29713">
                <a:moveTo>
                  <a:pt x="0" y="0"/>
                </a:moveTo>
                <a:lnTo>
                  <a:pt x="21008" y="0"/>
                </a:lnTo>
                <a:lnTo>
                  <a:pt x="21008" y="29713"/>
                </a:lnTo>
                <a:lnTo>
                  <a:pt x="0" y="297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7562880" cy="10696680"/>
          </a:xfrm>
          <a:custGeom>
            <a:avLst/>
            <a:gdLst/>
            <a:ahLst/>
            <a:rect l="0" t="0" r="r" b="b"/>
            <a:pathLst>
              <a:path w="21008" h="29713">
                <a:moveTo>
                  <a:pt x="0" y="0"/>
                </a:moveTo>
                <a:lnTo>
                  <a:pt x="21008" y="0"/>
                </a:lnTo>
                <a:lnTo>
                  <a:pt x="21008" y="29713"/>
                </a:lnTo>
                <a:lnTo>
                  <a:pt x="0" y="297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2305080" cy="10696680"/>
          </a:xfrm>
          <a:custGeom>
            <a:avLst/>
            <a:gdLst/>
            <a:ahLst/>
            <a:rect l="0" t="0" r="r" b="b"/>
            <a:pathLst>
              <a:path w="6403" h="29713">
                <a:moveTo>
                  <a:pt x="0" y="0"/>
                </a:moveTo>
                <a:lnTo>
                  <a:pt x="6403" y="0"/>
                </a:lnTo>
                <a:lnTo>
                  <a:pt x="6403" y="29713"/>
                </a:lnTo>
                <a:lnTo>
                  <a:pt x="0" y="29713"/>
                </a:lnTo>
                <a:lnTo>
                  <a:pt x="0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9" name="" descr=""/>
          <p:cNvPicPr/>
          <p:nvPr/>
        </p:nvPicPr>
        <p:blipFill>
          <a:blip r:embed="rId1"/>
          <a:stretch/>
        </p:blipFill>
        <p:spPr>
          <a:xfrm>
            <a:off x="-135720" y="-2160"/>
            <a:ext cx="2576160" cy="10701000"/>
          </a:xfrm>
          <a:prstGeom prst="rect">
            <a:avLst/>
          </a:prstGeom>
          <a:ln w="0">
            <a:noFill/>
          </a:ln>
        </p:spPr>
      </p:pic>
      <p:sp>
        <p:nvSpPr>
          <p:cNvPr id="10" name=""/>
          <p:cNvSpPr/>
          <p:nvPr/>
        </p:nvSpPr>
        <p:spPr>
          <a:xfrm>
            <a:off x="-360" y="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-360" y="41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-360" y="83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-360" y="125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-360" y="167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-360" y="208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-360" y="250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-360" y="292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-360" y="334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-360" y="375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-360" y="417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-360" y="459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-360" y="501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-360" y="542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-360" y="584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-360" y="626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-360" y="668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-360" y="709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-360" y="751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-360" y="793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-360" y="835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-360" y="876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-360" y="918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-360" y="960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-360" y="1002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-360" y="1044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-360" y="1085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-360" y="1127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-360" y="1169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-360" y="1211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-360" y="1252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-360" y="1294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-360" y="1336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-360" y="1378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-360" y="1419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-360" y="1461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-360" y="1503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-360" y="1545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-360" y="1586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-360" y="1628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-360" y="1670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-360" y="1712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-360" y="1753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-360" y="1795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-360" y="1837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-360" y="1879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-360" y="1920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-360" y="1962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-360" y="2004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-360" y="2046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-360" y="2088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-360" y="2129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-360" y="2171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-360" y="2213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-360" y="2255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-360" y="2296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-360" y="2338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-360" y="2380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-360" y="2422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-360" y="2463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-360" y="2505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-360" y="2547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-360" y="2589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-360" y="2630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-360" y="2672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-360" y="2714400"/>
            <a:ext cx="0" cy="42120"/>
          </a:xfrm>
          <a:custGeom>
            <a:avLst/>
            <a:gdLst/>
            <a:ahLst/>
            <a:rect l="0" t="0" r="r" b="b"/>
            <a:pathLst>
              <a:path w="0" h="117">
                <a:moveTo>
                  <a:pt x="0" y="0"/>
                </a:moveTo>
                <a:lnTo>
                  <a:pt x="0" y="117"/>
                </a:lnTo>
                <a:lnTo>
                  <a:pt x="0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-360" y="2756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-360" y="2798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-360" y="2840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-360" y="2881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-360" y="2923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-360" y="2965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-360" y="3007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-360" y="3048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-360" y="3090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-360" y="3132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-360" y="3174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-360" y="3215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-360" y="3257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-360" y="3299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-360" y="3341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-360" y="3382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-360" y="3424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-360" y="3466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-360" y="3508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-360" y="3549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-360" y="3591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-360" y="3633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-360" y="3675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-360" y="3717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-360" y="3758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-360" y="3800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-360" y="3842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-360" y="3884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-360" y="3925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-360" y="3967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-360" y="4009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4242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-360" y="4051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-360" y="4092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-360" y="4134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-360" y="4176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-360" y="4218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-360" y="4259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-360" y="4301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-360" y="4343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-360" y="4385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-360" y="4426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-360" y="4468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-360" y="4510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-360" y="4552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-360" y="4593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-360" y="4635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-360" y="4677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-360" y="4719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-360" y="4761000"/>
            <a:ext cx="0" cy="83520"/>
          </a:xfrm>
          <a:custGeom>
            <a:avLst/>
            <a:gdLst/>
            <a:ahLst/>
            <a:rect l="0" t="0" r="r" b="b"/>
            <a:pathLst>
              <a:path w="0" h="232">
                <a:moveTo>
                  <a:pt x="0" y="0"/>
                </a:moveTo>
                <a:lnTo>
                  <a:pt x="0" y="232"/>
                </a:lnTo>
                <a:lnTo>
                  <a:pt x="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-360" y="4844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-360" y="4886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-360" y="4928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-360" y="4969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-360" y="5011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-360" y="5053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-360" y="5095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-360" y="5136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-360" y="5178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-360" y="5220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-360" y="5262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-360" y="5303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-360" y="5345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-360" y="5387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-360" y="5429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-360" y="5470920"/>
            <a:ext cx="0" cy="42120"/>
          </a:xfrm>
          <a:custGeom>
            <a:avLst/>
            <a:gdLst/>
            <a:ahLst/>
            <a:rect l="0" t="0" r="r" b="b"/>
            <a:pathLst>
              <a:path w="0" h="117">
                <a:moveTo>
                  <a:pt x="0" y="0"/>
                </a:moveTo>
                <a:lnTo>
                  <a:pt x="0" y="117"/>
                </a:lnTo>
                <a:lnTo>
                  <a:pt x="0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-360" y="5513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-360" y="5554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-360" y="5596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-360" y="5638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-360" y="5680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-360" y="5721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-360" y="5763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-360" y="5805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-360" y="5847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-360" y="5888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-360" y="5930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-360" y="5972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-360" y="6014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-360" y="6055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-360" y="6097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-360" y="6139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-360" y="6181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-360" y="6222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-360" y="6264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-360" y="6306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-360" y="6348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-360" y="6390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-360" y="6431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-360" y="6473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-360" y="6515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-360" y="6557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-360" y="6598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-360" y="6640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-360" y="6682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-360" y="6724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9595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-360" y="6765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-360" y="6807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-360" y="6849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-360" y="6891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-360" y="6932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-360" y="6974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-360" y="7016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-360" y="7058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-360" y="7099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-360" y="7141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-360" y="7183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-360" y="7225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-360" y="7266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-360" y="7308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c6c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-360" y="7350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-360" y="7392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-360" y="7434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-360" y="7475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-360" y="7517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-360" y="7559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-360" y="7601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-360" y="7642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-360" y="7684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-360" y="7726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-360" y="7768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b7b7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-360" y="7809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-360" y="7851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-360" y="7893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-360" y="7935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-360" y="7976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-360" y="8018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-360" y="8060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-360" y="8102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-360" y="8143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-360" y="8185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-360" y="8227440"/>
            <a:ext cx="0" cy="42120"/>
          </a:xfrm>
          <a:custGeom>
            <a:avLst/>
            <a:gdLst/>
            <a:ahLst/>
            <a:rect l="0" t="0" r="r" b="b"/>
            <a:pathLst>
              <a:path w="0" h="117">
                <a:moveTo>
                  <a:pt x="0" y="0"/>
                </a:moveTo>
                <a:lnTo>
                  <a:pt x="0" y="117"/>
                </a:lnTo>
                <a:lnTo>
                  <a:pt x="0" y="0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-360" y="8269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-360" y="8311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-360" y="8353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e8e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-360" y="8394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-360" y="8436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-360" y="8478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-360" y="8520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-360" y="8561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-360" y="8603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-360" y="8645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-360" y="8687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-360" y="8728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-360" y="8770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-360" y="8812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d9d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-360" y="8854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-360" y="8895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-360" y="8937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1a1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-360" y="8979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-360" y="9021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-360" y="9063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-360" y="9104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-360" y="9146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-360" y="9188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-360" y="9230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-360" y="9271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-360" y="9313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-360" y="9355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-360" y="9397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0b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-360" y="9438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-360" y="9480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-360" y="9522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-360" y="9564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-360" y="9605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-360" y="9647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-360" y="9689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-360" y="9731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-360" y="9772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-360" y="9814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-360" y="9856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-360" y="9898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-360" y="9939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-360" y="9981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-360" y="10023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-360" y="10065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-360" y="10107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-360" y="10148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-360" y="10190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-360" y="10232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-360" y="10274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-360" y="10315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-360" y="10357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-360" y="10399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-360" y="10441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-360" y="10482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-360" y="10524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-360" y="10566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-360" y="10608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-360" y="10649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-377856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-755676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-377856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-755676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0" y="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0" y="41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0" y="83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125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167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0" y="208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250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0" y="292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0" y="334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0" y="375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0" y="417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0" y="459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0" y="501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542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0" y="584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0" y="626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668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709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751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0" y="793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835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0" y="876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0" y="918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0" y="960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1002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0" y="1044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0" y="1085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0" y="1127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1169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0" y="1211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0" y="1252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1294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0" y="1336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0" y="1378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0" y="1419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0" y="1461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1503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0" y="1545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0" y="1586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1628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1670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1712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1753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1795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0" y="1837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0" y="1879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1920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1962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0" y="2004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2046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0" y="2088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0" y="2129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0" y="2171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0" y="2213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0" y="2255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0" y="2296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0" y="2338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2380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0" y="2422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0" y="2463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2505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0" y="2547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0" y="2589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2630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0" y="2672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0" y="2714400"/>
            <a:ext cx="2305080" cy="42480"/>
          </a:xfrm>
          <a:custGeom>
            <a:avLst/>
            <a:gdLst/>
            <a:ahLst/>
            <a:rect l="0" t="0" r="r" b="b"/>
            <a:pathLst>
              <a:path w="6403" h="118">
                <a:moveTo>
                  <a:pt x="6403" y="0"/>
                </a:moveTo>
                <a:lnTo>
                  <a:pt x="0" y="0"/>
                </a:lnTo>
                <a:lnTo>
                  <a:pt x="0" y="118"/>
                </a:lnTo>
                <a:lnTo>
                  <a:pt x="6403" y="118"/>
                </a:lnTo>
                <a:lnTo>
                  <a:pt x="6403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0" y="2756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0" y="2798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0" y="2840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2881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0" y="2923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0" y="2965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0" y="3007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0" y="3048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0" y="3090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0" y="3132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0" y="3174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0" y="3215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0" y="3257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0" y="3299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0" y="3341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0" y="3382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0" y="3424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0" y="3466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0" y="3508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0" y="3549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0" y="3591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0" y="3633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0" y="3675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0" y="3717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0" y="3758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0" y="3800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0" y="3842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0" y="3884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0" y="3925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3967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4009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4242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0" y="4051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0" y="4092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0" y="4134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0" y="4176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0" y="4218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4259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0" y="4301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0" y="4343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4385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4426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4468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4510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4552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0" y="4593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0" y="4635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0" y="4677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0" y="4719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0" y="4761000"/>
            <a:ext cx="2305080" cy="83880"/>
          </a:xfrm>
          <a:custGeom>
            <a:avLst/>
            <a:gdLst/>
            <a:ahLst/>
            <a:rect l="0" t="0" r="r" b="b"/>
            <a:pathLst>
              <a:path w="6403" h="233">
                <a:moveTo>
                  <a:pt x="6403" y="0"/>
                </a:moveTo>
                <a:lnTo>
                  <a:pt x="0" y="0"/>
                </a:lnTo>
                <a:lnTo>
                  <a:pt x="0" y="233"/>
                </a:lnTo>
                <a:lnTo>
                  <a:pt x="6403" y="233"/>
                </a:lnTo>
                <a:lnTo>
                  <a:pt x="6403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0" y="4844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0" y="4886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0" y="4928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0" y="4969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0" y="5011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0" y="5053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0" y="5095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0" y="5136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0" y="5178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0" y="5220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0" y="5262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0" y="5303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0" y="5345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0" y="5387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0" y="5429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0" y="5470920"/>
            <a:ext cx="2305080" cy="42480"/>
          </a:xfrm>
          <a:custGeom>
            <a:avLst/>
            <a:gdLst/>
            <a:ahLst/>
            <a:rect l="0" t="0" r="r" b="b"/>
            <a:pathLst>
              <a:path w="6403" h="118">
                <a:moveTo>
                  <a:pt x="6403" y="0"/>
                </a:moveTo>
                <a:lnTo>
                  <a:pt x="0" y="0"/>
                </a:lnTo>
                <a:lnTo>
                  <a:pt x="0" y="118"/>
                </a:lnTo>
                <a:lnTo>
                  <a:pt x="6403" y="118"/>
                </a:lnTo>
                <a:lnTo>
                  <a:pt x="640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0" y="5513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0" y="5554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0" y="5596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0" y="5638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0" y="5680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0" y="5721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0" y="5763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0" y="5805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0" y="5847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0" y="5888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0" y="5930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0" y="5972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0" y="6014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0" y="6055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0" y="6097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0" y="6139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0" y="6181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0" y="6222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0" y="6264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0" y="6306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0" y="6348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0" y="6390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0" y="6431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0" y="6473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0" y="6515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0" y="6557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0" y="6598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0" y="6640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0" y="6682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0" y="6724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9595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0" y="6765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0" y="6807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0" y="6849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0" y="6891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0" y="6932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0" y="6974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0" y="7016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0" y="7058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0" y="7099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0" y="7141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0" y="7183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0" y="7225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0" y="7266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7308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c6c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0" y="7350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0" y="7392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0" y="7434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0" y="7475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0" y="7517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0" y="7559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0" y="7601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0" y="7642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0" y="7684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0" y="7726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0" y="7768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b7b7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0" y="7809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0" y="7851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0" y="7893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0" y="7935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0" y="7976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0" y="8018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0" y="8060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0" y="8102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0" y="8143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0" y="8185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0" y="8227440"/>
            <a:ext cx="2305080" cy="42480"/>
          </a:xfrm>
          <a:custGeom>
            <a:avLst/>
            <a:gdLst/>
            <a:ahLst/>
            <a:rect l="0" t="0" r="r" b="b"/>
            <a:pathLst>
              <a:path w="6403" h="118">
                <a:moveTo>
                  <a:pt x="6403" y="0"/>
                </a:moveTo>
                <a:lnTo>
                  <a:pt x="0" y="0"/>
                </a:lnTo>
                <a:lnTo>
                  <a:pt x="0" y="118"/>
                </a:lnTo>
                <a:lnTo>
                  <a:pt x="6403" y="118"/>
                </a:lnTo>
                <a:lnTo>
                  <a:pt x="6403" y="0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0" y="8269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0" y="8311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8353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e8e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8394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0" y="8436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0" y="8478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0" y="8520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8561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8603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0" y="8645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0" y="8687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0" y="8728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0" y="8770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0" y="8812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d9d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0" y="8854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0" y="8895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0" y="8937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1a1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0" y="8979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0" y="9021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0" y="9063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0" y="9104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0" y="9146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0" y="9188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0" y="9230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0" y="9271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0" y="9313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0" y="9355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0" y="9397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0b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0" y="9438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0" y="9480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0" y="9522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0" y="9564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0" y="9605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0" y="9647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9689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0" y="9731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0" y="9772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0" y="9814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0" y="9856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0" y="9898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0" y="9939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9981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0" y="10023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0" y="10065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0" y="10107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0" y="10148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0" y="10190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0" y="10232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0" y="10274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0" y="10315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0" y="10357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0" y="10399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0" y="10441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10482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10524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10566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10608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10649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377820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377820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528" name="" descr=""/>
          <p:cNvPicPr/>
          <p:nvPr/>
        </p:nvPicPr>
        <p:blipFill>
          <a:blip r:embed="rId2"/>
          <a:stretch/>
        </p:blipFill>
        <p:spPr>
          <a:xfrm>
            <a:off x="2876400" y="933480"/>
            <a:ext cx="409320" cy="399600"/>
          </a:xfrm>
          <a:prstGeom prst="rect">
            <a:avLst/>
          </a:prstGeom>
          <a:ln w="0">
            <a:noFill/>
          </a:ln>
        </p:spPr>
      </p:pic>
      <p:sp>
        <p:nvSpPr>
          <p:cNvPr id="529" name=""/>
          <p:cNvSpPr txBox="1"/>
          <p:nvPr/>
        </p:nvSpPr>
        <p:spPr>
          <a:xfrm>
            <a:off x="3394800" y="926280"/>
            <a:ext cx="36936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300" spc="-1" strike="noStrike">
                <a:solidFill>
                  <a:srgbClr val="0e0e14"/>
                </a:solidFill>
                <a:latin typeface="PlayfairDisplay"/>
                <a:ea typeface="PlayfairDisplay"/>
              </a:rPr>
              <a:t>OBD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3394800" y="1184400"/>
            <a:ext cx="93492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20" spc="-1" strike="noStrike">
                <a:solidFill>
                  <a:srgbClr val="6a26d8"/>
                </a:solidFill>
                <a:latin typeface="Inter-Semi"/>
                <a:ea typeface="Inter-Semi"/>
              </a:rPr>
              <a:t>A I   S O L U T I O N S</a:t>
            </a:r>
            <a:endParaRPr b="0" lang="en-US" sz="6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2880000" y="2940480"/>
            <a:ext cx="1931760" cy="111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50" spc="-1" strike="noStrike">
                <a:solidFill>
                  <a:srgbClr val="6a26d8"/>
                </a:solidFill>
                <a:latin typeface="Inter-Semi"/>
                <a:ea typeface="Inter-Semi"/>
              </a:rPr>
              <a:t>W E L C O M E   P A C K   ·   G F X - T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2880000" y="3256920"/>
            <a:ext cx="4232880" cy="50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Welcome aboard,</a:t>
            </a:r>
            <a:endParaRPr b="0" lang="en-US" sz="3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2876400" y="4466880"/>
            <a:ext cx="5400" cy="5760"/>
          </a:xfrm>
          <a:custGeom>
            <a:avLst/>
            <a:gdLst/>
            <a:ahLst/>
            <a:rect l="0" t="0" r="r" b="b"/>
            <a:pathLst>
              <a:path w="15" h="16">
                <a:moveTo>
                  <a:pt x="0" y="0"/>
                </a:moveTo>
                <a:lnTo>
                  <a:pt x="0" y="16"/>
                </a:lnTo>
                <a:lnTo>
                  <a:pt x="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2876400" y="4466880"/>
            <a:ext cx="10800" cy="10800"/>
          </a:xfrm>
          <a:custGeom>
            <a:avLst/>
            <a:gdLst/>
            <a:ahLst/>
            <a:rect l="0" t="0" r="r" b="b"/>
            <a:pathLst>
              <a:path w="30" h="30">
                <a:moveTo>
                  <a:pt x="15" y="0"/>
                </a:moveTo>
                <a:lnTo>
                  <a:pt x="0" y="16"/>
                </a:lnTo>
                <a:lnTo>
                  <a:pt x="0" y="30"/>
                </a:lnTo>
                <a:lnTo>
                  <a:pt x="30" y="0"/>
                </a:lnTo>
                <a:lnTo>
                  <a:pt x="15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2876400" y="4466880"/>
            <a:ext cx="15840" cy="16200"/>
          </a:xfrm>
          <a:custGeom>
            <a:avLst/>
            <a:gdLst/>
            <a:ahLst/>
            <a:rect l="0" t="0" r="r" b="b"/>
            <a:pathLst>
              <a:path w="44" h="45">
                <a:moveTo>
                  <a:pt x="29" y="0"/>
                </a:moveTo>
                <a:lnTo>
                  <a:pt x="0" y="29"/>
                </a:lnTo>
                <a:lnTo>
                  <a:pt x="0" y="45"/>
                </a:lnTo>
                <a:lnTo>
                  <a:pt x="44" y="0"/>
                </a:lnTo>
                <a:lnTo>
                  <a:pt x="29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2876400" y="446688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3" y="0"/>
                </a:moveTo>
                <a:lnTo>
                  <a:pt x="0" y="44"/>
                </a:lnTo>
                <a:lnTo>
                  <a:pt x="0" y="54"/>
                </a:lnTo>
                <a:lnTo>
                  <a:pt x="54" y="0"/>
                </a:lnTo>
                <a:lnTo>
                  <a:pt x="43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2876400" y="44668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28782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28832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28886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28936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28990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29041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29095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291456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29199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29250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29304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29354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29408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29458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29509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29563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296136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29667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297180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29772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29822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29876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29926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29980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30031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30085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>
            <a:off x="30135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30189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30240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30290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30344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30394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30448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30499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30553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306036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30657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307080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30762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30812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30866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30916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30970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31021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31075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31125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311760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31230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31280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31334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31384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31438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3148920" y="4466880"/>
            <a:ext cx="29880" cy="19440"/>
          </a:xfrm>
          <a:custGeom>
            <a:avLst/>
            <a:gdLst/>
            <a:ahLst/>
            <a:rect l="0" t="0" r="r" b="b"/>
            <a:pathLst>
              <a:path w="83" h="54">
                <a:moveTo>
                  <a:pt x="54" y="0"/>
                </a:moveTo>
                <a:lnTo>
                  <a:pt x="0" y="54"/>
                </a:lnTo>
                <a:lnTo>
                  <a:pt x="29" y="54"/>
                </a:lnTo>
                <a:lnTo>
                  <a:pt x="83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3159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31618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3164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3167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3169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317232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3175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3177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3180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3182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3185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3188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3190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3193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3196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3198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3201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3203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32061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3209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32115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3214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321660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3219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3222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32245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3227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3229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2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2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3232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32349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3237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3240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3242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32454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3247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3250440" y="4466880"/>
            <a:ext cx="22680" cy="19440"/>
          </a:xfrm>
          <a:custGeom>
            <a:avLst/>
            <a:gdLst/>
            <a:ahLst/>
            <a:rect l="0" t="0" r="r" b="b"/>
            <a:pathLst>
              <a:path w="63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3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3253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32558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3258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32608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3263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3266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3268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3271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3274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2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2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3276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3279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3281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9" name=""/>
          <p:cNvSpPr/>
          <p:nvPr/>
        </p:nvSpPr>
        <p:spPr>
          <a:xfrm>
            <a:off x="32842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0" name=""/>
          <p:cNvSpPr/>
          <p:nvPr/>
        </p:nvSpPr>
        <p:spPr>
          <a:xfrm>
            <a:off x="3287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1" name=""/>
          <p:cNvSpPr/>
          <p:nvPr/>
        </p:nvSpPr>
        <p:spPr>
          <a:xfrm>
            <a:off x="3289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3292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3" name=""/>
          <p:cNvSpPr/>
          <p:nvPr/>
        </p:nvSpPr>
        <p:spPr>
          <a:xfrm>
            <a:off x="329472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4" name=""/>
          <p:cNvSpPr/>
          <p:nvPr/>
        </p:nvSpPr>
        <p:spPr>
          <a:xfrm>
            <a:off x="3297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5" name=""/>
          <p:cNvSpPr/>
          <p:nvPr/>
        </p:nvSpPr>
        <p:spPr>
          <a:xfrm>
            <a:off x="3300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6" name=""/>
          <p:cNvSpPr/>
          <p:nvPr/>
        </p:nvSpPr>
        <p:spPr>
          <a:xfrm>
            <a:off x="3302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33051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3308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9" name=""/>
          <p:cNvSpPr/>
          <p:nvPr/>
        </p:nvSpPr>
        <p:spPr>
          <a:xfrm>
            <a:off x="33105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0" name=""/>
          <p:cNvSpPr/>
          <p:nvPr/>
        </p:nvSpPr>
        <p:spPr>
          <a:xfrm>
            <a:off x="3313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3315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3318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3321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33235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3326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33285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3331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8" name=""/>
          <p:cNvSpPr/>
          <p:nvPr/>
        </p:nvSpPr>
        <p:spPr>
          <a:xfrm>
            <a:off x="33339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3336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333900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3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3341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2" name=""/>
          <p:cNvSpPr/>
          <p:nvPr/>
        </p:nvSpPr>
        <p:spPr>
          <a:xfrm>
            <a:off x="33444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3" name=""/>
          <p:cNvSpPr/>
          <p:nvPr/>
        </p:nvSpPr>
        <p:spPr>
          <a:xfrm>
            <a:off x="3346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4" name=""/>
          <p:cNvSpPr/>
          <p:nvPr/>
        </p:nvSpPr>
        <p:spPr>
          <a:xfrm>
            <a:off x="334944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3352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6" name=""/>
          <p:cNvSpPr/>
          <p:nvPr/>
        </p:nvSpPr>
        <p:spPr>
          <a:xfrm>
            <a:off x="33548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3357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3359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3362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3365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1" name=""/>
          <p:cNvSpPr/>
          <p:nvPr/>
        </p:nvSpPr>
        <p:spPr>
          <a:xfrm>
            <a:off x="3367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3370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337284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4" name=""/>
          <p:cNvSpPr/>
          <p:nvPr/>
        </p:nvSpPr>
        <p:spPr>
          <a:xfrm>
            <a:off x="3375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3378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3380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7" name=""/>
          <p:cNvSpPr/>
          <p:nvPr/>
        </p:nvSpPr>
        <p:spPr>
          <a:xfrm>
            <a:off x="33832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3386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3388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3391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3393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3396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3" name=""/>
          <p:cNvSpPr/>
          <p:nvPr/>
        </p:nvSpPr>
        <p:spPr>
          <a:xfrm>
            <a:off x="3399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4" name=""/>
          <p:cNvSpPr/>
          <p:nvPr/>
        </p:nvSpPr>
        <p:spPr>
          <a:xfrm>
            <a:off x="3401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3404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6" name=""/>
          <p:cNvSpPr/>
          <p:nvPr/>
        </p:nvSpPr>
        <p:spPr>
          <a:xfrm>
            <a:off x="3407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7" name=""/>
          <p:cNvSpPr/>
          <p:nvPr/>
        </p:nvSpPr>
        <p:spPr>
          <a:xfrm>
            <a:off x="34095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8" name=""/>
          <p:cNvSpPr/>
          <p:nvPr/>
        </p:nvSpPr>
        <p:spPr>
          <a:xfrm>
            <a:off x="3412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3414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0" name=""/>
          <p:cNvSpPr/>
          <p:nvPr/>
        </p:nvSpPr>
        <p:spPr>
          <a:xfrm>
            <a:off x="341712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1" name=""/>
          <p:cNvSpPr/>
          <p:nvPr/>
        </p:nvSpPr>
        <p:spPr>
          <a:xfrm>
            <a:off x="3420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2" name=""/>
          <p:cNvSpPr/>
          <p:nvPr/>
        </p:nvSpPr>
        <p:spPr>
          <a:xfrm>
            <a:off x="34225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3" name=""/>
          <p:cNvSpPr/>
          <p:nvPr/>
        </p:nvSpPr>
        <p:spPr>
          <a:xfrm>
            <a:off x="3425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4" name=""/>
          <p:cNvSpPr/>
          <p:nvPr/>
        </p:nvSpPr>
        <p:spPr>
          <a:xfrm>
            <a:off x="34275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5" name=""/>
          <p:cNvSpPr/>
          <p:nvPr/>
        </p:nvSpPr>
        <p:spPr>
          <a:xfrm>
            <a:off x="3430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6" name=""/>
          <p:cNvSpPr/>
          <p:nvPr/>
        </p:nvSpPr>
        <p:spPr>
          <a:xfrm>
            <a:off x="34329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7" name=""/>
          <p:cNvSpPr/>
          <p:nvPr/>
        </p:nvSpPr>
        <p:spPr>
          <a:xfrm>
            <a:off x="3435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3438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9" name=""/>
          <p:cNvSpPr/>
          <p:nvPr/>
        </p:nvSpPr>
        <p:spPr>
          <a:xfrm>
            <a:off x="3440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0" name=""/>
          <p:cNvSpPr/>
          <p:nvPr/>
        </p:nvSpPr>
        <p:spPr>
          <a:xfrm>
            <a:off x="34434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1" name=""/>
          <p:cNvSpPr/>
          <p:nvPr/>
        </p:nvSpPr>
        <p:spPr>
          <a:xfrm>
            <a:off x="3445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3448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3" name=""/>
          <p:cNvSpPr/>
          <p:nvPr/>
        </p:nvSpPr>
        <p:spPr>
          <a:xfrm>
            <a:off x="3451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4" name=""/>
          <p:cNvSpPr/>
          <p:nvPr/>
        </p:nvSpPr>
        <p:spPr>
          <a:xfrm>
            <a:off x="34538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5" name=""/>
          <p:cNvSpPr/>
          <p:nvPr/>
        </p:nvSpPr>
        <p:spPr>
          <a:xfrm>
            <a:off x="3456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6" name=""/>
          <p:cNvSpPr/>
          <p:nvPr/>
        </p:nvSpPr>
        <p:spPr>
          <a:xfrm>
            <a:off x="3458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7" name=""/>
          <p:cNvSpPr/>
          <p:nvPr/>
        </p:nvSpPr>
        <p:spPr>
          <a:xfrm>
            <a:off x="346140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8" name=""/>
          <p:cNvSpPr/>
          <p:nvPr/>
        </p:nvSpPr>
        <p:spPr>
          <a:xfrm>
            <a:off x="3464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9" name=""/>
          <p:cNvSpPr/>
          <p:nvPr/>
        </p:nvSpPr>
        <p:spPr>
          <a:xfrm>
            <a:off x="3466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3469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1" name=""/>
          <p:cNvSpPr/>
          <p:nvPr/>
        </p:nvSpPr>
        <p:spPr>
          <a:xfrm>
            <a:off x="347184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2" name=""/>
          <p:cNvSpPr/>
          <p:nvPr/>
        </p:nvSpPr>
        <p:spPr>
          <a:xfrm>
            <a:off x="3474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3" name=""/>
          <p:cNvSpPr/>
          <p:nvPr/>
        </p:nvSpPr>
        <p:spPr>
          <a:xfrm>
            <a:off x="3477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4" name=""/>
          <p:cNvSpPr/>
          <p:nvPr/>
        </p:nvSpPr>
        <p:spPr>
          <a:xfrm>
            <a:off x="3479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3482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3485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7" name=""/>
          <p:cNvSpPr/>
          <p:nvPr/>
        </p:nvSpPr>
        <p:spPr>
          <a:xfrm>
            <a:off x="3487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3490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9" name=""/>
          <p:cNvSpPr/>
          <p:nvPr/>
        </p:nvSpPr>
        <p:spPr>
          <a:xfrm>
            <a:off x="3492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0" name=""/>
          <p:cNvSpPr/>
          <p:nvPr/>
        </p:nvSpPr>
        <p:spPr>
          <a:xfrm>
            <a:off x="3495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1" name=""/>
          <p:cNvSpPr/>
          <p:nvPr/>
        </p:nvSpPr>
        <p:spPr>
          <a:xfrm>
            <a:off x="3498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2" name=""/>
          <p:cNvSpPr/>
          <p:nvPr/>
        </p:nvSpPr>
        <p:spPr>
          <a:xfrm>
            <a:off x="3500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3" name=""/>
          <p:cNvSpPr/>
          <p:nvPr/>
        </p:nvSpPr>
        <p:spPr>
          <a:xfrm>
            <a:off x="3503160" y="44668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3"/>
                </a:lnTo>
                <a:lnTo>
                  <a:pt x="54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4" name=""/>
          <p:cNvSpPr/>
          <p:nvPr/>
        </p:nvSpPr>
        <p:spPr>
          <a:xfrm>
            <a:off x="3505680" y="4467960"/>
            <a:ext cx="18720" cy="18360"/>
          </a:xfrm>
          <a:custGeom>
            <a:avLst/>
            <a:gdLst/>
            <a:ahLst/>
            <a:rect l="0" t="0" r="r" b="b"/>
            <a:pathLst>
              <a:path w="52" h="51">
                <a:moveTo>
                  <a:pt x="52" y="0"/>
                </a:moveTo>
                <a:lnTo>
                  <a:pt x="0" y="51"/>
                </a:lnTo>
                <a:lnTo>
                  <a:pt x="8" y="51"/>
                </a:lnTo>
                <a:lnTo>
                  <a:pt x="52" y="7"/>
                </a:lnTo>
                <a:lnTo>
                  <a:pt x="52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3508560" y="447048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0"/>
                </a:moveTo>
                <a:lnTo>
                  <a:pt x="0" y="44"/>
                </a:lnTo>
                <a:lnTo>
                  <a:pt x="7" y="44"/>
                </a:lnTo>
                <a:lnTo>
                  <a:pt x="44" y="7"/>
                </a:lnTo>
                <a:lnTo>
                  <a:pt x="44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6" name=""/>
          <p:cNvSpPr/>
          <p:nvPr/>
        </p:nvSpPr>
        <p:spPr>
          <a:xfrm>
            <a:off x="3511080" y="4473000"/>
            <a:ext cx="13320" cy="13320"/>
          </a:xfrm>
          <a:custGeom>
            <a:avLst/>
            <a:gdLst/>
            <a:ahLst/>
            <a:rect l="0" t="0" r="r" b="b"/>
            <a:pathLst>
              <a:path w="37" h="37">
                <a:moveTo>
                  <a:pt x="37" y="0"/>
                </a:moveTo>
                <a:lnTo>
                  <a:pt x="0" y="37"/>
                </a:lnTo>
                <a:lnTo>
                  <a:pt x="7" y="37"/>
                </a:lnTo>
                <a:lnTo>
                  <a:pt x="37" y="7"/>
                </a:lnTo>
                <a:lnTo>
                  <a:pt x="37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3513600" y="4475520"/>
            <a:ext cx="10800" cy="10800"/>
          </a:xfrm>
          <a:custGeom>
            <a:avLst/>
            <a:gdLst/>
            <a:ahLst/>
            <a:rect l="0" t="0" r="r" b="b"/>
            <a:pathLst>
              <a:path w="30" h="30">
                <a:moveTo>
                  <a:pt x="30" y="0"/>
                </a:moveTo>
                <a:lnTo>
                  <a:pt x="0" y="30"/>
                </a:lnTo>
                <a:lnTo>
                  <a:pt x="7" y="30"/>
                </a:lnTo>
                <a:lnTo>
                  <a:pt x="30" y="8"/>
                </a:lnTo>
                <a:lnTo>
                  <a:pt x="30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3516120" y="4478400"/>
            <a:ext cx="8280" cy="7920"/>
          </a:xfrm>
          <a:custGeom>
            <a:avLst/>
            <a:gdLst/>
            <a:ahLst/>
            <a:rect l="0" t="0" r="r" b="b"/>
            <a:pathLst>
              <a:path w="23" h="22">
                <a:moveTo>
                  <a:pt x="23" y="0"/>
                </a:moveTo>
                <a:lnTo>
                  <a:pt x="0" y="22"/>
                </a:lnTo>
                <a:lnTo>
                  <a:pt x="8" y="22"/>
                </a:lnTo>
                <a:lnTo>
                  <a:pt x="23" y="8"/>
                </a:lnTo>
                <a:lnTo>
                  <a:pt x="23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9" name=""/>
          <p:cNvSpPr/>
          <p:nvPr/>
        </p:nvSpPr>
        <p:spPr>
          <a:xfrm>
            <a:off x="3519000" y="4480920"/>
            <a:ext cx="5400" cy="5400"/>
          </a:xfrm>
          <a:custGeom>
            <a:avLst/>
            <a:gdLst/>
            <a:ahLst/>
            <a:rect l="0" t="0" r="r" b="b"/>
            <a:pathLst>
              <a:path w="15" h="15">
                <a:moveTo>
                  <a:pt x="15" y="0"/>
                </a:moveTo>
                <a:lnTo>
                  <a:pt x="0" y="15"/>
                </a:lnTo>
                <a:lnTo>
                  <a:pt x="8" y="15"/>
                </a:lnTo>
                <a:lnTo>
                  <a:pt x="15" y="8"/>
                </a:lnTo>
                <a:lnTo>
                  <a:pt x="15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0" name=""/>
          <p:cNvSpPr/>
          <p:nvPr/>
        </p:nvSpPr>
        <p:spPr>
          <a:xfrm>
            <a:off x="3521520" y="4483440"/>
            <a:ext cx="2880" cy="2880"/>
          </a:xfrm>
          <a:custGeom>
            <a:avLst/>
            <a:gdLst/>
            <a:ahLst/>
            <a:rect l="0" t="0" r="r" b="b"/>
            <a:pathLst>
              <a:path w="8" h="8">
                <a:moveTo>
                  <a:pt x="8" y="0"/>
                </a:moveTo>
                <a:lnTo>
                  <a:pt x="0" y="8"/>
                </a:lnTo>
                <a:lnTo>
                  <a:pt x="8" y="8"/>
                </a:lnTo>
                <a:lnTo>
                  <a:pt x="8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2880000" y="3657240"/>
            <a:ext cx="1478880" cy="574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3400" spc="-1" strike="noStrike">
                <a:solidFill>
                  <a:srgbClr val="6a26d8"/>
                </a:solidFill>
                <a:latin typeface="PlayfairDisplay-Medium"/>
                <a:ea typeface="PlayfairDisplay-Medium"/>
              </a:rPr>
              <a:t>GFX-T.</a:t>
            </a:r>
            <a:endParaRPr b="0" lang="en-US" sz="3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2880000" y="4776120"/>
            <a:ext cx="31539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6b6878"/>
                </a:solidFill>
                <a:latin typeface="Inter"/>
                <a:ea typeface="Inter"/>
              </a:rPr>
              <a:t>Your new website is almost ready. This short pack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2880000" y="4995360"/>
            <a:ext cx="3534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6b6878"/>
                </a:solidFill>
                <a:latin typeface="Inter"/>
                <a:ea typeface="Inter"/>
              </a:rPr>
              <a:t>explains how we'll put it live on your own domain, set up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4" name=""/>
          <p:cNvSpPr/>
          <p:nvPr/>
        </p:nvSpPr>
        <p:spPr>
          <a:xfrm>
            <a:off x="2876400" y="8629560"/>
            <a:ext cx="4038840" cy="9720"/>
          </a:xfrm>
          <a:custGeom>
            <a:avLst/>
            <a:gdLst/>
            <a:ahLst/>
            <a:rect l="0" t="0" r="r" b="b"/>
            <a:pathLst>
              <a:path w="11219" h="27">
                <a:moveTo>
                  <a:pt x="0" y="0"/>
                </a:moveTo>
                <a:lnTo>
                  <a:pt x="11219" y="0"/>
                </a:lnTo>
                <a:lnTo>
                  <a:pt x="112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2880000" y="5214240"/>
            <a:ext cx="33793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6b6878"/>
                </a:solidFill>
                <a:latin typeface="Inter"/>
                <a:ea typeface="Inter"/>
              </a:rPr>
              <a:t>your professional email, and look after it once it's live.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2880000" y="8870040"/>
            <a:ext cx="8924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P R E PA R E D   F O R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2880000" y="9017640"/>
            <a:ext cx="145620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GFXT · Creative &amp; Digital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2880000" y="9208080"/>
            <a:ext cx="104004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Marketing Agency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5040000" y="8870040"/>
            <a:ext cx="54648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P R O J E C T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5040000" y="9017640"/>
            <a:ext cx="177768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GFXT Website: Launch &amp; Care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2880000" y="9574560"/>
            <a:ext cx="69552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R E F E R E N C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2880000" y="9722520"/>
            <a:ext cx="98676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OBDGFXT2026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5040000" y="9574560"/>
            <a:ext cx="27972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D 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5040000" y="9722520"/>
            <a:ext cx="113616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25 September 2026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5" name=""/>
          <p:cNvSpPr txBox="1"/>
          <p:nvPr/>
        </p:nvSpPr>
        <p:spPr>
          <a:xfrm rot="16200000">
            <a:off x="477720" y="9731880"/>
            <a:ext cx="2142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B U I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6" name=""/>
          <p:cNvSpPr txBox="1"/>
          <p:nvPr/>
        </p:nvSpPr>
        <p:spPr>
          <a:xfrm rot="16200000">
            <a:off x="482400" y="9463680"/>
            <a:ext cx="2048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L D  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7" name=""/>
          <p:cNvSpPr txBox="1"/>
          <p:nvPr/>
        </p:nvSpPr>
        <p:spPr>
          <a:xfrm rot="16200000">
            <a:off x="537120" y="9254520"/>
            <a:ext cx="950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·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8" name=""/>
          <p:cNvSpPr txBox="1"/>
          <p:nvPr/>
        </p:nvSpPr>
        <p:spPr>
          <a:xfrm rot="16200000">
            <a:off x="537120" y="9189000"/>
            <a:ext cx="950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 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9" name=""/>
          <p:cNvSpPr txBox="1"/>
          <p:nvPr/>
        </p:nvSpPr>
        <p:spPr>
          <a:xfrm rot="16200000">
            <a:off x="287280" y="8874360"/>
            <a:ext cx="5950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L A U N C H  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0" name=""/>
          <p:cNvSpPr txBox="1"/>
          <p:nvPr/>
        </p:nvSpPr>
        <p:spPr>
          <a:xfrm rot="16200000">
            <a:off x="537120" y="8430120"/>
            <a:ext cx="950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·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1" name=""/>
          <p:cNvSpPr txBox="1"/>
          <p:nvPr/>
        </p:nvSpPr>
        <p:spPr>
          <a:xfrm rot="16200000">
            <a:off x="537120" y="8364600"/>
            <a:ext cx="950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 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752" name="" descr=""/>
          <p:cNvPicPr/>
          <p:nvPr/>
        </p:nvPicPr>
        <p:blipFill>
          <a:blip r:embed="rId3"/>
          <a:stretch/>
        </p:blipFill>
        <p:spPr>
          <a:xfrm>
            <a:off x="504720" y="866880"/>
            <a:ext cx="514080" cy="504360"/>
          </a:xfrm>
          <a:prstGeom prst="rect">
            <a:avLst/>
          </a:prstGeom>
          <a:ln w="0">
            <a:noFill/>
          </a:ln>
        </p:spPr>
      </p:pic>
      <p:sp>
        <p:nvSpPr>
          <p:cNvPr id="753" name=""/>
          <p:cNvSpPr txBox="1"/>
          <p:nvPr/>
        </p:nvSpPr>
        <p:spPr>
          <a:xfrm rot="16200000">
            <a:off x="415800" y="8178120"/>
            <a:ext cx="3376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C A R E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647640" y="647280"/>
            <a:ext cx="107352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WELCOME PACK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6353640" y="10286640"/>
            <a:ext cx="48096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2 of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8" name=""/>
          <p:cNvSpPr/>
          <p:nvPr/>
        </p:nvSpPr>
        <p:spPr>
          <a:xfrm>
            <a:off x="647640" y="111420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9" name=""/>
          <p:cNvSpPr/>
          <p:nvPr/>
        </p:nvSpPr>
        <p:spPr>
          <a:xfrm>
            <a:off x="647640" y="1114200"/>
            <a:ext cx="8280" cy="8640"/>
          </a:xfrm>
          <a:custGeom>
            <a:avLst/>
            <a:gdLst/>
            <a:ahLst/>
            <a:rect l="0" t="0" r="r" b="b"/>
            <a:pathLst>
              <a:path w="23" h="24">
                <a:moveTo>
                  <a:pt x="11" y="0"/>
                </a:moveTo>
                <a:lnTo>
                  <a:pt x="0" y="11"/>
                </a:lnTo>
                <a:lnTo>
                  <a:pt x="0" y="24"/>
                </a:lnTo>
                <a:lnTo>
                  <a:pt x="23" y="0"/>
                </a:lnTo>
                <a:lnTo>
                  <a:pt x="11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0" name=""/>
          <p:cNvSpPr/>
          <p:nvPr/>
        </p:nvSpPr>
        <p:spPr>
          <a:xfrm>
            <a:off x="647640" y="111420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3" y="0"/>
                </a:moveTo>
                <a:lnTo>
                  <a:pt x="0" y="24"/>
                </a:lnTo>
                <a:lnTo>
                  <a:pt x="0" y="35"/>
                </a:lnTo>
                <a:lnTo>
                  <a:pt x="35" y="0"/>
                </a:lnTo>
                <a:lnTo>
                  <a:pt x="23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647640" y="1114200"/>
            <a:ext cx="16560" cy="16920"/>
          </a:xfrm>
          <a:custGeom>
            <a:avLst/>
            <a:gdLst/>
            <a:ahLst/>
            <a:rect l="0" t="0" r="r" b="b"/>
            <a:pathLst>
              <a:path w="46" h="47">
                <a:moveTo>
                  <a:pt x="35" y="0"/>
                </a:moveTo>
                <a:lnTo>
                  <a:pt x="0" y="35"/>
                </a:lnTo>
                <a:lnTo>
                  <a:pt x="0" y="47"/>
                </a:lnTo>
                <a:lnTo>
                  <a:pt x="46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647640" y="111420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5" y="0"/>
                </a:moveTo>
                <a:lnTo>
                  <a:pt x="0" y="46"/>
                </a:lnTo>
                <a:lnTo>
                  <a:pt x="0" y="54"/>
                </a:lnTo>
                <a:lnTo>
                  <a:pt x="54" y="0"/>
                </a:lnTo>
                <a:lnTo>
                  <a:pt x="45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3" name=""/>
          <p:cNvSpPr/>
          <p:nvPr/>
        </p:nvSpPr>
        <p:spPr>
          <a:xfrm>
            <a:off x="647640" y="1114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4" y="54"/>
                </a:lnTo>
                <a:lnTo>
                  <a:pt x="5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649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653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6" name=""/>
          <p:cNvSpPr/>
          <p:nvPr/>
        </p:nvSpPr>
        <p:spPr>
          <a:xfrm>
            <a:off x="65700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7" name=""/>
          <p:cNvSpPr/>
          <p:nvPr/>
        </p:nvSpPr>
        <p:spPr>
          <a:xfrm>
            <a:off x="661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8" name=""/>
          <p:cNvSpPr/>
          <p:nvPr/>
        </p:nvSpPr>
        <p:spPr>
          <a:xfrm>
            <a:off x="6652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9" name=""/>
          <p:cNvSpPr/>
          <p:nvPr/>
        </p:nvSpPr>
        <p:spPr>
          <a:xfrm>
            <a:off x="66924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0" name=""/>
          <p:cNvSpPr/>
          <p:nvPr/>
        </p:nvSpPr>
        <p:spPr>
          <a:xfrm>
            <a:off x="673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1" name=""/>
          <p:cNvSpPr/>
          <p:nvPr/>
        </p:nvSpPr>
        <p:spPr>
          <a:xfrm>
            <a:off x="6775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2" name=""/>
          <p:cNvSpPr/>
          <p:nvPr/>
        </p:nvSpPr>
        <p:spPr>
          <a:xfrm>
            <a:off x="681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685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4" name=""/>
          <p:cNvSpPr/>
          <p:nvPr/>
        </p:nvSpPr>
        <p:spPr>
          <a:xfrm>
            <a:off x="689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5" name=""/>
          <p:cNvSpPr/>
          <p:nvPr/>
        </p:nvSpPr>
        <p:spPr>
          <a:xfrm>
            <a:off x="694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698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7" name=""/>
          <p:cNvSpPr/>
          <p:nvPr/>
        </p:nvSpPr>
        <p:spPr>
          <a:xfrm>
            <a:off x="70200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8" name=""/>
          <p:cNvSpPr/>
          <p:nvPr/>
        </p:nvSpPr>
        <p:spPr>
          <a:xfrm>
            <a:off x="706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9" name=""/>
          <p:cNvSpPr/>
          <p:nvPr/>
        </p:nvSpPr>
        <p:spPr>
          <a:xfrm>
            <a:off x="7102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0" name=""/>
          <p:cNvSpPr/>
          <p:nvPr/>
        </p:nvSpPr>
        <p:spPr>
          <a:xfrm>
            <a:off x="71424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1" name=""/>
          <p:cNvSpPr/>
          <p:nvPr/>
        </p:nvSpPr>
        <p:spPr>
          <a:xfrm>
            <a:off x="718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2" name=""/>
          <p:cNvSpPr/>
          <p:nvPr/>
        </p:nvSpPr>
        <p:spPr>
          <a:xfrm>
            <a:off x="72252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3" name=""/>
          <p:cNvSpPr/>
          <p:nvPr/>
        </p:nvSpPr>
        <p:spPr>
          <a:xfrm>
            <a:off x="726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4" name=""/>
          <p:cNvSpPr/>
          <p:nvPr/>
        </p:nvSpPr>
        <p:spPr>
          <a:xfrm>
            <a:off x="730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5" name=""/>
          <p:cNvSpPr/>
          <p:nvPr/>
        </p:nvSpPr>
        <p:spPr>
          <a:xfrm>
            <a:off x="734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6" name=""/>
          <p:cNvSpPr/>
          <p:nvPr/>
        </p:nvSpPr>
        <p:spPr>
          <a:xfrm>
            <a:off x="739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743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74700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751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0" name=""/>
          <p:cNvSpPr/>
          <p:nvPr/>
        </p:nvSpPr>
        <p:spPr>
          <a:xfrm>
            <a:off x="7552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1" name=""/>
          <p:cNvSpPr/>
          <p:nvPr/>
        </p:nvSpPr>
        <p:spPr>
          <a:xfrm>
            <a:off x="7596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2" name=""/>
          <p:cNvSpPr/>
          <p:nvPr/>
        </p:nvSpPr>
        <p:spPr>
          <a:xfrm>
            <a:off x="763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76752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771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775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779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784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788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7923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796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80028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8046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808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81252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5" name=""/>
          <p:cNvSpPr/>
          <p:nvPr/>
        </p:nvSpPr>
        <p:spPr>
          <a:xfrm>
            <a:off x="816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820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7" name=""/>
          <p:cNvSpPr/>
          <p:nvPr/>
        </p:nvSpPr>
        <p:spPr>
          <a:xfrm>
            <a:off x="824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8" name=""/>
          <p:cNvSpPr/>
          <p:nvPr/>
        </p:nvSpPr>
        <p:spPr>
          <a:xfrm>
            <a:off x="829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9" name=""/>
          <p:cNvSpPr/>
          <p:nvPr/>
        </p:nvSpPr>
        <p:spPr>
          <a:xfrm>
            <a:off x="833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0" name=""/>
          <p:cNvSpPr/>
          <p:nvPr/>
        </p:nvSpPr>
        <p:spPr>
          <a:xfrm>
            <a:off x="8373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1" name=""/>
          <p:cNvSpPr/>
          <p:nvPr/>
        </p:nvSpPr>
        <p:spPr>
          <a:xfrm>
            <a:off x="841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84528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3" name=""/>
          <p:cNvSpPr/>
          <p:nvPr/>
        </p:nvSpPr>
        <p:spPr>
          <a:xfrm>
            <a:off x="8496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4" name=""/>
          <p:cNvSpPr/>
          <p:nvPr/>
        </p:nvSpPr>
        <p:spPr>
          <a:xfrm>
            <a:off x="853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5" name=""/>
          <p:cNvSpPr/>
          <p:nvPr/>
        </p:nvSpPr>
        <p:spPr>
          <a:xfrm>
            <a:off x="857520" y="111420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865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8679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>
            <a:off x="870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9" name=""/>
          <p:cNvSpPr/>
          <p:nvPr/>
        </p:nvSpPr>
        <p:spPr>
          <a:xfrm>
            <a:off x="871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8740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1" name=""/>
          <p:cNvSpPr/>
          <p:nvPr/>
        </p:nvSpPr>
        <p:spPr>
          <a:xfrm>
            <a:off x="876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2" name=""/>
          <p:cNvSpPr/>
          <p:nvPr/>
        </p:nvSpPr>
        <p:spPr>
          <a:xfrm>
            <a:off x="878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3" name=""/>
          <p:cNvSpPr/>
          <p:nvPr/>
        </p:nvSpPr>
        <p:spPr>
          <a:xfrm>
            <a:off x="880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882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5" name=""/>
          <p:cNvSpPr/>
          <p:nvPr/>
        </p:nvSpPr>
        <p:spPr>
          <a:xfrm>
            <a:off x="884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6" name=""/>
          <p:cNvSpPr/>
          <p:nvPr/>
        </p:nvSpPr>
        <p:spPr>
          <a:xfrm>
            <a:off x="886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7" name=""/>
          <p:cNvSpPr/>
          <p:nvPr/>
        </p:nvSpPr>
        <p:spPr>
          <a:xfrm>
            <a:off x="888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8" name=""/>
          <p:cNvSpPr/>
          <p:nvPr/>
        </p:nvSpPr>
        <p:spPr>
          <a:xfrm>
            <a:off x="8902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892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894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8964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898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3" name=""/>
          <p:cNvSpPr/>
          <p:nvPr/>
        </p:nvSpPr>
        <p:spPr>
          <a:xfrm>
            <a:off x="9007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4" name=""/>
          <p:cNvSpPr/>
          <p:nvPr/>
        </p:nvSpPr>
        <p:spPr>
          <a:xfrm>
            <a:off x="9025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5" name=""/>
          <p:cNvSpPr/>
          <p:nvPr/>
        </p:nvSpPr>
        <p:spPr>
          <a:xfrm>
            <a:off x="904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6" name=""/>
          <p:cNvSpPr/>
          <p:nvPr/>
        </p:nvSpPr>
        <p:spPr>
          <a:xfrm>
            <a:off x="9068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909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910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9129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915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916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2" name=""/>
          <p:cNvSpPr/>
          <p:nvPr/>
        </p:nvSpPr>
        <p:spPr>
          <a:xfrm>
            <a:off x="919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921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923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925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927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7" name=""/>
          <p:cNvSpPr/>
          <p:nvPr/>
        </p:nvSpPr>
        <p:spPr>
          <a:xfrm>
            <a:off x="929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8" name=""/>
          <p:cNvSpPr/>
          <p:nvPr/>
        </p:nvSpPr>
        <p:spPr>
          <a:xfrm>
            <a:off x="931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933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9352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937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939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9414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4" name=""/>
          <p:cNvSpPr/>
          <p:nvPr/>
        </p:nvSpPr>
        <p:spPr>
          <a:xfrm>
            <a:off x="943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5" name=""/>
          <p:cNvSpPr/>
          <p:nvPr/>
        </p:nvSpPr>
        <p:spPr>
          <a:xfrm>
            <a:off x="9457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6" name=""/>
          <p:cNvSpPr/>
          <p:nvPr/>
        </p:nvSpPr>
        <p:spPr>
          <a:xfrm>
            <a:off x="947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949680" y="111420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9518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9" name=""/>
          <p:cNvSpPr/>
          <p:nvPr/>
        </p:nvSpPr>
        <p:spPr>
          <a:xfrm>
            <a:off x="954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955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1" name=""/>
          <p:cNvSpPr/>
          <p:nvPr/>
        </p:nvSpPr>
        <p:spPr>
          <a:xfrm>
            <a:off x="957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2" name=""/>
          <p:cNvSpPr/>
          <p:nvPr/>
        </p:nvSpPr>
        <p:spPr>
          <a:xfrm>
            <a:off x="960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961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4" name=""/>
          <p:cNvSpPr/>
          <p:nvPr/>
        </p:nvSpPr>
        <p:spPr>
          <a:xfrm>
            <a:off x="964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5" name=""/>
          <p:cNvSpPr/>
          <p:nvPr/>
        </p:nvSpPr>
        <p:spPr>
          <a:xfrm>
            <a:off x="966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6" name=""/>
          <p:cNvSpPr/>
          <p:nvPr/>
        </p:nvSpPr>
        <p:spPr>
          <a:xfrm>
            <a:off x="968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7" name=""/>
          <p:cNvSpPr/>
          <p:nvPr/>
        </p:nvSpPr>
        <p:spPr>
          <a:xfrm>
            <a:off x="970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972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9" name=""/>
          <p:cNvSpPr/>
          <p:nvPr/>
        </p:nvSpPr>
        <p:spPr>
          <a:xfrm>
            <a:off x="974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976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978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9802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982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984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986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988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9907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992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994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9968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1" name=""/>
          <p:cNvSpPr/>
          <p:nvPr/>
        </p:nvSpPr>
        <p:spPr>
          <a:xfrm>
            <a:off x="999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1000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1002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1005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1006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1009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1011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1013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1015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1017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1" name=""/>
          <p:cNvSpPr/>
          <p:nvPr/>
        </p:nvSpPr>
        <p:spPr>
          <a:xfrm>
            <a:off x="1019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1021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1023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10256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1027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1029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1031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1033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10357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1037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1039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10418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1044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1045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1047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1050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1051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1054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1056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1058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1060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1062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10645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1066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1068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10706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1072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10746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1076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0" name=""/>
          <p:cNvSpPr/>
          <p:nvPr/>
        </p:nvSpPr>
        <p:spPr>
          <a:xfrm>
            <a:off x="1078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10807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1082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3" name=""/>
          <p:cNvSpPr/>
          <p:nvPr/>
        </p:nvSpPr>
        <p:spPr>
          <a:xfrm>
            <a:off x="1084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4" name=""/>
          <p:cNvSpPr/>
          <p:nvPr/>
        </p:nvSpPr>
        <p:spPr>
          <a:xfrm>
            <a:off x="10868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1089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1090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7" name=""/>
          <p:cNvSpPr/>
          <p:nvPr/>
        </p:nvSpPr>
        <p:spPr>
          <a:xfrm>
            <a:off x="1092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1095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1096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1099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1101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11034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1105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4" name=""/>
          <p:cNvSpPr/>
          <p:nvPr/>
        </p:nvSpPr>
        <p:spPr>
          <a:xfrm>
            <a:off x="11073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5" name=""/>
          <p:cNvSpPr/>
          <p:nvPr/>
        </p:nvSpPr>
        <p:spPr>
          <a:xfrm>
            <a:off x="11095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6" name=""/>
          <p:cNvSpPr/>
          <p:nvPr/>
        </p:nvSpPr>
        <p:spPr>
          <a:xfrm>
            <a:off x="1111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7" name=""/>
          <p:cNvSpPr/>
          <p:nvPr/>
        </p:nvSpPr>
        <p:spPr>
          <a:xfrm>
            <a:off x="11134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8" name=""/>
          <p:cNvSpPr/>
          <p:nvPr/>
        </p:nvSpPr>
        <p:spPr>
          <a:xfrm>
            <a:off x="11156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9" name=""/>
          <p:cNvSpPr/>
          <p:nvPr/>
        </p:nvSpPr>
        <p:spPr>
          <a:xfrm>
            <a:off x="1117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0" name=""/>
          <p:cNvSpPr/>
          <p:nvPr/>
        </p:nvSpPr>
        <p:spPr>
          <a:xfrm>
            <a:off x="11196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1" name=""/>
          <p:cNvSpPr/>
          <p:nvPr/>
        </p:nvSpPr>
        <p:spPr>
          <a:xfrm>
            <a:off x="1121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2" name=""/>
          <p:cNvSpPr/>
          <p:nvPr/>
        </p:nvSpPr>
        <p:spPr>
          <a:xfrm>
            <a:off x="1123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3" name=""/>
          <p:cNvSpPr/>
          <p:nvPr/>
        </p:nvSpPr>
        <p:spPr>
          <a:xfrm>
            <a:off x="11257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4" name=""/>
          <p:cNvSpPr/>
          <p:nvPr/>
        </p:nvSpPr>
        <p:spPr>
          <a:xfrm>
            <a:off x="1127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1129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6" name=""/>
          <p:cNvSpPr/>
          <p:nvPr/>
        </p:nvSpPr>
        <p:spPr>
          <a:xfrm>
            <a:off x="1131840" y="1114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8" y="2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7" name=""/>
          <p:cNvSpPr/>
          <p:nvPr/>
        </p:nvSpPr>
        <p:spPr>
          <a:xfrm>
            <a:off x="1134000" y="1114920"/>
            <a:ext cx="18720" cy="18720"/>
          </a:xfrm>
          <a:custGeom>
            <a:avLst/>
            <a:gdLst/>
            <a:ahLst/>
            <a:rect l="0" t="0" r="r" b="b"/>
            <a:pathLst>
              <a:path w="52" h="52">
                <a:moveTo>
                  <a:pt x="52" y="0"/>
                </a:moveTo>
                <a:lnTo>
                  <a:pt x="0" y="52"/>
                </a:lnTo>
                <a:lnTo>
                  <a:pt x="5" y="52"/>
                </a:lnTo>
                <a:lnTo>
                  <a:pt x="52" y="6"/>
                </a:lnTo>
                <a:lnTo>
                  <a:pt x="52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8" name=""/>
          <p:cNvSpPr/>
          <p:nvPr/>
        </p:nvSpPr>
        <p:spPr>
          <a:xfrm>
            <a:off x="1135800" y="1117080"/>
            <a:ext cx="16920" cy="16560"/>
          </a:xfrm>
          <a:custGeom>
            <a:avLst/>
            <a:gdLst/>
            <a:ahLst/>
            <a:rect l="0" t="0" r="r" b="b"/>
            <a:pathLst>
              <a:path w="47" h="46">
                <a:moveTo>
                  <a:pt x="47" y="0"/>
                </a:moveTo>
                <a:lnTo>
                  <a:pt x="0" y="46"/>
                </a:lnTo>
                <a:lnTo>
                  <a:pt x="6" y="46"/>
                </a:lnTo>
                <a:lnTo>
                  <a:pt x="47" y="5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9" name=""/>
          <p:cNvSpPr/>
          <p:nvPr/>
        </p:nvSpPr>
        <p:spPr>
          <a:xfrm>
            <a:off x="1137960" y="1118880"/>
            <a:ext cx="14760" cy="14760"/>
          </a:xfrm>
          <a:custGeom>
            <a:avLst/>
            <a:gdLst/>
            <a:ahLst/>
            <a:rect l="0" t="0" r="r" b="b"/>
            <a:pathLst>
              <a:path w="41" h="41">
                <a:moveTo>
                  <a:pt x="41" y="0"/>
                </a:moveTo>
                <a:lnTo>
                  <a:pt x="0" y="41"/>
                </a:lnTo>
                <a:lnTo>
                  <a:pt x="6" y="41"/>
                </a:lnTo>
                <a:lnTo>
                  <a:pt x="41" y="6"/>
                </a:lnTo>
                <a:lnTo>
                  <a:pt x="41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0" name=""/>
          <p:cNvSpPr/>
          <p:nvPr/>
        </p:nvSpPr>
        <p:spPr>
          <a:xfrm>
            <a:off x="1140120" y="112104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35" y="0"/>
                </a:moveTo>
                <a:lnTo>
                  <a:pt x="0" y="35"/>
                </a:lnTo>
                <a:lnTo>
                  <a:pt x="6" y="35"/>
                </a:lnTo>
                <a:lnTo>
                  <a:pt x="35" y="6"/>
                </a:lnTo>
                <a:lnTo>
                  <a:pt x="35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1" name=""/>
          <p:cNvSpPr/>
          <p:nvPr/>
        </p:nvSpPr>
        <p:spPr>
          <a:xfrm>
            <a:off x="1142280" y="1123200"/>
            <a:ext cx="10440" cy="10440"/>
          </a:xfrm>
          <a:custGeom>
            <a:avLst/>
            <a:gdLst/>
            <a:ahLst/>
            <a:rect l="0" t="0" r="r" b="b"/>
            <a:pathLst>
              <a:path w="29" h="29">
                <a:moveTo>
                  <a:pt x="29" y="0"/>
                </a:moveTo>
                <a:lnTo>
                  <a:pt x="0" y="29"/>
                </a:lnTo>
                <a:lnTo>
                  <a:pt x="6" y="29"/>
                </a:lnTo>
                <a:lnTo>
                  <a:pt x="29" y="6"/>
                </a:lnTo>
                <a:lnTo>
                  <a:pt x="29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1144080" y="1125000"/>
            <a:ext cx="9000" cy="8640"/>
          </a:xfrm>
          <a:custGeom>
            <a:avLst/>
            <a:gdLst/>
            <a:ahLst/>
            <a:rect l="0" t="0" r="r" b="b"/>
            <a:pathLst>
              <a:path w="25" h="24">
                <a:moveTo>
                  <a:pt x="25" y="0"/>
                </a:moveTo>
                <a:lnTo>
                  <a:pt x="0" y="24"/>
                </a:lnTo>
                <a:lnTo>
                  <a:pt x="7" y="24"/>
                </a:lnTo>
                <a:lnTo>
                  <a:pt x="25" y="6"/>
                </a:lnTo>
                <a:lnTo>
                  <a:pt x="25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3" name=""/>
          <p:cNvSpPr/>
          <p:nvPr/>
        </p:nvSpPr>
        <p:spPr>
          <a:xfrm>
            <a:off x="1146240" y="112716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7" y="18"/>
                </a:lnTo>
                <a:lnTo>
                  <a:pt x="18" y="7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4" name=""/>
          <p:cNvSpPr/>
          <p:nvPr/>
        </p:nvSpPr>
        <p:spPr>
          <a:xfrm>
            <a:off x="1148400" y="112932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12" y="0"/>
                </a:moveTo>
                <a:lnTo>
                  <a:pt x="0" y="12"/>
                </a:lnTo>
                <a:lnTo>
                  <a:pt x="5" y="12"/>
                </a:lnTo>
                <a:lnTo>
                  <a:pt x="12" y="6"/>
                </a:lnTo>
                <a:lnTo>
                  <a:pt x="12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5" name=""/>
          <p:cNvSpPr/>
          <p:nvPr/>
        </p:nvSpPr>
        <p:spPr>
          <a:xfrm>
            <a:off x="1150200" y="11311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7" y="0"/>
                </a:moveTo>
                <a:lnTo>
                  <a:pt x="0" y="8"/>
                </a:lnTo>
                <a:lnTo>
                  <a:pt x="7" y="8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6" name=""/>
          <p:cNvSpPr/>
          <p:nvPr/>
        </p:nvSpPr>
        <p:spPr>
          <a:xfrm>
            <a:off x="647640" y="2028600"/>
            <a:ext cx="6267600" cy="10080"/>
          </a:xfrm>
          <a:custGeom>
            <a:avLst/>
            <a:gdLst/>
            <a:ahLst/>
            <a:rect l="0" t="0" r="r" b="b"/>
            <a:pathLst>
              <a:path w="17410" h="28">
                <a:moveTo>
                  <a:pt x="0" y="0"/>
                </a:moveTo>
                <a:lnTo>
                  <a:pt x="17410" y="0"/>
                </a:lnTo>
                <a:lnTo>
                  <a:pt x="174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7" name=""/>
          <p:cNvSpPr/>
          <p:nvPr/>
        </p:nvSpPr>
        <p:spPr>
          <a:xfrm>
            <a:off x="647640" y="6000480"/>
            <a:ext cx="4320" cy="4680"/>
          </a:xfrm>
          <a:custGeom>
            <a:avLst/>
            <a:gdLst/>
            <a:ahLst/>
            <a:rect l="0" t="0" r="r" b="b"/>
            <a:pathLst>
              <a:path w="12" h="13">
                <a:moveTo>
                  <a:pt x="0" y="0"/>
                </a:moveTo>
                <a:lnTo>
                  <a:pt x="0" y="13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8" name=""/>
          <p:cNvSpPr/>
          <p:nvPr/>
        </p:nvSpPr>
        <p:spPr>
          <a:xfrm>
            <a:off x="647640" y="6000480"/>
            <a:ext cx="8280" cy="8640"/>
          </a:xfrm>
          <a:custGeom>
            <a:avLst/>
            <a:gdLst/>
            <a:ahLst/>
            <a:rect l="0" t="0" r="r" b="b"/>
            <a:pathLst>
              <a:path w="23" h="24">
                <a:moveTo>
                  <a:pt x="11" y="0"/>
                </a:moveTo>
                <a:lnTo>
                  <a:pt x="0" y="12"/>
                </a:lnTo>
                <a:lnTo>
                  <a:pt x="0" y="24"/>
                </a:lnTo>
                <a:lnTo>
                  <a:pt x="23" y="0"/>
                </a:lnTo>
                <a:lnTo>
                  <a:pt x="11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9" name=""/>
          <p:cNvSpPr/>
          <p:nvPr/>
        </p:nvSpPr>
        <p:spPr>
          <a:xfrm>
            <a:off x="647640" y="600048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3" y="0"/>
                </a:moveTo>
                <a:lnTo>
                  <a:pt x="0" y="24"/>
                </a:lnTo>
                <a:lnTo>
                  <a:pt x="0" y="35"/>
                </a:lnTo>
                <a:lnTo>
                  <a:pt x="35" y="0"/>
                </a:lnTo>
                <a:lnTo>
                  <a:pt x="23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0" name=""/>
          <p:cNvSpPr/>
          <p:nvPr/>
        </p:nvSpPr>
        <p:spPr>
          <a:xfrm>
            <a:off x="647640" y="6000480"/>
            <a:ext cx="16560" cy="16920"/>
          </a:xfrm>
          <a:custGeom>
            <a:avLst/>
            <a:gdLst/>
            <a:ahLst/>
            <a:rect l="0" t="0" r="r" b="b"/>
            <a:pathLst>
              <a:path w="46" h="47">
                <a:moveTo>
                  <a:pt x="35" y="0"/>
                </a:moveTo>
                <a:lnTo>
                  <a:pt x="0" y="35"/>
                </a:lnTo>
                <a:lnTo>
                  <a:pt x="0" y="47"/>
                </a:lnTo>
                <a:lnTo>
                  <a:pt x="46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1" name=""/>
          <p:cNvSpPr/>
          <p:nvPr/>
        </p:nvSpPr>
        <p:spPr>
          <a:xfrm>
            <a:off x="647640" y="600048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5" y="0"/>
                </a:moveTo>
                <a:lnTo>
                  <a:pt x="0" y="46"/>
                </a:lnTo>
                <a:lnTo>
                  <a:pt x="0" y="54"/>
                </a:lnTo>
                <a:lnTo>
                  <a:pt x="54" y="0"/>
                </a:lnTo>
                <a:lnTo>
                  <a:pt x="45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2" name=""/>
          <p:cNvSpPr/>
          <p:nvPr/>
        </p:nvSpPr>
        <p:spPr>
          <a:xfrm>
            <a:off x="647640" y="600048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4" y="54"/>
                </a:lnTo>
                <a:lnTo>
                  <a:pt x="5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3" name=""/>
          <p:cNvSpPr/>
          <p:nvPr/>
        </p:nvSpPr>
        <p:spPr>
          <a:xfrm>
            <a:off x="64908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4" name=""/>
          <p:cNvSpPr/>
          <p:nvPr/>
        </p:nvSpPr>
        <p:spPr>
          <a:xfrm>
            <a:off x="65304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5" name=""/>
          <p:cNvSpPr/>
          <p:nvPr/>
        </p:nvSpPr>
        <p:spPr>
          <a:xfrm>
            <a:off x="657000" y="60004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6" name=""/>
          <p:cNvSpPr/>
          <p:nvPr/>
        </p:nvSpPr>
        <p:spPr>
          <a:xfrm>
            <a:off x="66132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7" name=""/>
          <p:cNvSpPr/>
          <p:nvPr/>
        </p:nvSpPr>
        <p:spPr>
          <a:xfrm>
            <a:off x="66528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8" name=""/>
          <p:cNvSpPr/>
          <p:nvPr/>
        </p:nvSpPr>
        <p:spPr>
          <a:xfrm>
            <a:off x="669240" y="60004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9" name=""/>
          <p:cNvSpPr/>
          <p:nvPr/>
        </p:nvSpPr>
        <p:spPr>
          <a:xfrm>
            <a:off x="67356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0" name=""/>
          <p:cNvSpPr/>
          <p:nvPr/>
        </p:nvSpPr>
        <p:spPr>
          <a:xfrm>
            <a:off x="67752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1" name=""/>
          <p:cNvSpPr/>
          <p:nvPr/>
        </p:nvSpPr>
        <p:spPr>
          <a:xfrm>
            <a:off x="68184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2" name=""/>
          <p:cNvSpPr/>
          <p:nvPr/>
        </p:nvSpPr>
        <p:spPr>
          <a:xfrm>
            <a:off x="68580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3" name=""/>
          <p:cNvSpPr/>
          <p:nvPr/>
        </p:nvSpPr>
        <p:spPr>
          <a:xfrm>
            <a:off x="689760" y="60004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4" name=""/>
          <p:cNvSpPr/>
          <p:nvPr/>
        </p:nvSpPr>
        <p:spPr>
          <a:xfrm>
            <a:off x="69408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5" name=""/>
          <p:cNvSpPr/>
          <p:nvPr/>
        </p:nvSpPr>
        <p:spPr>
          <a:xfrm>
            <a:off x="69804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6" name=""/>
          <p:cNvSpPr/>
          <p:nvPr/>
        </p:nvSpPr>
        <p:spPr>
          <a:xfrm>
            <a:off x="702000" y="60004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7" name=""/>
          <p:cNvSpPr/>
          <p:nvPr/>
        </p:nvSpPr>
        <p:spPr>
          <a:xfrm>
            <a:off x="70632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8" name=""/>
          <p:cNvSpPr/>
          <p:nvPr/>
        </p:nvSpPr>
        <p:spPr>
          <a:xfrm>
            <a:off x="71028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9" name=""/>
          <p:cNvSpPr/>
          <p:nvPr/>
        </p:nvSpPr>
        <p:spPr>
          <a:xfrm>
            <a:off x="714240" y="60004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0" name=""/>
          <p:cNvSpPr/>
          <p:nvPr/>
        </p:nvSpPr>
        <p:spPr>
          <a:xfrm>
            <a:off x="71856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1" name=""/>
          <p:cNvSpPr/>
          <p:nvPr/>
        </p:nvSpPr>
        <p:spPr>
          <a:xfrm>
            <a:off x="722520" y="60004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2" name=""/>
          <p:cNvSpPr/>
          <p:nvPr/>
        </p:nvSpPr>
        <p:spPr>
          <a:xfrm>
            <a:off x="72684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3" name=""/>
          <p:cNvSpPr/>
          <p:nvPr/>
        </p:nvSpPr>
        <p:spPr>
          <a:xfrm>
            <a:off x="73080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4" name=""/>
          <p:cNvSpPr/>
          <p:nvPr/>
        </p:nvSpPr>
        <p:spPr>
          <a:xfrm>
            <a:off x="734760" y="60004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5" name=""/>
          <p:cNvSpPr/>
          <p:nvPr/>
        </p:nvSpPr>
        <p:spPr>
          <a:xfrm>
            <a:off x="73908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6" name=""/>
          <p:cNvSpPr/>
          <p:nvPr/>
        </p:nvSpPr>
        <p:spPr>
          <a:xfrm>
            <a:off x="74304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7" name=""/>
          <p:cNvSpPr/>
          <p:nvPr/>
        </p:nvSpPr>
        <p:spPr>
          <a:xfrm>
            <a:off x="747000" y="60004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8" name=""/>
          <p:cNvSpPr/>
          <p:nvPr/>
        </p:nvSpPr>
        <p:spPr>
          <a:xfrm>
            <a:off x="75132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9" name=""/>
          <p:cNvSpPr/>
          <p:nvPr/>
        </p:nvSpPr>
        <p:spPr>
          <a:xfrm>
            <a:off x="75528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0" name=""/>
          <p:cNvSpPr/>
          <p:nvPr/>
        </p:nvSpPr>
        <p:spPr>
          <a:xfrm>
            <a:off x="75960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1" name=""/>
          <p:cNvSpPr/>
          <p:nvPr/>
        </p:nvSpPr>
        <p:spPr>
          <a:xfrm>
            <a:off x="76356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2" name=""/>
          <p:cNvSpPr/>
          <p:nvPr/>
        </p:nvSpPr>
        <p:spPr>
          <a:xfrm>
            <a:off x="767520" y="60004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3" name=""/>
          <p:cNvSpPr/>
          <p:nvPr/>
        </p:nvSpPr>
        <p:spPr>
          <a:xfrm>
            <a:off x="77184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4" name=""/>
          <p:cNvSpPr/>
          <p:nvPr/>
        </p:nvSpPr>
        <p:spPr>
          <a:xfrm>
            <a:off x="77580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5" name=""/>
          <p:cNvSpPr/>
          <p:nvPr/>
        </p:nvSpPr>
        <p:spPr>
          <a:xfrm>
            <a:off x="779760" y="60004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6" name=""/>
          <p:cNvSpPr/>
          <p:nvPr/>
        </p:nvSpPr>
        <p:spPr>
          <a:xfrm>
            <a:off x="78408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7" name=""/>
          <p:cNvSpPr/>
          <p:nvPr/>
        </p:nvSpPr>
        <p:spPr>
          <a:xfrm>
            <a:off x="78804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8" name=""/>
          <p:cNvSpPr/>
          <p:nvPr/>
        </p:nvSpPr>
        <p:spPr>
          <a:xfrm>
            <a:off x="79236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9" name=""/>
          <p:cNvSpPr/>
          <p:nvPr/>
        </p:nvSpPr>
        <p:spPr>
          <a:xfrm>
            <a:off x="79632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0" name=""/>
          <p:cNvSpPr/>
          <p:nvPr/>
        </p:nvSpPr>
        <p:spPr>
          <a:xfrm>
            <a:off x="800280" y="60004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1" name=""/>
          <p:cNvSpPr/>
          <p:nvPr/>
        </p:nvSpPr>
        <p:spPr>
          <a:xfrm>
            <a:off x="80460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2" name=""/>
          <p:cNvSpPr/>
          <p:nvPr/>
        </p:nvSpPr>
        <p:spPr>
          <a:xfrm>
            <a:off x="80856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3" name=""/>
          <p:cNvSpPr/>
          <p:nvPr/>
        </p:nvSpPr>
        <p:spPr>
          <a:xfrm>
            <a:off x="812520" y="60004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4" name=""/>
          <p:cNvSpPr/>
          <p:nvPr/>
        </p:nvSpPr>
        <p:spPr>
          <a:xfrm>
            <a:off x="81684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5" name=""/>
          <p:cNvSpPr/>
          <p:nvPr/>
        </p:nvSpPr>
        <p:spPr>
          <a:xfrm>
            <a:off x="82080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6" name=""/>
          <p:cNvSpPr/>
          <p:nvPr/>
        </p:nvSpPr>
        <p:spPr>
          <a:xfrm>
            <a:off x="824760" y="60004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7" name=""/>
          <p:cNvSpPr/>
          <p:nvPr/>
        </p:nvSpPr>
        <p:spPr>
          <a:xfrm>
            <a:off x="82908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8" name=""/>
          <p:cNvSpPr/>
          <p:nvPr/>
        </p:nvSpPr>
        <p:spPr>
          <a:xfrm>
            <a:off x="83304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9" name=""/>
          <p:cNvSpPr/>
          <p:nvPr/>
        </p:nvSpPr>
        <p:spPr>
          <a:xfrm>
            <a:off x="83736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0" name=""/>
          <p:cNvSpPr/>
          <p:nvPr/>
        </p:nvSpPr>
        <p:spPr>
          <a:xfrm>
            <a:off x="84132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1" name=""/>
          <p:cNvSpPr/>
          <p:nvPr/>
        </p:nvSpPr>
        <p:spPr>
          <a:xfrm>
            <a:off x="845280" y="60004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2" name=""/>
          <p:cNvSpPr/>
          <p:nvPr/>
        </p:nvSpPr>
        <p:spPr>
          <a:xfrm>
            <a:off x="84960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3" name=""/>
          <p:cNvSpPr/>
          <p:nvPr/>
        </p:nvSpPr>
        <p:spPr>
          <a:xfrm>
            <a:off x="853560" y="60004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4" name=""/>
          <p:cNvSpPr/>
          <p:nvPr/>
        </p:nvSpPr>
        <p:spPr>
          <a:xfrm>
            <a:off x="857520" y="60004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5" name=""/>
          <p:cNvSpPr/>
          <p:nvPr/>
        </p:nvSpPr>
        <p:spPr>
          <a:xfrm>
            <a:off x="86580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6" name=""/>
          <p:cNvSpPr/>
          <p:nvPr/>
        </p:nvSpPr>
        <p:spPr>
          <a:xfrm>
            <a:off x="86796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7" name=""/>
          <p:cNvSpPr/>
          <p:nvPr/>
        </p:nvSpPr>
        <p:spPr>
          <a:xfrm>
            <a:off x="87012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8" name=""/>
          <p:cNvSpPr/>
          <p:nvPr/>
        </p:nvSpPr>
        <p:spPr>
          <a:xfrm>
            <a:off x="87192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9" name=""/>
          <p:cNvSpPr/>
          <p:nvPr/>
        </p:nvSpPr>
        <p:spPr>
          <a:xfrm>
            <a:off x="87408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0" name=""/>
          <p:cNvSpPr/>
          <p:nvPr/>
        </p:nvSpPr>
        <p:spPr>
          <a:xfrm>
            <a:off x="87624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1" name=""/>
          <p:cNvSpPr/>
          <p:nvPr/>
        </p:nvSpPr>
        <p:spPr>
          <a:xfrm>
            <a:off x="87804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2" name=""/>
          <p:cNvSpPr/>
          <p:nvPr/>
        </p:nvSpPr>
        <p:spPr>
          <a:xfrm>
            <a:off x="88020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3" name=""/>
          <p:cNvSpPr/>
          <p:nvPr/>
        </p:nvSpPr>
        <p:spPr>
          <a:xfrm>
            <a:off x="88236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4" name=""/>
          <p:cNvSpPr/>
          <p:nvPr/>
        </p:nvSpPr>
        <p:spPr>
          <a:xfrm>
            <a:off x="88416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5" name=""/>
          <p:cNvSpPr/>
          <p:nvPr/>
        </p:nvSpPr>
        <p:spPr>
          <a:xfrm>
            <a:off x="88632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6" name=""/>
          <p:cNvSpPr/>
          <p:nvPr/>
        </p:nvSpPr>
        <p:spPr>
          <a:xfrm>
            <a:off x="88848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7" name=""/>
          <p:cNvSpPr/>
          <p:nvPr/>
        </p:nvSpPr>
        <p:spPr>
          <a:xfrm>
            <a:off x="89028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8" name=""/>
          <p:cNvSpPr/>
          <p:nvPr/>
        </p:nvSpPr>
        <p:spPr>
          <a:xfrm>
            <a:off x="89244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9" name=""/>
          <p:cNvSpPr/>
          <p:nvPr/>
        </p:nvSpPr>
        <p:spPr>
          <a:xfrm>
            <a:off x="89460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0" name=""/>
          <p:cNvSpPr/>
          <p:nvPr/>
        </p:nvSpPr>
        <p:spPr>
          <a:xfrm>
            <a:off x="89640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1" name=""/>
          <p:cNvSpPr/>
          <p:nvPr/>
        </p:nvSpPr>
        <p:spPr>
          <a:xfrm>
            <a:off x="89856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2" name=""/>
          <p:cNvSpPr/>
          <p:nvPr/>
        </p:nvSpPr>
        <p:spPr>
          <a:xfrm>
            <a:off x="90072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3" name=""/>
          <p:cNvSpPr/>
          <p:nvPr/>
        </p:nvSpPr>
        <p:spPr>
          <a:xfrm>
            <a:off x="90252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4" name=""/>
          <p:cNvSpPr/>
          <p:nvPr/>
        </p:nvSpPr>
        <p:spPr>
          <a:xfrm>
            <a:off x="90468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5" name=""/>
          <p:cNvSpPr/>
          <p:nvPr/>
        </p:nvSpPr>
        <p:spPr>
          <a:xfrm>
            <a:off x="90684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6" name=""/>
          <p:cNvSpPr/>
          <p:nvPr/>
        </p:nvSpPr>
        <p:spPr>
          <a:xfrm>
            <a:off x="90900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7" name=""/>
          <p:cNvSpPr/>
          <p:nvPr/>
        </p:nvSpPr>
        <p:spPr>
          <a:xfrm>
            <a:off x="91080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8" name=""/>
          <p:cNvSpPr/>
          <p:nvPr/>
        </p:nvSpPr>
        <p:spPr>
          <a:xfrm>
            <a:off x="91296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9" name=""/>
          <p:cNvSpPr/>
          <p:nvPr/>
        </p:nvSpPr>
        <p:spPr>
          <a:xfrm>
            <a:off x="91512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0" name=""/>
          <p:cNvSpPr/>
          <p:nvPr/>
        </p:nvSpPr>
        <p:spPr>
          <a:xfrm>
            <a:off x="91692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1" name=""/>
          <p:cNvSpPr/>
          <p:nvPr/>
        </p:nvSpPr>
        <p:spPr>
          <a:xfrm>
            <a:off x="91908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2" name=""/>
          <p:cNvSpPr/>
          <p:nvPr/>
        </p:nvSpPr>
        <p:spPr>
          <a:xfrm>
            <a:off x="92124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3" name=""/>
          <p:cNvSpPr/>
          <p:nvPr/>
        </p:nvSpPr>
        <p:spPr>
          <a:xfrm>
            <a:off x="92304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4" name=""/>
          <p:cNvSpPr/>
          <p:nvPr/>
        </p:nvSpPr>
        <p:spPr>
          <a:xfrm>
            <a:off x="92520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5" name=""/>
          <p:cNvSpPr/>
          <p:nvPr/>
        </p:nvSpPr>
        <p:spPr>
          <a:xfrm>
            <a:off x="92736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6" name=""/>
          <p:cNvSpPr/>
          <p:nvPr/>
        </p:nvSpPr>
        <p:spPr>
          <a:xfrm>
            <a:off x="92916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7" name=""/>
          <p:cNvSpPr/>
          <p:nvPr/>
        </p:nvSpPr>
        <p:spPr>
          <a:xfrm>
            <a:off x="93132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8" name=""/>
          <p:cNvSpPr/>
          <p:nvPr/>
        </p:nvSpPr>
        <p:spPr>
          <a:xfrm>
            <a:off x="93348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9" name=""/>
          <p:cNvSpPr/>
          <p:nvPr/>
        </p:nvSpPr>
        <p:spPr>
          <a:xfrm>
            <a:off x="93528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0" name=""/>
          <p:cNvSpPr/>
          <p:nvPr/>
        </p:nvSpPr>
        <p:spPr>
          <a:xfrm>
            <a:off x="93744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1" name=""/>
          <p:cNvSpPr/>
          <p:nvPr/>
        </p:nvSpPr>
        <p:spPr>
          <a:xfrm>
            <a:off x="93960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2" name=""/>
          <p:cNvSpPr/>
          <p:nvPr/>
        </p:nvSpPr>
        <p:spPr>
          <a:xfrm>
            <a:off x="94140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3" name=""/>
          <p:cNvSpPr/>
          <p:nvPr/>
        </p:nvSpPr>
        <p:spPr>
          <a:xfrm>
            <a:off x="94356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4" name=""/>
          <p:cNvSpPr/>
          <p:nvPr/>
        </p:nvSpPr>
        <p:spPr>
          <a:xfrm>
            <a:off x="94572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5" name=""/>
          <p:cNvSpPr/>
          <p:nvPr/>
        </p:nvSpPr>
        <p:spPr>
          <a:xfrm>
            <a:off x="94788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6" name=""/>
          <p:cNvSpPr/>
          <p:nvPr/>
        </p:nvSpPr>
        <p:spPr>
          <a:xfrm>
            <a:off x="949680" y="60004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7" name=""/>
          <p:cNvSpPr/>
          <p:nvPr/>
        </p:nvSpPr>
        <p:spPr>
          <a:xfrm>
            <a:off x="95184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8" name=""/>
          <p:cNvSpPr/>
          <p:nvPr/>
        </p:nvSpPr>
        <p:spPr>
          <a:xfrm>
            <a:off x="95400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9" name=""/>
          <p:cNvSpPr/>
          <p:nvPr/>
        </p:nvSpPr>
        <p:spPr>
          <a:xfrm>
            <a:off x="95580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0" name=""/>
          <p:cNvSpPr/>
          <p:nvPr/>
        </p:nvSpPr>
        <p:spPr>
          <a:xfrm>
            <a:off x="95796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1" name=""/>
          <p:cNvSpPr/>
          <p:nvPr/>
        </p:nvSpPr>
        <p:spPr>
          <a:xfrm>
            <a:off x="96012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2" name=""/>
          <p:cNvSpPr/>
          <p:nvPr/>
        </p:nvSpPr>
        <p:spPr>
          <a:xfrm>
            <a:off x="96192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3" name=""/>
          <p:cNvSpPr/>
          <p:nvPr/>
        </p:nvSpPr>
        <p:spPr>
          <a:xfrm>
            <a:off x="96408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4" name=""/>
          <p:cNvSpPr/>
          <p:nvPr/>
        </p:nvSpPr>
        <p:spPr>
          <a:xfrm>
            <a:off x="96624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5" name=""/>
          <p:cNvSpPr/>
          <p:nvPr/>
        </p:nvSpPr>
        <p:spPr>
          <a:xfrm>
            <a:off x="96804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6" name=""/>
          <p:cNvSpPr/>
          <p:nvPr/>
        </p:nvSpPr>
        <p:spPr>
          <a:xfrm>
            <a:off x="97020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7" name=""/>
          <p:cNvSpPr/>
          <p:nvPr/>
        </p:nvSpPr>
        <p:spPr>
          <a:xfrm>
            <a:off x="97236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8" name=""/>
          <p:cNvSpPr/>
          <p:nvPr/>
        </p:nvSpPr>
        <p:spPr>
          <a:xfrm>
            <a:off x="97416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9" name=""/>
          <p:cNvSpPr/>
          <p:nvPr/>
        </p:nvSpPr>
        <p:spPr>
          <a:xfrm>
            <a:off x="97632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0" name=""/>
          <p:cNvSpPr/>
          <p:nvPr/>
        </p:nvSpPr>
        <p:spPr>
          <a:xfrm>
            <a:off x="97848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1" name=""/>
          <p:cNvSpPr/>
          <p:nvPr/>
        </p:nvSpPr>
        <p:spPr>
          <a:xfrm>
            <a:off x="98028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2" name=""/>
          <p:cNvSpPr/>
          <p:nvPr/>
        </p:nvSpPr>
        <p:spPr>
          <a:xfrm>
            <a:off x="98244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3" name=""/>
          <p:cNvSpPr/>
          <p:nvPr/>
        </p:nvSpPr>
        <p:spPr>
          <a:xfrm>
            <a:off x="98460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4" name=""/>
          <p:cNvSpPr/>
          <p:nvPr/>
        </p:nvSpPr>
        <p:spPr>
          <a:xfrm>
            <a:off x="98676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5" name=""/>
          <p:cNvSpPr/>
          <p:nvPr/>
        </p:nvSpPr>
        <p:spPr>
          <a:xfrm>
            <a:off x="98856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6" name=""/>
          <p:cNvSpPr/>
          <p:nvPr/>
        </p:nvSpPr>
        <p:spPr>
          <a:xfrm>
            <a:off x="99072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7" name=""/>
          <p:cNvSpPr/>
          <p:nvPr/>
        </p:nvSpPr>
        <p:spPr>
          <a:xfrm>
            <a:off x="99288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8" name=""/>
          <p:cNvSpPr/>
          <p:nvPr/>
        </p:nvSpPr>
        <p:spPr>
          <a:xfrm>
            <a:off x="99468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9" name=""/>
          <p:cNvSpPr/>
          <p:nvPr/>
        </p:nvSpPr>
        <p:spPr>
          <a:xfrm>
            <a:off x="99684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0" name=""/>
          <p:cNvSpPr/>
          <p:nvPr/>
        </p:nvSpPr>
        <p:spPr>
          <a:xfrm>
            <a:off x="99900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1" name=""/>
          <p:cNvSpPr/>
          <p:nvPr/>
        </p:nvSpPr>
        <p:spPr>
          <a:xfrm>
            <a:off x="100080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2" name=""/>
          <p:cNvSpPr/>
          <p:nvPr/>
        </p:nvSpPr>
        <p:spPr>
          <a:xfrm>
            <a:off x="100296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3" name=""/>
          <p:cNvSpPr/>
          <p:nvPr/>
        </p:nvSpPr>
        <p:spPr>
          <a:xfrm>
            <a:off x="100512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4" name=""/>
          <p:cNvSpPr/>
          <p:nvPr/>
        </p:nvSpPr>
        <p:spPr>
          <a:xfrm>
            <a:off x="100692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5" name=""/>
          <p:cNvSpPr/>
          <p:nvPr/>
        </p:nvSpPr>
        <p:spPr>
          <a:xfrm>
            <a:off x="100908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6" name=""/>
          <p:cNvSpPr/>
          <p:nvPr/>
        </p:nvSpPr>
        <p:spPr>
          <a:xfrm>
            <a:off x="101124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7" name=""/>
          <p:cNvSpPr/>
          <p:nvPr/>
        </p:nvSpPr>
        <p:spPr>
          <a:xfrm>
            <a:off x="101304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8" name=""/>
          <p:cNvSpPr/>
          <p:nvPr/>
        </p:nvSpPr>
        <p:spPr>
          <a:xfrm>
            <a:off x="101520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9" name=""/>
          <p:cNvSpPr/>
          <p:nvPr/>
        </p:nvSpPr>
        <p:spPr>
          <a:xfrm>
            <a:off x="101736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0" name=""/>
          <p:cNvSpPr/>
          <p:nvPr/>
        </p:nvSpPr>
        <p:spPr>
          <a:xfrm>
            <a:off x="101916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1" name=""/>
          <p:cNvSpPr/>
          <p:nvPr/>
        </p:nvSpPr>
        <p:spPr>
          <a:xfrm>
            <a:off x="102132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2" name=""/>
          <p:cNvSpPr/>
          <p:nvPr/>
        </p:nvSpPr>
        <p:spPr>
          <a:xfrm>
            <a:off x="102348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3" name=""/>
          <p:cNvSpPr/>
          <p:nvPr/>
        </p:nvSpPr>
        <p:spPr>
          <a:xfrm>
            <a:off x="102564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102744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102960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103176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7" name=""/>
          <p:cNvSpPr/>
          <p:nvPr/>
        </p:nvSpPr>
        <p:spPr>
          <a:xfrm>
            <a:off x="103356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103572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9" name=""/>
          <p:cNvSpPr/>
          <p:nvPr/>
        </p:nvSpPr>
        <p:spPr>
          <a:xfrm>
            <a:off x="103788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0" name=""/>
          <p:cNvSpPr/>
          <p:nvPr/>
        </p:nvSpPr>
        <p:spPr>
          <a:xfrm>
            <a:off x="103968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1" name=""/>
          <p:cNvSpPr/>
          <p:nvPr/>
        </p:nvSpPr>
        <p:spPr>
          <a:xfrm>
            <a:off x="104184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104400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3" name=""/>
          <p:cNvSpPr/>
          <p:nvPr/>
        </p:nvSpPr>
        <p:spPr>
          <a:xfrm>
            <a:off x="104580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4" name=""/>
          <p:cNvSpPr/>
          <p:nvPr/>
        </p:nvSpPr>
        <p:spPr>
          <a:xfrm>
            <a:off x="104796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5" name=""/>
          <p:cNvSpPr/>
          <p:nvPr/>
        </p:nvSpPr>
        <p:spPr>
          <a:xfrm>
            <a:off x="105012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6" name=""/>
          <p:cNvSpPr/>
          <p:nvPr/>
        </p:nvSpPr>
        <p:spPr>
          <a:xfrm>
            <a:off x="105192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7" name=""/>
          <p:cNvSpPr/>
          <p:nvPr/>
        </p:nvSpPr>
        <p:spPr>
          <a:xfrm>
            <a:off x="105408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8" name=""/>
          <p:cNvSpPr/>
          <p:nvPr/>
        </p:nvSpPr>
        <p:spPr>
          <a:xfrm>
            <a:off x="105624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9" name=""/>
          <p:cNvSpPr/>
          <p:nvPr/>
        </p:nvSpPr>
        <p:spPr>
          <a:xfrm>
            <a:off x="105804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0" name=""/>
          <p:cNvSpPr/>
          <p:nvPr/>
        </p:nvSpPr>
        <p:spPr>
          <a:xfrm>
            <a:off x="106020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106236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106452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106632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106848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107064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6" name=""/>
          <p:cNvSpPr/>
          <p:nvPr/>
        </p:nvSpPr>
        <p:spPr>
          <a:xfrm>
            <a:off x="107244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7" name=""/>
          <p:cNvSpPr/>
          <p:nvPr/>
        </p:nvSpPr>
        <p:spPr>
          <a:xfrm>
            <a:off x="107460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8" name=""/>
          <p:cNvSpPr/>
          <p:nvPr/>
        </p:nvSpPr>
        <p:spPr>
          <a:xfrm>
            <a:off x="107676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9" name=""/>
          <p:cNvSpPr/>
          <p:nvPr/>
        </p:nvSpPr>
        <p:spPr>
          <a:xfrm>
            <a:off x="107856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0" name=""/>
          <p:cNvSpPr/>
          <p:nvPr/>
        </p:nvSpPr>
        <p:spPr>
          <a:xfrm>
            <a:off x="108072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108288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108468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3" name=""/>
          <p:cNvSpPr/>
          <p:nvPr/>
        </p:nvSpPr>
        <p:spPr>
          <a:xfrm>
            <a:off x="108684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108900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5" name=""/>
          <p:cNvSpPr/>
          <p:nvPr/>
        </p:nvSpPr>
        <p:spPr>
          <a:xfrm>
            <a:off x="109080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109296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7" name=""/>
          <p:cNvSpPr/>
          <p:nvPr/>
        </p:nvSpPr>
        <p:spPr>
          <a:xfrm>
            <a:off x="109512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109692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9" name=""/>
          <p:cNvSpPr/>
          <p:nvPr/>
        </p:nvSpPr>
        <p:spPr>
          <a:xfrm>
            <a:off x="109908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110124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110340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110520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110736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110952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111132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111348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7" name=""/>
          <p:cNvSpPr/>
          <p:nvPr/>
        </p:nvSpPr>
        <p:spPr>
          <a:xfrm>
            <a:off x="111564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111744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9" name=""/>
          <p:cNvSpPr/>
          <p:nvPr/>
        </p:nvSpPr>
        <p:spPr>
          <a:xfrm>
            <a:off x="111960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112176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112356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2" name=""/>
          <p:cNvSpPr/>
          <p:nvPr/>
        </p:nvSpPr>
        <p:spPr>
          <a:xfrm>
            <a:off x="112572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3" name=""/>
          <p:cNvSpPr/>
          <p:nvPr/>
        </p:nvSpPr>
        <p:spPr>
          <a:xfrm>
            <a:off x="1127880" y="60004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1129680" y="60004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1131840" y="600048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8" y="2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1134000" y="6001200"/>
            <a:ext cx="18720" cy="18720"/>
          </a:xfrm>
          <a:custGeom>
            <a:avLst/>
            <a:gdLst/>
            <a:ahLst/>
            <a:rect l="0" t="0" r="r" b="b"/>
            <a:pathLst>
              <a:path w="52" h="52">
                <a:moveTo>
                  <a:pt x="52" y="0"/>
                </a:moveTo>
                <a:lnTo>
                  <a:pt x="0" y="52"/>
                </a:lnTo>
                <a:lnTo>
                  <a:pt x="5" y="52"/>
                </a:lnTo>
                <a:lnTo>
                  <a:pt x="52" y="6"/>
                </a:lnTo>
                <a:lnTo>
                  <a:pt x="52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7" name=""/>
          <p:cNvSpPr/>
          <p:nvPr/>
        </p:nvSpPr>
        <p:spPr>
          <a:xfrm>
            <a:off x="1135800" y="6003360"/>
            <a:ext cx="16920" cy="16560"/>
          </a:xfrm>
          <a:custGeom>
            <a:avLst/>
            <a:gdLst/>
            <a:ahLst/>
            <a:rect l="0" t="0" r="r" b="b"/>
            <a:pathLst>
              <a:path w="47" h="46">
                <a:moveTo>
                  <a:pt x="47" y="0"/>
                </a:moveTo>
                <a:lnTo>
                  <a:pt x="0" y="46"/>
                </a:lnTo>
                <a:lnTo>
                  <a:pt x="6" y="46"/>
                </a:lnTo>
                <a:lnTo>
                  <a:pt x="47" y="5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1137960" y="6005160"/>
            <a:ext cx="14760" cy="14760"/>
          </a:xfrm>
          <a:custGeom>
            <a:avLst/>
            <a:gdLst/>
            <a:ahLst/>
            <a:rect l="0" t="0" r="r" b="b"/>
            <a:pathLst>
              <a:path w="41" h="41">
                <a:moveTo>
                  <a:pt x="41" y="0"/>
                </a:moveTo>
                <a:lnTo>
                  <a:pt x="0" y="41"/>
                </a:lnTo>
                <a:lnTo>
                  <a:pt x="6" y="41"/>
                </a:lnTo>
                <a:lnTo>
                  <a:pt x="41" y="6"/>
                </a:lnTo>
                <a:lnTo>
                  <a:pt x="41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1140120" y="600732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35" y="0"/>
                </a:moveTo>
                <a:lnTo>
                  <a:pt x="0" y="35"/>
                </a:lnTo>
                <a:lnTo>
                  <a:pt x="6" y="35"/>
                </a:lnTo>
                <a:lnTo>
                  <a:pt x="35" y="6"/>
                </a:lnTo>
                <a:lnTo>
                  <a:pt x="35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0" name=""/>
          <p:cNvSpPr/>
          <p:nvPr/>
        </p:nvSpPr>
        <p:spPr>
          <a:xfrm>
            <a:off x="1142280" y="6009480"/>
            <a:ext cx="10440" cy="10440"/>
          </a:xfrm>
          <a:custGeom>
            <a:avLst/>
            <a:gdLst/>
            <a:ahLst/>
            <a:rect l="0" t="0" r="r" b="b"/>
            <a:pathLst>
              <a:path w="29" h="29">
                <a:moveTo>
                  <a:pt x="29" y="0"/>
                </a:moveTo>
                <a:lnTo>
                  <a:pt x="0" y="29"/>
                </a:lnTo>
                <a:lnTo>
                  <a:pt x="6" y="29"/>
                </a:lnTo>
                <a:lnTo>
                  <a:pt x="29" y="5"/>
                </a:lnTo>
                <a:lnTo>
                  <a:pt x="29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1144080" y="6011280"/>
            <a:ext cx="9000" cy="8640"/>
          </a:xfrm>
          <a:custGeom>
            <a:avLst/>
            <a:gdLst/>
            <a:ahLst/>
            <a:rect l="0" t="0" r="r" b="b"/>
            <a:pathLst>
              <a:path w="25" h="24">
                <a:moveTo>
                  <a:pt x="25" y="0"/>
                </a:moveTo>
                <a:lnTo>
                  <a:pt x="0" y="24"/>
                </a:lnTo>
                <a:lnTo>
                  <a:pt x="7" y="24"/>
                </a:lnTo>
                <a:lnTo>
                  <a:pt x="25" y="6"/>
                </a:lnTo>
                <a:lnTo>
                  <a:pt x="25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2" name=""/>
          <p:cNvSpPr/>
          <p:nvPr/>
        </p:nvSpPr>
        <p:spPr>
          <a:xfrm>
            <a:off x="1146240" y="601344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7" y="18"/>
                </a:lnTo>
                <a:lnTo>
                  <a:pt x="18" y="6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1148400" y="601560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12" y="0"/>
                </a:moveTo>
                <a:lnTo>
                  <a:pt x="0" y="12"/>
                </a:lnTo>
                <a:lnTo>
                  <a:pt x="5" y="12"/>
                </a:lnTo>
                <a:lnTo>
                  <a:pt x="12" y="6"/>
                </a:lnTo>
                <a:lnTo>
                  <a:pt x="12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1150200" y="601740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7" y="0"/>
                </a:moveTo>
                <a:lnTo>
                  <a:pt x="0" y="7"/>
                </a:lnTo>
                <a:lnTo>
                  <a:pt x="7" y="7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652320" y="7491240"/>
            <a:ext cx="6258240" cy="1038600"/>
          </a:xfrm>
          <a:custGeom>
            <a:avLst/>
            <a:gdLst/>
            <a:ahLst/>
            <a:rect l="0" t="0" r="r" b="b"/>
            <a:pathLst>
              <a:path w="17384" h="2885">
                <a:moveTo>
                  <a:pt x="0" y="2658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17157" y="0"/>
                </a:lnTo>
                <a:cubicBezTo>
                  <a:pt x="17172" y="0"/>
                  <a:pt x="17187" y="1"/>
                  <a:pt x="17201" y="4"/>
                </a:cubicBezTo>
                <a:cubicBezTo>
                  <a:pt x="17216" y="7"/>
                  <a:pt x="17230" y="12"/>
                  <a:pt x="17244" y="17"/>
                </a:cubicBezTo>
                <a:cubicBezTo>
                  <a:pt x="17258" y="23"/>
                  <a:pt x="17271" y="30"/>
                  <a:pt x="17283" y="38"/>
                </a:cubicBezTo>
                <a:cubicBezTo>
                  <a:pt x="17296" y="46"/>
                  <a:pt x="17307" y="56"/>
                  <a:pt x="17318" y="66"/>
                </a:cubicBezTo>
                <a:cubicBezTo>
                  <a:pt x="17328" y="77"/>
                  <a:pt x="17338" y="88"/>
                  <a:pt x="17346" y="101"/>
                </a:cubicBezTo>
                <a:cubicBezTo>
                  <a:pt x="17354" y="113"/>
                  <a:pt x="17361" y="126"/>
                  <a:pt x="17367" y="140"/>
                </a:cubicBezTo>
                <a:cubicBezTo>
                  <a:pt x="17372" y="154"/>
                  <a:pt x="17377" y="168"/>
                  <a:pt x="17380" y="183"/>
                </a:cubicBezTo>
                <a:cubicBezTo>
                  <a:pt x="17383" y="197"/>
                  <a:pt x="17384" y="212"/>
                  <a:pt x="17384" y="227"/>
                </a:cubicBezTo>
                <a:lnTo>
                  <a:pt x="17384" y="2658"/>
                </a:lnTo>
                <a:cubicBezTo>
                  <a:pt x="17384" y="2673"/>
                  <a:pt x="17383" y="2688"/>
                  <a:pt x="17380" y="2702"/>
                </a:cubicBezTo>
                <a:cubicBezTo>
                  <a:pt x="17377" y="2717"/>
                  <a:pt x="17372" y="2731"/>
                  <a:pt x="17367" y="2745"/>
                </a:cubicBezTo>
                <a:cubicBezTo>
                  <a:pt x="17361" y="2759"/>
                  <a:pt x="17354" y="2772"/>
                  <a:pt x="17346" y="2784"/>
                </a:cubicBezTo>
                <a:cubicBezTo>
                  <a:pt x="17338" y="2797"/>
                  <a:pt x="17328" y="2808"/>
                  <a:pt x="17318" y="2819"/>
                </a:cubicBezTo>
                <a:cubicBezTo>
                  <a:pt x="17307" y="2829"/>
                  <a:pt x="17296" y="2838"/>
                  <a:pt x="17283" y="2847"/>
                </a:cubicBezTo>
                <a:cubicBezTo>
                  <a:pt x="17271" y="2855"/>
                  <a:pt x="17258" y="2862"/>
                  <a:pt x="17244" y="2868"/>
                </a:cubicBezTo>
                <a:cubicBezTo>
                  <a:pt x="17230" y="2873"/>
                  <a:pt x="17216" y="2878"/>
                  <a:pt x="17201" y="2881"/>
                </a:cubicBezTo>
                <a:cubicBezTo>
                  <a:pt x="17187" y="2883"/>
                  <a:pt x="17172" y="2885"/>
                  <a:pt x="17157" y="2885"/>
                </a:cubicBezTo>
                <a:lnTo>
                  <a:pt x="227" y="2885"/>
                </a:lnTo>
                <a:cubicBezTo>
                  <a:pt x="212" y="2885"/>
                  <a:pt x="197" y="2883"/>
                  <a:pt x="182" y="2881"/>
                </a:cubicBezTo>
                <a:cubicBezTo>
                  <a:pt x="168" y="2878"/>
                  <a:pt x="154" y="2873"/>
                  <a:pt x="140" y="2868"/>
                </a:cubicBezTo>
                <a:cubicBezTo>
                  <a:pt x="126" y="2862"/>
                  <a:pt x="113" y="2855"/>
                  <a:pt x="101" y="2847"/>
                </a:cubicBezTo>
                <a:cubicBezTo>
                  <a:pt x="88" y="2838"/>
                  <a:pt x="77" y="2829"/>
                  <a:pt x="66" y="2819"/>
                </a:cubicBezTo>
                <a:cubicBezTo>
                  <a:pt x="56" y="2808"/>
                  <a:pt x="46" y="2797"/>
                  <a:pt x="38" y="2784"/>
                </a:cubicBezTo>
                <a:cubicBezTo>
                  <a:pt x="30" y="2772"/>
                  <a:pt x="23" y="2759"/>
                  <a:pt x="17" y="2745"/>
                </a:cubicBezTo>
                <a:cubicBezTo>
                  <a:pt x="11" y="2731"/>
                  <a:pt x="7" y="2717"/>
                  <a:pt x="4" y="2702"/>
                </a:cubicBezTo>
                <a:cubicBezTo>
                  <a:pt x="1" y="2688"/>
                  <a:pt x="0" y="2673"/>
                  <a:pt x="0" y="2658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6" name=""/>
          <p:cNvSpPr/>
          <p:nvPr/>
        </p:nvSpPr>
        <p:spPr>
          <a:xfrm>
            <a:off x="652320" y="7491240"/>
            <a:ext cx="6258240" cy="1038600"/>
          </a:xfrm>
          <a:custGeom>
            <a:avLst/>
            <a:gdLst/>
            <a:ahLst/>
            <a:rect l="0" t="0" r="r" b="b"/>
            <a:pathLst>
              <a:path w="17384" h="2885">
                <a:moveTo>
                  <a:pt x="0" y="2658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17157" y="0"/>
                </a:lnTo>
                <a:cubicBezTo>
                  <a:pt x="17172" y="0"/>
                  <a:pt x="17187" y="1"/>
                  <a:pt x="17201" y="4"/>
                </a:cubicBezTo>
                <a:cubicBezTo>
                  <a:pt x="17216" y="7"/>
                  <a:pt x="17230" y="12"/>
                  <a:pt x="17244" y="17"/>
                </a:cubicBezTo>
                <a:cubicBezTo>
                  <a:pt x="17258" y="23"/>
                  <a:pt x="17271" y="30"/>
                  <a:pt x="17283" y="38"/>
                </a:cubicBezTo>
                <a:cubicBezTo>
                  <a:pt x="17296" y="46"/>
                  <a:pt x="17307" y="56"/>
                  <a:pt x="17318" y="66"/>
                </a:cubicBezTo>
                <a:cubicBezTo>
                  <a:pt x="17328" y="77"/>
                  <a:pt x="17338" y="88"/>
                  <a:pt x="17346" y="101"/>
                </a:cubicBezTo>
                <a:cubicBezTo>
                  <a:pt x="17354" y="113"/>
                  <a:pt x="17361" y="126"/>
                  <a:pt x="17367" y="140"/>
                </a:cubicBezTo>
                <a:cubicBezTo>
                  <a:pt x="17372" y="154"/>
                  <a:pt x="17377" y="168"/>
                  <a:pt x="17380" y="183"/>
                </a:cubicBezTo>
                <a:cubicBezTo>
                  <a:pt x="17383" y="197"/>
                  <a:pt x="17384" y="212"/>
                  <a:pt x="17384" y="227"/>
                </a:cubicBezTo>
                <a:lnTo>
                  <a:pt x="17384" y="2658"/>
                </a:lnTo>
                <a:cubicBezTo>
                  <a:pt x="17384" y="2673"/>
                  <a:pt x="17383" y="2688"/>
                  <a:pt x="17380" y="2702"/>
                </a:cubicBezTo>
                <a:cubicBezTo>
                  <a:pt x="17377" y="2717"/>
                  <a:pt x="17372" y="2731"/>
                  <a:pt x="17367" y="2745"/>
                </a:cubicBezTo>
                <a:cubicBezTo>
                  <a:pt x="17361" y="2759"/>
                  <a:pt x="17354" y="2772"/>
                  <a:pt x="17346" y="2784"/>
                </a:cubicBezTo>
                <a:cubicBezTo>
                  <a:pt x="17338" y="2797"/>
                  <a:pt x="17328" y="2808"/>
                  <a:pt x="17318" y="2819"/>
                </a:cubicBezTo>
                <a:cubicBezTo>
                  <a:pt x="17307" y="2829"/>
                  <a:pt x="17296" y="2838"/>
                  <a:pt x="17283" y="2847"/>
                </a:cubicBezTo>
                <a:cubicBezTo>
                  <a:pt x="17271" y="2855"/>
                  <a:pt x="17258" y="2862"/>
                  <a:pt x="17244" y="2868"/>
                </a:cubicBezTo>
                <a:cubicBezTo>
                  <a:pt x="17230" y="2873"/>
                  <a:pt x="17216" y="2878"/>
                  <a:pt x="17201" y="2881"/>
                </a:cubicBezTo>
                <a:cubicBezTo>
                  <a:pt x="17187" y="2883"/>
                  <a:pt x="17172" y="2885"/>
                  <a:pt x="17157" y="2885"/>
                </a:cubicBezTo>
                <a:lnTo>
                  <a:pt x="227" y="2885"/>
                </a:lnTo>
                <a:cubicBezTo>
                  <a:pt x="212" y="2885"/>
                  <a:pt x="197" y="2883"/>
                  <a:pt x="182" y="2881"/>
                </a:cubicBezTo>
                <a:cubicBezTo>
                  <a:pt x="168" y="2878"/>
                  <a:pt x="154" y="2873"/>
                  <a:pt x="140" y="2868"/>
                </a:cubicBezTo>
                <a:cubicBezTo>
                  <a:pt x="126" y="2862"/>
                  <a:pt x="113" y="2855"/>
                  <a:pt x="101" y="2847"/>
                </a:cubicBezTo>
                <a:cubicBezTo>
                  <a:pt x="88" y="2838"/>
                  <a:pt x="77" y="2829"/>
                  <a:pt x="66" y="2819"/>
                </a:cubicBezTo>
                <a:cubicBezTo>
                  <a:pt x="56" y="2808"/>
                  <a:pt x="46" y="2797"/>
                  <a:pt x="38" y="2784"/>
                </a:cubicBezTo>
                <a:cubicBezTo>
                  <a:pt x="30" y="2772"/>
                  <a:pt x="23" y="2759"/>
                  <a:pt x="17" y="2745"/>
                </a:cubicBezTo>
                <a:cubicBezTo>
                  <a:pt x="11" y="2731"/>
                  <a:pt x="7" y="2717"/>
                  <a:pt x="4" y="2702"/>
                </a:cubicBezTo>
                <a:cubicBezTo>
                  <a:pt x="1" y="2688"/>
                  <a:pt x="0" y="2673"/>
                  <a:pt x="0" y="2658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647640" y="879480"/>
            <a:ext cx="21283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A   N O T E   F R O M   O U R   F O U N D E R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9" name=""/>
          <p:cNvSpPr txBox="1"/>
          <p:nvPr/>
        </p:nvSpPr>
        <p:spPr>
          <a:xfrm>
            <a:off x="647640" y="1326240"/>
            <a:ext cx="625212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300" spc="-1" strike="noStrike">
                <a:solidFill>
                  <a:srgbClr val="0e0e14"/>
                </a:solidFill>
                <a:latin typeface="PlayfairDisplay-Medium"/>
                <a:ea typeface="PlayfairDisplay-Medium"/>
              </a:rPr>
              <a:t>"We Create. We Strategize. We Elevate." is a great promise. Our job is to make sure your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647640" y="1573920"/>
            <a:ext cx="113760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300" spc="-1" strike="noStrike">
                <a:solidFill>
                  <a:srgbClr val="0e0e14"/>
                </a:solidFill>
                <a:latin typeface="PlayfairDisplay-Medium"/>
                <a:ea typeface="PlayfairDisplay-Medium"/>
              </a:rPr>
              <a:t>website keeps it.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1" name=""/>
          <p:cNvSpPr txBox="1"/>
          <p:nvPr/>
        </p:nvSpPr>
        <p:spPr>
          <a:xfrm>
            <a:off x="647640" y="2272680"/>
            <a:ext cx="1044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Dear GFXT team,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647640" y="2567880"/>
            <a:ext cx="6145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Thank you for trusting us with your online presence. Since 2020 you've built a reputation for bold, creative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647640" y="2768040"/>
            <a:ext cx="5979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work, and your website should show that from the first click. We've built it from the content, photos and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647640" y="2958480"/>
            <a:ext cx="5241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logos you shared: 7 pages, from Home to Contact Us, and it's now getting its final touches.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647640" y="3263400"/>
            <a:ext cx="6241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The next step is simple. We put it live on your own domain, set up professional email for your team, and stay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647640" y="3463200"/>
            <a:ext cx="5627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with you while it settles in. This pack explains how that works. There are no surprises and nothing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647640" y="3653640"/>
            <a:ext cx="741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complicated.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647640" y="3958560"/>
            <a:ext cx="3356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If you have any questions along the way, just message us.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647640" y="4368240"/>
            <a:ext cx="855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Warm regards,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647640" y="4702320"/>
            <a:ext cx="1800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Omer Bin Dawood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647640" y="4959360"/>
            <a:ext cx="33811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CEO &amp; Founder, OBD AI Solutions · AI Engineer, DevNeuron CA, USA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647640" y="5420880"/>
            <a:ext cx="151560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6a26d8"/>
                </a:solidFill>
                <a:latin typeface="Inter-Semi"/>
                <a:ea typeface="Inter-Semi"/>
              </a:rPr>
              <a:t>0 1   ·   W H O   W E   A R 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647640" y="5614920"/>
            <a:ext cx="458784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An engineering studio built on AI.</a:t>
            </a:r>
            <a:endParaRPr b="0" lang="en-US" sz="1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647640" y="6216120"/>
            <a:ext cx="6262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OBD AI Solutions builds AI products, MVPs and production websites for businesses in the USA, Australia and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647640" y="6406560"/>
            <a:ext cx="522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Pakistan.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647640" y="6765480"/>
            <a:ext cx="6789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10+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647640" y="7116840"/>
            <a:ext cx="102492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60" spc="-1" strike="noStrike">
                <a:solidFill>
                  <a:srgbClr val="6b6878"/>
                </a:solidFill>
                <a:latin typeface="Inter"/>
                <a:ea typeface="Inter"/>
              </a:rPr>
              <a:t>US &amp; Australian clients</a:t>
            </a:r>
            <a:endParaRPr b="0" lang="en-US" sz="7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2250360" y="6765480"/>
            <a:ext cx="6789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25+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2250360" y="7116840"/>
            <a:ext cx="94392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60" spc="-1" strike="noStrike">
                <a:solidFill>
                  <a:srgbClr val="6b6878"/>
                </a:solidFill>
                <a:latin typeface="Inter"/>
                <a:ea typeface="Inter"/>
              </a:rPr>
              <a:t>Pakistani businesses</a:t>
            </a:r>
            <a:endParaRPr b="0" lang="en-US" sz="7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3853440" y="6765480"/>
            <a:ext cx="3045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3853440" y="7116840"/>
            <a:ext cx="11422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60" spc="-1" strike="noStrike">
                <a:solidFill>
                  <a:srgbClr val="6b6878"/>
                </a:solidFill>
                <a:latin typeface="Inter"/>
                <a:ea typeface="Inter"/>
              </a:rPr>
              <a:t>USA · Australia · Pakistan</a:t>
            </a:r>
            <a:endParaRPr b="0" lang="en-US" sz="7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5456160" y="6765480"/>
            <a:ext cx="54648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1:1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5456160" y="7116840"/>
            <a:ext cx="9486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60" spc="-1" strike="noStrike">
                <a:solidFill>
                  <a:srgbClr val="6b6878"/>
                </a:solidFill>
                <a:latin typeface="Inter"/>
                <a:ea typeface="Inter"/>
              </a:rPr>
              <a:t>Founder-led delivery</a:t>
            </a:r>
            <a:endParaRPr b="0" lang="en-US" sz="7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837000" y="7693200"/>
            <a:ext cx="12672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Our team has worked with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837000" y="7912440"/>
            <a:ext cx="59428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e0e14"/>
                </a:solidFill>
                <a:latin typeface="PlayfairDisplay"/>
                <a:ea typeface="PlayfairDisplay"/>
              </a:rPr>
              <a:t>Aginit  ·  LEASAP (CA, USA)  ·  Marketing Transformers (Australia)  ·  DevNeuron (CA,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837000" y="8150400"/>
            <a:ext cx="3438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e0e14"/>
                </a:solidFill>
                <a:latin typeface="PlayfairDisplay"/>
                <a:ea typeface="PlayfairDisplay"/>
              </a:rPr>
              <a:t>USA)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647640" y="647280"/>
            <a:ext cx="107352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WELCOME PACK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6352560" y="10286640"/>
            <a:ext cx="48096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3 of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1" name=""/>
          <p:cNvSpPr/>
          <p:nvPr/>
        </p:nvSpPr>
        <p:spPr>
          <a:xfrm>
            <a:off x="647640" y="143820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2" name=""/>
          <p:cNvSpPr/>
          <p:nvPr/>
        </p:nvSpPr>
        <p:spPr>
          <a:xfrm>
            <a:off x="647640" y="1438200"/>
            <a:ext cx="8280" cy="8280"/>
          </a:xfrm>
          <a:custGeom>
            <a:avLst/>
            <a:gdLst/>
            <a:ahLst/>
            <a:rect l="0" t="0" r="r" b="b"/>
            <a:pathLst>
              <a:path w="23" h="23">
                <a:moveTo>
                  <a:pt x="11" y="0"/>
                </a:moveTo>
                <a:lnTo>
                  <a:pt x="0" y="11"/>
                </a:lnTo>
                <a:lnTo>
                  <a:pt x="0" y="23"/>
                </a:lnTo>
                <a:lnTo>
                  <a:pt x="23" y="0"/>
                </a:lnTo>
                <a:lnTo>
                  <a:pt x="11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3" name=""/>
          <p:cNvSpPr/>
          <p:nvPr/>
        </p:nvSpPr>
        <p:spPr>
          <a:xfrm>
            <a:off x="647640" y="143820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3" y="0"/>
                </a:moveTo>
                <a:lnTo>
                  <a:pt x="0" y="22"/>
                </a:lnTo>
                <a:lnTo>
                  <a:pt x="0" y="35"/>
                </a:lnTo>
                <a:lnTo>
                  <a:pt x="35" y="0"/>
                </a:lnTo>
                <a:lnTo>
                  <a:pt x="23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4" name=""/>
          <p:cNvSpPr/>
          <p:nvPr/>
        </p:nvSpPr>
        <p:spPr>
          <a:xfrm>
            <a:off x="647640" y="1438200"/>
            <a:ext cx="16560" cy="16560"/>
          </a:xfrm>
          <a:custGeom>
            <a:avLst/>
            <a:gdLst/>
            <a:ahLst/>
            <a:rect l="0" t="0" r="r" b="b"/>
            <a:pathLst>
              <a:path w="46" h="46">
                <a:moveTo>
                  <a:pt x="35" y="0"/>
                </a:moveTo>
                <a:lnTo>
                  <a:pt x="0" y="35"/>
                </a:lnTo>
                <a:lnTo>
                  <a:pt x="0" y="46"/>
                </a:lnTo>
                <a:lnTo>
                  <a:pt x="46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5" name=""/>
          <p:cNvSpPr/>
          <p:nvPr/>
        </p:nvSpPr>
        <p:spPr>
          <a:xfrm>
            <a:off x="647640" y="143820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5" y="0"/>
                </a:moveTo>
                <a:lnTo>
                  <a:pt x="0" y="46"/>
                </a:lnTo>
                <a:lnTo>
                  <a:pt x="0" y="54"/>
                </a:lnTo>
                <a:lnTo>
                  <a:pt x="54" y="0"/>
                </a:lnTo>
                <a:lnTo>
                  <a:pt x="45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6" name=""/>
          <p:cNvSpPr/>
          <p:nvPr/>
        </p:nvSpPr>
        <p:spPr>
          <a:xfrm>
            <a:off x="6476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4" y="54"/>
                </a:lnTo>
                <a:lnTo>
                  <a:pt x="5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7" name=""/>
          <p:cNvSpPr/>
          <p:nvPr/>
        </p:nvSpPr>
        <p:spPr>
          <a:xfrm>
            <a:off x="64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8" name=""/>
          <p:cNvSpPr/>
          <p:nvPr/>
        </p:nvSpPr>
        <p:spPr>
          <a:xfrm>
            <a:off x="65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65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66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66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669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3" name=""/>
          <p:cNvSpPr/>
          <p:nvPr/>
        </p:nvSpPr>
        <p:spPr>
          <a:xfrm>
            <a:off x="67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4" name=""/>
          <p:cNvSpPr/>
          <p:nvPr/>
        </p:nvSpPr>
        <p:spPr>
          <a:xfrm>
            <a:off x="6775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5" name=""/>
          <p:cNvSpPr/>
          <p:nvPr/>
        </p:nvSpPr>
        <p:spPr>
          <a:xfrm>
            <a:off x="68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6" name=""/>
          <p:cNvSpPr/>
          <p:nvPr/>
        </p:nvSpPr>
        <p:spPr>
          <a:xfrm>
            <a:off x="68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7" name=""/>
          <p:cNvSpPr/>
          <p:nvPr/>
        </p:nvSpPr>
        <p:spPr>
          <a:xfrm>
            <a:off x="68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8" name=""/>
          <p:cNvSpPr/>
          <p:nvPr/>
        </p:nvSpPr>
        <p:spPr>
          <a:xfrm>
            <a:off x="69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9" name=""/>
          <p:cNvSpPr/>
          <p:nvPr/>
        </p:nvSpPr>
        <p:spPr>
          <a:xfrm>
            <a:off x="69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0" name=""/>
          <p:cNvSpPr/>
          <p:nvPr/>
        </p:nvSpPr>
        <p:spPr>
          <a:xfrm>
            <a:off x="702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1" name=""/>
          <p:cNvSpPr/>
          <p:nvPr/>
        </p:nvSpPr>
        <p:spPr>
          <a:xfrm>
            <a:off x="70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710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3" name=""/>
          <p:cNvSpPr/>
          <p:nvPr/>
        </p:nvSpPr>
        <p:spPr>
          <a:xfrm>
            <a:off x="714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4" name=""/>
          <p:cNvSpPr/>
          <p:nvPr/>
        </p:nvSpPr>
        <p:spPr>
          <a:xfrm>
            <a:off x="71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5" name=""/>
          <p:cNvSpPr/>
          <p:nvPr/>
        </p:nvSpPr>
        <p:spPr>
          <a:xfrm>
            <a:off x="72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6" name=""/>
          <p:cNvSpPr/>
          <p:nvPr/>
        </p:nvSpPr>
        <p:spPr>
          <a:xfrm>
            <a:off x="72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7" name=""/>
          <p:cNvSpPr/>
          <p:nvPr/>
        </p:nvSpPr>
        <p:spPr>
          <a:xfrm>
            <a:off x="73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8" name=""/>
          <p:cNvSpPr/>
          <p:nvPr/>
        </p:nvSpPr>
        <p:spPr>
          <a:xfrm>
            <a:off x="73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9" name=""/>
          <p:cNvSpPr/>
          <p:nvPr/>
        </p:nvSpPr>
        <p:spPr>
          <a:xfrm>
            <a:off x="73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0" name=""/>
          <p:cNvSpPr/>
          <p:nvPr/>
        </p:nvSpPr>
        <p:spPr>
          <a:xfrm>
            <a:off x="74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1" name=""/>
          <p:cNvSpPr/>
          <p:nvPr/>
        </p:nvSpPr>
        <p:spPr>
          <a:xfrm>
            <a:off x="74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2" name=""/>
          <p:cNvSpPr/>
          <p:nvPr/>
        </p:nvSpPr>
        <p:spPr>
          <a:xfrm>
            <a:off x="75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3" name=""/>
          <p:cNvSpPr/>
          <p:nvPr/>
        </p:nvSpPr>
        <p:spPr>
          <a:xfrm>
            <a:off x="75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4" name=""/>
          <p:cNvSpPr/>
          <p:nvPr/>
        </p:nvSpPr>
        <p:spPr>
          <a:xfrm>
            <a:off x="75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5" name=""/>
          <p:cNvSpPr/>
          <p:nvPr/>
        </p:nvSpPr>
        <p:spPr>
          <a:xfrm>
            <a:off x="76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6" name=""/>
          <p:cNvSpPr/>
          <p:nvPr/>
        </p:nvSpPr>
        <p:spPr>
          <a:xfrm>
            <a:off x="767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7" name=""/>
          <p:cNvSpPr/>
          <p:nvPr/>
        </p:nvSpPr>
        <p:spPr>
          <a:xfrm>
            <a:off x="77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8" name=""/>
          <p:cNvSpPr/>
          <p:nvPr/>
        </p:nvSpPr>
        <p:spPr>
          <a:xfrm>
            <a:off x="77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9" name=""/>
          <p:cNvSpPr/>
          <p:nvPr/>
        </p:nvSpPr>
        <p:spPr>
          <a:xfrm>
            <a:off x="77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0" name=""/>
          <p:cNvSpPr/>
          <p:nvPr/>
        </p:nvSpPr>
        <p:spPr>
          <a:xfrm>
            <a:off x="78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1" name=""/>
          <p:cNvSpPr/>
          <p:nvPr/>
        </p:nvSpPr>
        <p:spPr>
          <a:xfrm>
            <a:off x="78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2" name=""/>
          <p:cNvSpPr/>
          <p:nvPr/>
        </p:nvSpPr>
        <p:spPr>
          <a:xfrm>
            <a:off x="792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3" name=""/>
          <p:cNvSpPr/>
          <p:nvPr/>
        </p:nvSpPr>
        <p:spPr>
          <a:xfrm>
            <a:off x="79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4" name=""/>
          <p:cNvSpPr/>
          <p:nvPr/>
        </p:nvSpPr>
        <p:spPr>
          <a:xfrm>
            <a:off x="800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5" name=""/>
          <p:cNvSpPr/>
          <p:nvPr/>
        </p:nvSpPr>
        <p:spPr>
          <a:xfrm>
            <a:off x="804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6" name=""/>
          <p:cNvSpPr/>
          <p:nvPr/>
        </p:nvSpPr>
        <p:spPr>
          <a:xfrm>
            <a:off x="80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7" name=""/>
          <p:cNvSpPr/>
          <p:nvPr/>
        </p:nvSpPr>
        <p:spPr>
          <a:xfrm>
            <a:off x="81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8" name=""/>
          <p:cNvSpPr/>
          <p:nvPr/>
        </p:nvSpPr>
        <p:spPr>
          <a:xfrm>
            <a:off x="81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9" name=""/>
          <p:cNvSpPr/>
          <p:nvPr/>
        </p:nvSpPr>
        <p:spPr>
          <a:xfrm>
            <a:off x="82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0" name=""/>
          <p:cNvSpPr/>
          <p:nvPr/>
        </p:nvSpPr>
        <p:spPr>
          <a:xfrm>
            <a:off x="82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1" name=""/>
          <p:cNvSpPr/>
          <p:nvPr/>
        </p:nvSpPr>
        <p:spPr>
          <a:xfrm>
            <a:off x="82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2" name=""/>
          <p:cNvSpPr/>
          <p:nvPr/>
        </p:nvSpPr>
        <p:spPr>
          <a:xfrm>
            <a:off x="83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3" name=""/>
          <p:cNvSpPr/>
          <p:nvPr/>
        </p:nvSpPr>
        <p:spPr>
          <a:xfrm>
            <a:off x="837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4" name=""/>
          <p:cNvSpPr/>
          <p:nvPr/>
        </p:nvSpPr>
        <p:spPr>
          <a:xfrm>
            <a:off x="84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5" name=""/>
          <p:cNvSpPr/>
          <p:nvPr/>
        </p:nvSpPr>
        <p:spPr>
          <a:xfrm>
            <a:off x="845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6" name=""/>
          <p:cNvSpPr/>
          <p:nvPr/>
        </p:nvSpPr>
        <p:spPr>
          <a:xfrm>
            <a:off x="84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7" name=""/>
          <p:cNvSpPr/>
          <p:nvPr/>
        </p:nvSpPr>
        <p:spPr>
          <a:xfrm>
            <a:off x="85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8" name=""/>
          <p:cNvSpPr/>
          <p:nvPr/>
        </p:nvSpPr>
        <p:spPr>
          <a:xfrm>
            <a:off x="857520" y="143820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9" name=""/>
          <p:cNvSpPr/>
          <p:nvPr/>
        </p:nvSpPr>
        <p:spPr>
          <a:xfrm>
            <a:off x="86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0" name=""/>
          <p:cNvSpPr/>
          <p:nvPr/>
        </p:nvSpPr>
        <p:spPr>
          <a:xfrm>
            <a:off x="867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1" name=""/>
          <p:cNvSpPr/>
          <p:nvPr/>
        </p:nvSpPr>
        <p:spPr>
          <a:xfrm>
            <a:off x="87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2" name=""/>
          <p:cNvSpPr/>
          <p:nvPr/>
        </p:nvSpPr>
        <p:spPr>
          <a:xfrm>
            <a:off x="87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3" name=""/>
          <p:cNvSpPr/>
          <p:nvPr/>
        </p:nvSpPr>
        <p:spPr>
          <a:xfrm>
            <a:off x="8740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4" name=""/>
          <p:cNvSpPr/>
          <p:nvPr/>
        </p:nvSpPr>
        <p:spPr>
          <a:xfrm>
            <a:off x="87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5" name=""/>
          <p:cNvSpPr/>
          <p:nvPr/>
        </p:nvSpPr>
        <p:spPr>
          <a:xfrm>
            <a:off x="87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6" name=""/>
          <p:cNvSpPr/>
          <p:nvPr/>
        </p:nvSpPr>
        <p:spPr>
          <a:xfrm>
            <a:off x="88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7" name=""/>
          <p:cNvSpPr/>
          <p:nvPr/>
        </p:nvSpPr>
        <p:spPr>
          <a:xfrm>
            <a:off x="88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8" name=""/>
          <p:cNvSpPr/>
          <p:nvPr/>
        </p:nvSpPr>
        <p:spPr>
          <a:xfrm>
            <a:off x="88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9" name=""/>
          <p:cNvSpPr/>
          <p:nvPr/>
        </p:nvSpPr>
        <p:spPr>
          <a:xfrm>
            <a:off x="88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0" name=""/>
          <p:cNvSpPr/>
          <p:nvPr/>
        </p:nvSpPr>
        <p:spPr>
          <a:xfrm>
            <a:off x="88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1" name=""/>
          <p:cNvSpPr/>
          <p:nvPr/>
        </p:nvSpPr>
        <p:spPr>
          <a:xfrm>
            <a:off x="89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2" name=""/>
          <p:cNvSpPr/>
          <p:nvPr/>
        </p:nvSpPr>
        <p:spPr>
          <a:xfrm>
            <a:off x="89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3" name=""/>
          <p:cNvSpPr/>
          <p:nvPr/>
        </p:nvSpPr>
        <p:spPr>
          <a:xfrm>
            <a:off x="89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4" name=""/>
          <p:cNvSpPr/>
          <p:nvPr/>
        </p:nvSpPr>
        <p:spPr>
          <a:xfrm>
            <a:off x="896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5" name=""/>
          <p:cNvSpPr/>
          <p:nvPr/>
        </p:nvSpPr>
        <p:spPr>
          <a:xfrm>
            <a:off x="89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6" name=""/>
          <p:cNvSpPr/>
          <p:nvPr/>
        </p:nvSpPr>
        <p:spPr>
          <a:xfrm>
            <a:off x="90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7" name=""/>
          <p:cNvSpPr/>
          <p:nvPr/>
        </p:nvSpPr>
        <p:spPr>
          <a:xfrm>
            <a:off x="9025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8" name=""/>
          <p:cNvSpPr/>
          <p:nvPr/>
        </p:nvSpPr>
        <p:spPr>
          <a:xfrm>
            <a:off x="90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9" name=""/>
          <p:cNvSpPr/>
          <p:nvPr/>
        </p:nvSpPr>
        <p:spPr>
          <a:xfrm>
            <a:off x="906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0" name=""/>
          <p:cNvSpPr/>
          <p:nvPr/>
        </p:nvSpPr>
        <p:spPr>
          <a:xfrm>
            <a:off x="90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1" name=""/>
          <p:cNvSpPr/>
          <p:nvPr/>
        </p:nvSpPr>
        <p:spPr>
          <a:xfrm>
            <a:off x="91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2" name=""/>
          <p:cNvSpPr/>
          <p:nvPr/>
        </p:nvSpPr>
        <p:spPr>
          <a:xfrm>
            <a:off x="912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3" name=""/>
          <p:cNvSpPr/>
          <p:nvPr/>
        </p:nvSpPr>
        <p:spPr>
          <a:xfrm>
            <a:off x="91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4" name=""/>
          <p:cNvSpPr/>
          <p:nvPr/>
        </p:nvSpPr>
        <p:spPr>
          <a:xfrm>
            <a:off x="91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5" name=""/>
          <p:cNvSpPr/>
          <p:nvPr/>
        </p:nvSpPr>
        <p:spPr>
          <a:xfrm>
            <a:off x="91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6" name=""/>
          <p:cNvSpPr/>
          <p:nvPr/>
        </p:nvSpPr>
        <p:spPr>
          <a:xfrm>
            <a:off x="92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7" name=""/>
          <p:cNvSpPr/>
          <p:nvPr/>
        </p:nvSpPr>
        <p:spPr>
          <a:xfrm>
            <a:off x="92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8" name=""/>
          <p:cNvSpPr/>
          <p:nvPr/>
        </p:nvSpPr>
        <p:spPr>
          <a:xfrm>
            <a:off x="92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9" name=""/>
          <p:cNvSpPr/>
          <p:nvPr/>
        </p:nvSpPr>
        <p:spPr>
          <a:xfrm>
            <a:off x="92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0" name=""/>
          <p:cNvSpPr/>
          <p:nvPr/>
        </p:nvSpPr>
        <p:spPr>
          <a:xfrm>
            <a:off x="92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1" name=""/>
          <p:cNvSpPr/>
          <p:nvPr/>
        </p:nvSpPr>
        <p:spPr>
          <a:xfrm>
            <a:off x="93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2" name=""/>
          <p:cNvSpPr/>
          <p:nvPr/>
        </p:nvSpPr>
        <p:spPr>
          <a:xfrm>
            <a:off x="93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3" name=""/>
          <p:cNvSpPr/>
          <p:nvPr/>
        </p:nvSpPr>
        <p:spPr>
          <a:xfrm>
            <a:off x="935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4" name=""/>
          <p:cNvSpPr/>
          <p:nvPr/>
        </p:nvSpPr>
        <p:spPr>
          <a:xfrm>
            <a:off x="93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5" name=""/>
          <p:cNvSpPr/>
          <p:nvPr/>
        </p:nvSpPr>
        <p:spPr>
          <a:xfrm>
            <a:off x="93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6" name=""/>
          <p:cNvSpPr/>
          <p:nvPr/>
        </p:nvSpPr>
        <p:spPr>
          <a:xfrm>
            <a:off x="941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94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8" name=""/>
          <p:cNvSpPr/>
          <p:nvPr/>
        </p:nvSpPr>
        <p:spPr>
          <a:xfrm>
            <a:off x="945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9" name=""/>
          <p:cNvSpPr/>
          <p:nvPr/>
        </p:nvSpPr>
        <p:spPr>
          <a:xfrm>
            <a:off x="94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0" name=""/>
          <p:cNvSpPr/>
          <p:nvPr/>
        </p:nvSpPr>
        <p:spPr>
          <a:xfrm>
            <a:off x="949680" y="143820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1" name=""/>
          <p:cNvSpPr/>
          <p:nvPr/>
        </p:nvSpPr>
        <p:spPr>
          <a:xfrm>
            <a:off x="951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2" name=""/>
          <p:cNvSpPr/>
          <p:nvPr/>
        </p:nvSpPr>
        <p:spPr>
          <a:xfrm>
            <a:off x="95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3" name=""/>
          <p:cNvSpPr/>
          <p:nvPr/>
        </p:nvSpPr>
        <p:spPr>
          <a:xfrm>
            <a:off x="95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4" name=""/>
          <p:cNvSpPr/>
          <p:nvPr/>
        </p:nvSpPr>
        <p:spPr>
          <a:xfrm>
            <a:off x="95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5" name=""/>
          <p:cNvSpPr/>
          <p:nvPr/>
        </p:nvSpPr>
        <p:spPr>
          <a:xfrm>
            <a:off x="96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6" name=""/>
          <p:cNvSpPr/>
          <p:nvPr/>
        </p:nvSpPr>
        <p:spPr>
          <a:xfrm>
            <a:off x="96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7" name=""/>
          <p:cNvSpPr/>
          <p:nvPr/>
        </p:nvSpPr>
        <p:spPr>
          <a:xfrm>
            <a:off x="96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8" name=""/>
          <p:cNvSpPr/>
          <p:nvPr/>
        </p:nvSpPr>
        <p:spPr>
          <a:xfrm>
            <a:off x="96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9" name=""/>
          <p:cNvSpPr/>
          <p:nvPr/>
        </p:nvSpPr>
        <p:spPr>
          <a:xfrm>
            <a:off x="96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0" name=""/>
          <p:cNvSpPr/>
          <p:nvPr/>
        </p:nvSpPr>
        <p:spPr>
          <a:xfrm>
            <a:off x="97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1" name=""/>
          <p:cNvSpPr/>
          <p:nvPr/>
        </p:nvSpPr>
        <p:spPr>
          <a:xfrm>
            <a:off x="97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2" name=""/>
          <p:cNvSpPr/>
          <p:nvPr/>
        </p:nvSpPr>
        <p:spPr>
          <a:xfrm>
            <a:off x="97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3" name=""/>
          <p:cNvSpPr/>
          <p:nvPr/>
        </p:nvSpPr>
        <p:spPr>
          <a:xfrm>
            <a:off x="97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4" name=""/>
          <p:cNvSpPr/>
          <p:nvPr/>
        </p:nvSpPr>
        <p:spPr>
          <a:xfrm>
            <a:off x="97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5" name=""/>
          <p:cNvSpPr/>
          <p:nvPr/>
        </p:nvSpPr>
        <p:spPr>
          <a:xfrm>
            <a:off x="98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6" name=""/>
          <p:cNvSpPr/>
          <p:nvPr/>
        </p:nvSpPr>
        <p:spPr>
          <a:xfrm>
            <a:off x="98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7" name=""/>
          <p:cNvSpPr/>
          <p:nvPr/>
        </p:nvSpPr>
        <p:spPr>
          <a:xfrm>
            <a:off x="98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8" name=""/>
          <p:cNvSpPr/>
          <p:nvPr/>
        </p:nvSpPr>
        <p:spPr>
          <a:xfrm>
            <a:off x="98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9" name=""/>
          <p:cNvSpPr/>
          <p:nvPr/>
        </p:nvSpPr>
        <p:spPr>
          <a:xfrm>
            <a:off x="98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0" name=""/>
          <p:cNvSpPr/>
          <p:nvPr/>
        </p:nvSpPr>
        <p:spPr>
          <a:xfrm>
            <a:off x="99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1" name=""/>
          <p:cNvSpPr/>
          <p:nvPr/>
        </p:nvSpPr>
        <p:spPr>
          <a:xfrm>
            <a:off x="99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2" name=""/>
          <p:cNvSpPr/>
          <p:nvPr/>
        </p:nvSpPr>
        <p:spPr>
          <a:xfrm>
            <a:off x="99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3" name=""/>
          <p:cNvSpPr/>
          <p:nvPr/>
        </p:nvSpPr>
        <p:spPr>
          <a:xfrm>
            <a:off x="99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4" name=""/>
          <p:cNvSpPr/>
          <p:nvPr/>
        </p:nvSpPr>
        <p:spPr>
          <a:xfrm>
            <a:off x="99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5" name=""/>
          <p:cNvSpPr/>
          <p:nvPr/>
        </p:nvSpPr>
        <p:spPr>
          <a:xfrm>
            <a:off x="100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6" name=""/>
          <p:cNvSpPr/>
          <p:nvPr/>
        </p:nvSpPr>
        <p:spPr>
          <a:xfrm>
            <a:off x="100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7" name=""/>
          <p:cNvSpPr/>
          <p:nvPr/>
        </p:nvSpPr>
        <p:spPr>
          <a:xfrm>
            <a:off x="100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8" name=""/>
          <p:cNvSpPr/>
          <p:nvPr/>
        </p:nvSpPr>
        <p:spPr>
          <a:xfrm>
            <a:off x="100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9" name=""/>
          <p:cNvSpPr/>
          <p:nvPr/>
        </p:nvSpPr>
        <p:spPr>
          <a:xfrm>
            <a:off x="100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0" name=""/>
          <p:cNvSpPr/>
          <p:nvPr/>
        </p:nvSpPr>
        <p:spPr>
          <a:xfrm>
            <a:off x="101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1" name=""/>
          <p:cNvSpPr/>
          <p:nvPr/>
        </p:nvSpPr>
        <p:spPr>
          <a:xfrm>
            <a:off x="101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2" name=""/>
          <p:cNvSpPr/>
          <p:nvPr/>
        </p:nvSpPr>
        <p:spPr>
          <a:xfrm>
            <a:off x="101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3" name=""/>
          <p:cNvSpPr/>
          <p:nvPr/>
        </p:nvSpPr>
        <p:spPr>
          <a:xfrm>
            <a:off x="101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4" name=""/>
          <p:cNvSpPr/>
          <p:nvPr/>
        </p:nvSpPr>
        <p:spPr>
          <a:xfrm>
            <a:off x="101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5" name=""/>
          <p:cNvSpPr/>
          <p:nvPr/>
        </p:nvSpPr>
        <p:spPr>
          <a:xfrm>
            <a:off x="102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6" name=""/>
          <p:cNvSpPr/>
          <p:nvPr/>
        </p:nvSpPr>
        <p:spPr>
          <a:xfrm>
            <a:off x="102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7" name=""/>
          <p:cNvSpPr/>
          <p:nvPr/>
        </p:nvSpPr>
        <p:spPr>
          <a:xfrm>
            <a:off x="102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8" name=""/>
          <p:cNvSpPr/>
          <p:nvPr/>
        </p:nvSpPr>
        <p:spPr>
          <a:xfrm>
            <a:off x="102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9" name=""/>
          <p:cNvSpPr/>
          <p:nvPr/>
        </p:nvSpPr>
        <p:spPr>
          <a:xfrm>
            <a:off x="102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0" name=""/>
          <p:cNvSpPr/>
          <p:nvPr/>
        </p:nvSpPr>
        <p:spPr>
          <a:xfrm>
            <a:off x="103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1" name=""/>
          <p:cNvSpPr/>
          <p:nvPr/>
        </p:nvSpPr>
        <p:spPr>
          <a:xfrm>
            <a:off x="103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2" name=""/>
          <p:cNvSpPr/>
          <p:nvPr/>
        </p:nvSpPr>
        <p:spPr>
          <a:xfrm>
            <a:off x="103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3" name=""/>
          <p:cNvSpPr/>
          <p:nvPr/>
        </p:nvSpPr>
        <p:spPr>
          <a:xfrm>
            <a:off x="103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4" name=""/>
          <p:cNvSpPr/>
          <p:nvPr/>
        </p:nvSpPr>
        <p:spPr>
          <a:xfrm>
            <a:off x="103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5" name=""/>
          <p:cNvSpPr/>
          <p:nvPr/>
        </p:nvSpPr>
        <p:spPr>
          <a:xfrm>
            <a:off x="1041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6" name=""/>
          <p:cNvSpPr/>
          <p:nvPr/>
        </p:nvSpPr>
        <p:spPr>
          <a:xfrm>
            <a:off x="104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7" name=""/>
          <p:cNvSpPr/>
          <p:nvPr/>
        </p:nvSpPr>
        <p:spPr>
          <a:xfrm>
            <a:off x="104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8" name=""/>
          <p:cNvSpPr/>
          <p:nvPr/>
        </p:nvSpPr>
        <p:spPr>
          <a:xfrm>
            <a:off x="104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9" name=""/>
          <p:cNvSpPr/>
          <p:nvPr/>
        </p:nvSpPr>
        <p:spPr>
          <a:xfrm>
            <a:off x="105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0" name=""/>
          <p:cNvSpPr/>
          <p:nvPr/>
        </p:nvSpPr>
        <p:spPr>
          <a:xfrm>
            <a:off x="105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1" name=""/>
          <p:cNvSpPr/>
          <p:nvPr/>
        </p:nvSpPr>
        <p:spPr>
          <a:xfrm>
            <a:off x="105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2" name=""/>
          <p:cNvSpPr/>
          <p:nvPr/>
        </p:nvSpPr>
        <p:spPr>
          <a:xfrm>
            <a:off x="105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3" name=""/>
          <p:cNvSpPr/>
          <p:nvPr/>
        </p:nvSpPr>
        <p:spPr>
          <a:xfrm>
            <a:off x="105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4" name=""/>
          <p:cNvSpPr/>
          <p:nvPr/>
        </p:nvSpPr>
        <p:spPr>
          <a:xfrm>
            <a:off x="106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5" name=""/>
          <p:cNvSpPr/>
          <p:nvPr/>
        </p:nvSpPr>
        <p:spPr>
          <a:xfrm>
            <a:off x="106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6" name=""/>
          <p:cNvSpPr/>
          <p:nvPr/>
        </p:nvSpPr>
        <p:spPr>
          <a:xfrm>
            <a:off x="1064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7" name=""/>
          <p:cNvSpPr/>
          <p:nvPr/>
        </p:nvSpPr>
        <p:spPr>
          <a:xfrm>
            <a:off x="106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8" name=""/>
          <p:cNvSpPr/>
          <p:nvPr/>
        </p:nvSpPr>
        <p:spPr>
          <a:xfrm>
            <a:off x="106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9" name=""/>
          <p:cNvSpPr/>
          <p:nvPr/>
        </p:nvSpPr>
        <p:spPr>
          <a:xfrm>
            <a:off x="1070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0" name=""/>
          <p:cNvSpPr/>
          <p:nvPr/>
        </p:nvSpPr>
        <p:spPr>
          <a:xfrm>
            <a:off x="107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1" name=""/>
          <p:cNvSpPr/>
          <p:nvPr/>
        </p:nvSpPr>
        <p:spPr>
          <a:xfrm>
            <a:off x="1074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2" name=""/>
          <p:cNvSpPr/>
          <p:nvPr/>
        </p:nvSpPr>
        <p:spPr>
          <a:xfrm>
            <a:off x="107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3" name=""/>
          <p:cNvSpPr/>
          <p:nvPr/>
        </p:nvSpPr>
        <p:spPr>
          <a:xfrm>
            <a:off x="107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4" name=""/>
          <p:cNvSpPr/>
          <p:nvPr/>
        </p:nvSpPr>
        <p:spPr>
          <a:xfrm>
            <a:off x="1080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5" name=""/>
          <p:cNvSpPr/>
          <p:nvPr/>
        </p:nvSpPr>
        <p:spPr>
          <a:xfrm>
            <a:off x="108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6" name=""/>
          <p:cNvSpPr/>
          <p:nvPr/>
        </p:nvSpPr>
        <p:spPr>
          <a:xfrm>
            <a:off x="108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7" name=""/>
          <p:cNvSpPr/>
          <p:nvPr/>
        </p:nvSpPr>
        <p:spPr>
          <a:xfrm>
            <a:off x="108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8" name=""/>
          <p:cNvSpPr/>
          <p:nvPr/>
        </p:nvSpPr>
        <p:spPr>
          <a:xfrm>
            <a:off x="108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9" name=""/>
          <p:cNvSpPr/>
          <p:nvPr/>
        </p:nvSpPr>
        <p:spPr>
          <a:xfrm>
            <a:off x="109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0" name=""/>
          <p:cNvSpPr/>
          <p:nvPr/>
        </p:nvSpPr>
        <p:spPr>
          <a:xfrm>
            <a:off x="109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1" name=""/>
          <p:cNvSpPr/>
          <p:nvPr/>
        </p:nvSpPr>
        <p:spPr>
          <a:xfrm>
            <a:off x="109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2" name=""/>
          <p:cNvSpPr/>
          <p:nvPr/>
        </p:nvSpPr>
        <p:spPr>
          <a:xfrm>
            <a:off x="109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3" name=""/>
          <p:cNvSpPr/>
          <p:nvPr/>
        </p:nvSpPr>
        <p:spPr>
          <a:xfrm>
            <a:off x="109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4" name=""/>
          <p:cNvSpPr/>
          <p:nvPr/>
        </p:nvSpPr>
        <p:spPr>
          <a:xfrm>
            <a:off x="110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5" name=""/>
          <p:cNvSpPr/>
          <p:nvPr/>
        </p:nvSpPr>
        <p:spPr>
          <a:xfrm>
            <a:off x="11034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6" name=""/>
          <p:cNvSpPr/>
          <p:nvPr/>
        </p:nvSpPr>
        <p:spPr>
          <a:xfrm>
            <a:off x="110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7" name=""/>
          <p:cNvSpPr/>
          <p:nvPr/>
        </p:nvSpPr>
        <p:spPr>
          <a:xfrm>
            <a:off x="11073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8" name=""/>
          <p:cNvSpPr/>
          <p:nvPr/>
        </p:nvSpPr>
        <p:spPr>
          <a:xfrm>
            <a:off x="1109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9" name=""/>
          <p:cNvSpPr/>
          <p:nvPr/>
        </p:nvSpPr>
        <p:spPr>
          <a:xfrm>
            <a:off x="111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0" name=""/>
          <p:cNvSpPr/>
          <p:nvPr/>
        </p:nvSpPr>
        <p:spPr>
          <a:xfrm>
            <a:off x="11134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1" name=""/>
          <p:cNvSpPr/>
          <p:nvPr/>
        </p:nvSpPr>
        <p:spPr>
          <a:xfrm>
            <a:off x="111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2" name=""/>
          <p:cNvSpPr/>
          <p:nvPr/>
        </p:nvSpPr>
        <p:spPr>
          <a:xfrm>
            <a:off x="111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3" name=""/>
          <p:cNvSpPr/>
          <p:nvPr/>
        </p:nvSpPr>
        <p:spPr>
          <a:xfrm>
            <a:off x="1119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4" name=""/>
          <p:cNvSpPr/>
          <p:nvPr/>
        </p:nvSpPr>
        <p:spPr>
          <a:xfrm>
            <a:off x="112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5" name=""/>
          <p:cNvSpPr/>
          <p:nvPr/>
        </p:nvSpPr>
        <p:spPr>
          <a:xfrm>
            <a:off x="112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6" name=""/>
          <p:cNvSpPr/>
          <p:nvPr/>
        </p:nvSpPr>
        <p:spPr>
          <a:xfrm>
            <a:off x="112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7" name=""/>
          <p:cNvSpPr/>
          <p:nvPr/>
        </p:nvSpPr>
        <p:spPr>
          <a:xfrm>
            <a:off x="112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8" name=""/>
          <p:cNvSpPr/>
          <p:nvPr/>
        </p:nvSpPr>
        <p:spPr>
          <a:xfrm>
            <a:off x="112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9" name=""/>
          <p:cNvSpPr/>
          <p:nvPr/>
        </p:nvSpPr>
        <p:spPr>
          <a:xfrm>
            <a:off x="11318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8" y="1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0" name=""/>
          <p:cNvSpPr/>
          <p:nvPr/>
        </p:nvSpPr>
        <p:spPr>
          <a:xfrm>
            <a:off x="1134000" y="1438560"/>
            <a:ext cx="18720" cy="19080"/>
          </a:xfrm>
          <a:custGeom>
            <a:avLst/>
            <a:gdLst/>
            <a:ahLst/>
            <a:rect l="0" t="0" r="r" b="b"/>
            <a:pathLst>
              <a:path w="52" h="53">
                <a:moveTo>
                  <a:pt x="52" y="0"/>
                </a:moveTo>
                <a:lnTo>
                  <a:pt x="0" y="53"/>
                </a:lnTo>
                <a:lnTo>
                  <a:pt x="5" y="53"/>
                </a:lnTo>
                <a:lnTo>
                  <a:pt x="52" y="6"/>
                </a:lnTo>
                <a:lnTo>
                  <a:pt x="52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1" name=""/>
          <p:cNvSpPr/>
          <p:nvPr/>
        </p:nvSpPr>
        <p:spPr>
          <a:xfrm>
            <a:off x="1135800" y="144072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47" y="0"/>
                </a:moveTo>
                <a:lnTo>
                  <a:pt x="0" y="47"/>
                </a:lnTo>
                <a:lnTo>
                  <a:pt x="6" y="47"/>
                </a:lnTo>
                <a:lnTo>
                  <a:pt x="47" y="6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2" name=""/>
          <p:cNvSpPr/>
          <p:nvPr/>
        </p:nvSpPr>
        <p:spPr>
          <a:xfrm>
            <a:off x="1137960" y="1442880"/>
            <a:ext cx="14760" cy="14760"/>
          </a:xfrm>
          <a:custGeom>
            <a:avLst/>
            <a:gdLst/>
            <a:ahLst/>
            <a:rect l="0" t="0" r="r" b="b"/>
            <a:pathLst>
              <a:path w="41" h="41">
                <a:moveTo>
                  <a:pt x="41" y="0"/>
                </a:moveTo>
                <a:lnTo>
                  <a:pt x="0" y="41"/>
                </a:lnTo>
                <a:lnTo>
                  <a:pt x="6" y="41"/>
                </a:lnTo>
                <a:lnTo>
                  <a:pt x="41" y="6"/>
                </a:lnTo>
                <a:lnTo>
                  <a:pt x="41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3" name=""/>
          <p:cNvSpPr/>
          <p:nvPr/>
        </p:nvSpPr>
        <p:spPr>
          <a:xfrm>
            <a:off x="1140120" y="144504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35" y="0"/>
                </a:moveTo>
                <a:lnTo>
                  <a:pt x="0" y="35"/>
                </a:lnTo>
                <a:lnTo>
                  <a:pt x="6" y="35"/>
                </a:lnTo>
                <a:lnTo>
                  <a:pt x="35" y="5"/>
                </a:lnTo>
                <a:lnTo>
                  <a:pt x="35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4" name=""/>
          <p:cNvSpPr/>
          <p:nvPr/>
        </p:nvSpPr>
        <p:spPr>
          <a:xfrm>
            <a:off x="1142280" y="1446840"/>
            <a:ext cx="10440" cy="10800"/>
          </a:xfrm>
          <a:custGeom>
            <a:avLst/>
            <a:gdLst/>
            <a:ahLst/>
            <a:rect l="0" t="0" r="r" b="b"/>
            <a:pathLst>
              <a:path w="29" h="30">
                <a:moveTo>
                  <a:pt x="29" y="0"/>
                </a:moveTo>
                <a:lnTo>
                  <a:pt x="0" y="30"/>
                </a:lnTo>
                <a:lnTo>
                  <a:pt x="6" y="30"/>
                </a:lnTo>
                <a:lnTo>
                  <a:pt x="29" y="6"/>
                </a:lnTo>
                <a:lnTo>
                  <a:pt x="29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5" name=""/>
          <p:cNvSpPr/>
          <p:nvPr/>
        </p:nvSpPr>
        <p:spPr>
          <a:xfrm>
            <a:off x="1144080" y="1449000"/>
            <a:ext cx="9000" cy="8640"/>
          </a:xfrm>
          <a:custGeom>
            <a:avLst/>
            <a:gdLst/>
            <a:ahLst/>
            <a:rect l="0" t="0" r="r" b="b"/>
            <a:pathLst>
              <a:path w="25" h="24">
                <a:moveTo>
                  <a:pt x="25" y="0"/>
                </a:moveTo>
                <a:lnTo>
                  <a:pt x="0" y="24"/>
                </a:lnTo>
                <a:lnTo>
                  <a:pt x="7" y="24"/>
                </a:lnTo>
                <a:lnTo>
                  <a:pt x="25" y="6"/>
                </a:lnTo>
                <a:lnTo>
                  <a:pt x="25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6" name=""/>
          <p:cNvSpPr/>
          <p:nvPr/>
        </p:nvSpPr>
        <p:spPr>
          <a:xfrm>
            <a:off x="1146240" y="145116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7" y="18"/>
                </a:lnTo>
                <a:lnTo>
                  <a:pt x="18" y="5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7" name=""/>
          <p:cNvSpPr/>
          <p:nvPr/>
        </p:nvSpPr>
        <p:spPr>
          <a:xfrm>
            <a:off x="1148400" y="1452960"/>
            <a:ext cx="4320" cy="4680"/>
          </a:xfrm>
          <a:custGeom>
            <a:avLst/>
            <a:gdLst/>
            <a:ahLst/>
            <a:rect l="0" t="0" r="r" b="b"/>
            <a:pathLst>
              <a:path w="12" h="13">
                <a:moveTo>
                  <a:pt x="12" y="0"/>
                </a:moveTo>
                <a:lnTo>
                  <a:pt x="0" y="13"/>
                </a:lnTo>
                <a:lnTo>
                  <a:pt x="5" y="13"/>
                </a:lnTo>
                <a:lnTo>
                  <a:pt x="12" y="6"/>
                </a:lnTo>
                <a:lnTo>
                  <a:pt x="12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8" name=""/>
          <p:cNvSpPr/>
          <p:nvPr/>
        </p:nvSpPr>
        <p:spPr>
          <a:xfrm>
            <a:off x="1150200" y="14551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7" y="0"/>
                </a:moveTo>
                <a:lnTo>
                  <a:pt x="0" y="8"/>
                </a:lnTo>
                <a:lnTo>
                  <a:pt x="7" y="8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9" name=""/>
          <p:cNvSpPr/>
          <p:nvPr/>
        </p:nvSpPr>
        <p:spPr>
          <a:xfrm>
            <a:off x="652320" y="5729040"/>
            <a:ext cx="6258240" cy="1533960"/>
          </a:xfrm>
          <a:custGeom>
            <a:avLst/>
            <a:gdLst/>
            <a:ahLst/>
            <a:rect l="0" t="0" r="r" b="b"/>
            <a:pathLst>
              <a:path w="17384" h="4261">
                <a:moveTo>
                  <a:pt x="0" y="4034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5"/>
                </a:cubicBezTo>
                <a:cubicBezTo>
                  <a:pt x="197" y="2"/>
                  <a:pt x="212" y="0"/>
                  <a:pt x="227" y="0"/>
                </a:cubicBezTo>
                <a:lnTo>
                  <a:pt x="17157" y="0"/>
                </a:lnTo>
                <a:cubicBezTo>
                  <a:pt x="17172" y="0"/>
                  <a:pt x="17187" y="2"/>
                  <a:pt x="17201" y="5"/>
                </a:cubicBezTo>
                <a:cubicBezTo>
                  <a:pt x="17216" y="7"/>
                  <a:pt x="17230" y="12"/>
                  <a:pt x="17244" y="17"/>
                </a:cubicBezTo>
                <a:cubicBezTo>
                  <a:pt x="17258" y="23"/>
                  <a:pt x="17271" y="30"/>
                  <a:pt x="17283" y="38"/>
                </a:cubicBezTo>
                <a:cubicBezTo>
                  <a:pt x="17296" y="47"/>
                  <a:pt x="17307" y="56"/>
                  <a:pt x="17318" y="67"/>
                </a:cubicBezTo>
                <a:cubicBezTo>
                  <a:pt x="17328" y="77"/>
                  <a:pt x="17338" y="89"/>
                  <a:pt x="17346" y="101"/>
                </a:cubicBezTo>
                <a:cubicBezTo>
                  <a:pt x="17354" y="113"/>
                  <a:pt x="17361" y="126"/>
                  <a:pt x="17367" y="140"/>
                </a:cubicBezTo>
                <a:cubicBezTo>
                  <a:pt x="17372" y="154"/>
                  <a:pt x="17377" y="168"/>
                  <a:pt x="17380" y="183"/>
                </a:cubicBezTo>
                <a:cubicBezTo>
                  <a:pt x="17383" y="197"/>
                  <a:pt x="17384" y="212"/>
                  <a:pt x="17384" y="227"/>
                </a:cubicBezTo>
                <a:lnTo>
                  <a:pt x="17384" y="4034"/>
                </a:lnTo>
                <a:cubicBezTo>
                  <a:pt x="17384" y="4049"/>
                  <a:pt x="17383" y="4064"/>
                  <a:pt x="17380" y="4078"/>
                </a:cubicBezTo>
                <a:cubicBezTo>
                  <a:pt x="17377" y="4093"/>
                  <a:pt x="17372" y="4107"/>
                  <a:pt x="17367" y="4121"/>
                </a:cubicBezTo>
                <a:cubicBezTo>
                  <a:pt x="17361" y="4135"/>
                  <a:pt x="17354" y="4148"/>
                  <a:pt x="17346" y="4160"/>
                </a:cubicBezTo>
                <a:cubicBezTo>
                  <a:pt x="17338" y="4173"/>
                  <a:pt x="17328" y="4184"/>
                  <a:pt x="17318" y="4195"/>
                </a:cubicBezTo>
                <a:cubicBezTo>
                  <a:pt x="17307" y="4205"/>
                  <a:pt x="17296" y="4214"/>
                  <a:pt x="17283" y="4223"/>
                </a:cubicBezTo>
                <a:cubicBezTo>
                  <a:pt x="17271" y="4231"/>
                  <a:pt x="17258" y="4238"/>
                  <a:pt x="17244" y="4244"/>
                </a:cubicBezTo>
                <a:cubicBezTo>
                  <a:pt x="17230" y="4249"/>
                  <a:pt x="17216" y="4254"/>
                  <a:pt x="17201" y="4257"/>
                </a:cubicBezTo>
                <a:cubicBezTo>
                  <a:pt x="17187" y="4260"/>
                  <a:pt x="17172" y="4261"/>
                  <a:pt x="17157" y="4261"/>
                </a:cubicBezTo>
                <a:lnTo>
                  <a:pt x="227" y="4261"/>
                </a:lnTo>
                <a:cubicBezTo>
                  <a:pt x="212" y="4261"/>
                  <a:pt x="197" y="4260"/>
                  <a:pt x="182" y="4257"/>
                </a:cubicBezTo>
                <a:cubicBezTo>
                  <a:pt x="168" y="4254"/>
                  <a:pt x="154" y="4249"/>
                  <a:pt x="140" y="4244"/>
                </a:cubicBezTo>
                <a:cubicBezTo>
                  <a:pt x="126" y="4238"/>
                  <a:pt x="113" y="4231"/>
                  <a:pt x="101" y="4223"/>
                </a:cubicBezTo>
                <a:cubicBezTo>
                  <a:pt x="88" y="4214"/>
                  <a:pt x="77" y="4205"/>
                  <a:pt x="66" y="4195"/>
                </a:cubicBezTo>
                <a:cubicBezTo>
                  <a:pt x="56" y="4184"/>
                  <a:pt x="46" y="4173"/>
                  <a:pt x="38" y="4160"/>
                </a:cubicBezTo>
                <a:cubicBezTo>
                  <a:pt x="30" y="4148"/>
                  <a:pt x="23" y="4135"/>
                  <a:pt x="17" y="4121"/>
                </a:cubicBezTo>
                <a:cubicBezTo>
                  <a:pt x="11" y="4107"/>
                  <a:pt x="7" y="4093"/>
                  <a:pt x="4" y="4078"/>
                </a:cubicBezTo>
                <a:cubicBezTo>
                  <a:pt x="1" y="4064"/>
                  <a:pt x="0" y="4049"/>
                  <a:pt x="0" y="4034"/>
                </a:cubicBezTo>
                <a:close/>
              </a:path>
            </a:pathLst>
          </a:custGeom>
          <a:solidFill>
            <a:srgbClr val="120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0" name=""/>
          <p:cNvSpPr/>
          <p:nvPr/>
        </p:nvSpPr>
        <p:spPr>
          <a:xfrm>
            <a:off x="652320" y="5729040"/>
            <a:ext cx="6258240" cy="1533960"/>
          </a:xfrm>
          <a:custGeom>
            <a:avLst/>
            <a:gdLst/>
            <a:ahLst/>
            <a:rect l="0" t="0" r="r" b="b"/>
            <a:pathLst>
              <a:path w="17384" h="4261">
                <a:moveTo>
                  <a:pt x="0" y="4034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5"/>
                </a:cubicBezTo>
                <a:cubicBezTo>
                  <a:pt x="197" y="2"/>
                  <a:pt x="212" y="0"/>
                  <a:pt x="227" y="0"/>
                </a:cubicBezTo>
                <a:lnTo>
                  <a:pt x="17157" y="0"/>
                </a:lnTo>
                <a:cubicBezTo>
                  <a:pt x="17172" y="0"/>
                  <a:pt x="17187" y="2"/>
                  <a:pt x="17201" y="5"/>
                </a:cubicBezTo>
                <a:cubicBezTo>
                  <a:pt x="17216" y="7"/>
                  <a:pt x="17230" y="12"/>
                  <a:pt x="17244" y="17"/>
                </a:cubicBezTo>
                <a:cubicBezTo>
                  <a:pt x="17258" y="23"/>
                  <a:pt x="17271" y="30"/>
                  <a:pt x="17283" y="38"/>
                </a:cubicBezTo>
                <a:cubicBezTo>
                  <a:pt x="17296" y="47"/>
                  <a:pt x="17307" y="56"/>
                  <a:pt x="17318" y="67"/>
                </a:cubicBezTo>
                <a:cubicBezTo>
                  <a:pt x="17328" y="77"/>
                  <a:pt x="17338" y="89"/>
                  <a:pt x="17346" y="101"/>
                </a:cubicBezTo>
                <a:cubicBezTo>
                  <a:pt x="17354" y="113"/>
                  <a:pt x="17361" y="126"/>
                  <a:pt x="17367" y="140"/>
                </a:cubicBezTo>
                <a:cubicBezTo>
                  <a:pt x="17372" y="154"/>
                  <a:pt x="17377" y="168"/>
                  <a:pt x="17380" y="183"/>
                </a:cubicBezTo>
                <a:cubicBezTo>
                  <a:pt x="17383" y="197"/>
                  <a:pt x="17384" y="212"/>
                  <a:pt x="17384" y="227"/>
                </a:cubicBezTo>
                <a:lnTo>
                  <a:pt x="17384" y="4034"/>
                </a:lnTo>
                <a:cubicBezTo>
                  <a:pt x="17384" y="4049"/>
                  <a:pt x="17383" y="4064"/>
                  <a:pt x="17380" y="4078"/>
                </a:cubicBezTo>
                <a:cubicBezTo>
                  <a:pt x="17377" y="4093"/>
                  <a:pt x="17372" y="4107"/>
                  <a:pt x="17367" y="4121"/>
                </a:cubicBezTo>
                <a:cubicBezTo>
                  <a:pt x="17361" y="4135"/>
                  <a:pt x="17354" y="4148"/>
                  <a:pt x="17346" y="4160"/>
                </a:cubicBezTo>
                <a:cubicBezTo>
                  <a:pt x="17338" y="4173"/>
                  <a:pt x="17328" y="4184"/>
                  <a:pt x="17318" y="4195"/>
                </a:cubicBezTo>
                <a:cubicBezTo>
                  <a:pt x="17307" y="4205"/>
                  <a:pt x="17296" y="4214"/>
                  <a:pt x="17283" y="4223"/>
                </a:cubicBezTo>
                <a:cubicBezTo>
                  <a:pt x="17271" y="4231"/>
                  <a:pt x="17258" y="4238"/>
                  <a:pt x="17244" y="4244"/>
                </a:cubicBezTo>
                <a:cubicBezTo>
                  <a:pt x="17230" y="4249"/>
                  <a:pt x="17216" y="4254"/>
                  <a:pt x="17201" y="4257"/>
                </a:cubicBezTo>
                <a:cubicBezTo>
                  <a:pt x="17187" y="4260"/>
                  <a:pt x="17172" y="4261"/>
                  <a:pt x="17157" y="4261"/>
                </a:cubicBezTo>
                <a:lnTo>
                  <a:pt x="227" y="4261"/>
                </a:lnTo>
                <a:cubicBezTo>
                  <a:pt x="212" y="4261"/>
                  <a:pt x="197" y="4260"/>
                  <a:pt x="182" y="4257"/>
                </a:cubicBezTo>
                <a:cubicBezTo>
                  <a:pt x="168" y="4254"/>
                  <a:pt x="154" y="4249"/>
                  <a:pt x="140" y="4244"/>
                </a:cubicBezTo>
                <a:cubicBezTo>
                  <a:pt x="126" y="4238"/>
                  <a:pt x="113" y="4231"/>
                  <a:pt x="101" y="4223"/>
                </a:cubicBezTo>
                <a:cubicBezTo>
                  <a:pt x="88" y="4214"/>
                  <a:pt x="77" y="4205"/>
                  <a:pt x="66" y="4195"/>
                </a:cubicBezTo>
                <a:cubicBezTo>
                  <a:pt x="56" y="4184"/>
                  <a:pt x="46" y="4173"/>
                  <a:pt x="38" y="4160"/>
                </a:cubicBezTo>
                <a:cubicBezTo>
                  <a:pt x="30" y="4148"/>
                  <a:pt x="23" y="4135"/>
                  <a:pt x="17" y="4121"/>
                </a:cubicBezTo>
                <a:cubicBezTo>
                  <a:pt x="11" y="4107"/>
                  <a:pt x="7" y="4093"/>
                  <a:pt x="4" y="4078"/>
                </a:cubicBezTo>
                <a:cubicBezTo>
                  <a:pt x="1" y="4064"/>
                  <a:pt x="0" y="4049"/>
                  <a:pt x="0" y="4034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647640" y="858240"/>
            <a:ext cx="168948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6a26d8"/>
                </a:solidFill>
                <a:latin typeface="Inter-Semi"/>
                <a:ea typeface="Inter-Semi"/>
              </a:rPr>
              <a:t>0 2   ·   Y O U R   W E B S I T 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3" name=""/>
          <p:cNvSpPr txBox="1"/>
          <p:nvPr/>
        </p:nvSpPr>
        <p:spPr>
          <a:xfrm>
            <a:off x="647640" y="1052280"/>
            <a:ext cx="324216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Almost ready to launch.</a:t>
            </a:r>
            <a:endParaRPr b="0" lang="en-US" sz="1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647640" y="1665000"/>
            <a:ext cx="627048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100" spc="-1" strike="noStrike">
                <a:solidFill>
                  <a:srgbClr val="6b6878"/>
                </a:solidFill>
                <a:latin typeface="Inter"/>
                <a:ea typeface="Inter"/>
              </a:rPr>
              <a:t>We built your website from your company profile and website content document, following the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5" name=""/>
          <p:cNvSpPr/>
          <p:nvPr/>
        </p:nvSpPr>
        <p:spPr>
          <a:xfrm>
            <a:off x="652320" y="2319120"/>
            <a:ext cx="1448280" cy="686160"/>
          </a:xfrm>
          <a:custGeom>
            <a:avLst/>
            <a:gdLst/>
            <a:ahLst/>
            <a:rect l="0" t="0" r="r" b="b"/>
            <a:pathLst>
              <a:path w="4023" h="1906">
                <a:moveTo>
                  <a:pt x="0" y="1679"/>
                </a:moveTo>
                <a:lnTo>
                  <a:pt x="0" y="228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2"/>
                  <a:pt x="213" y="0"/>
                  <a:pt x="228" y="0"/>
                </a:cubicBezTo>
                <a:lnTo>
                  <a:pt x="3796" y="0"/>
                </a:lnTo>
                <a:cubicBezTo>
                  <a:pt x="3811" y="0"/>
                  <a:pt x="3825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6" y="23"/>
                  <a:pt x="3909" y="30"/>
                  <a:pt x="3922" y="38"/>
                </a:cubicBezTo>
                <a:cubicBezTo>
                  <a:pt x="3934" y="47"/>
                  <a:pt x="3946" y="56"/>
                  <a:pt x="3956" y="67"/>
                </a:cubicBezTo>
                <a:cubicBezTo>
                  <a:pt x="3967" y="77"/>
                  <a:pt x="3976" y="88"/>
                  <a:pt x="3984" y="101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4"/>
                  <a:pt x="4015" y="168"/>
                  <a:pt x="4018" y="183"/>
                </a:cubicBezTo>
                <a:cubicBezTo>
                  <a:pt x="4021" y="197"/>
                  <a:pt x="4023" y="212"/>
                  <a:pt x="4023" y="228"/>
                </a:cubicBezTo>
                <a:lnTo>
                  <a:pt x="4023" y="1679"/>
                </a:lnTo>
                <a:cubicBezTo>
                  <a:pt x="4023" y="1694"/>
                  <a:pt x="4021" y="1709"/>
                  <a:pt x="4018" y="1724"/>
                </a:cubicBezTo>
                <a:cubicBezTo>
                  <a:pt x="4015" y="1738"/>
                  <a:pt x="4011" y="1752"/>
                  <a:pt x="4005" y="1766"/>
                </a:cubicBezTo>
                <a:cubicBezTo>
                  <a:pt x="4000" y="1780"/>
                  <a:pt x="3993" y="1793"/>
                  <a:pt x="3984" y="1805"/>
                </a:cubicBezTo>
                <a:cubicBezTo>
                  <a:pt x="3976" y="1818"/>
                  <a:pt x="3967" y="1829"/>
                  <a:pt x="3956" y="1840"/>
                </a:cubicBezTo>
                <a:cubicBezTo>
                  <a:pt x="3946" y="1850"/>
                  <a:pt x="3934" y="1860"/>
                  <a:pt x="3922" y="1868"/>
                </a:cubicBezTo>
                <a:cubicBezTo>
                  <a:pt x="3909" y="1876"/>
                  <a:pt x="3896" y="1883"/>
                  <a:pt x="3883" y="1889"/>
                </a:cubicBezTo>
                <a:cubicBezTo>
                  <a:pt x="3869" y="1895"/>
                  <a:pt x="3855" y="1899"/>
                  <a:pt x="3840" y="1902"/>
                </a:cubicBezTo>
                <a:cubicBezTo>
                  <a:pt x="3825" y="1905"/>
                  <a:pt x="3811" y="1906"/>
                  <a:pt x="3796" y="1906"/>
                </a:cubicBezTo>
                <a:lnTo>
                  <a:pt x="228" y="1906"/>
                </a:lnTo>
                <a:cubicBezTo>
                  <a:pt x="213" y="1906"/>
                  <a:pt x="197" y="1905"/>
                  <a:pt x="182" y="1902"/>
                </a:cubicBezTo>
                <a:cubicBezTo>
                  <a:pt x="168" y="1899"/>
                  <a:pt x="154" y="1895"/>
                  <a:pt x="140" y="1889"/>
                </a:cubicBezTo>
                <a:cubicBezTo>
                  <a:pt x="126" y="1883"/>
                  <a:pt x="113" y="1876"/>
                  <a:pt x="101" y="1868"/>
                </a:cubicBezTo>
                <a:cubicBezTo>
                  <a:pt x="88" y="1860"/>
                  <a:pt x="77" y="1850"/>
                  <a:pt x="66" y="1840"/>
                </a:cubicBezTo>
                <a:cubicBezTo>
                  <a:pt x="56" y="1829"/>
                  <a:pt x="46" y="1818"/>
                  <a:pt x="38" y="1805"/>
                </a:cubicBezTo>
                <a:cubicBezTo>
                  <a:pt x="30" y="1793"/>
                  <a:pt x="23" y="1780"/>
                  <a:pt x="17" y="1766"/>
                </a:cubicBezTo>
                <a:cubicBezTo>
                  <a:pt x="11" y="1752"/>
                  <a:pt x="7" y="1738"/>
                  <a:pt x="4" y="1724"/>
                </a:cubicBezTo>
                <a:cubicBezTo>
                  <a:pt x="1" y="1709"/>
                  <a:pt x="0" y="1694"/>
                  <a:pt x="0" y="16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6" name=""/>
          <p:cNvSpPr/>
          <p:nvPr/>
        </p:nvSpPr>
        <p:spPr>
          <a:xfrm>
            <a:off x="657000" y="2323800"/>
            <a:ext cx="1438560" cy="676800"/>
          </a:xfrm>
          <a:custGeom>
            <a:avLst/>
            <a:gdLst/>
            <a:ahLst/>
            <a:rect l="0" t="0" r="r" b="b"/>
            <a:pathLst>
              <a:path w="3996" h="1880">
                <a:moveTo>
                  <a:pt x="0" y="1880"/>
                </a:moveTo>
                <a:lnTo>
                  <a:pt x="0" y="0"/>
                </a:lnTo>
                <a:lnTo>
                  <a:pt x="3996" y="0"/>
                </a:lnTo>
                <a:lnTo>
                  <a:pt x="3996" y="1880"/>
                </a:lnTo>
                <a:lnTo>
                  <a:pt x="0" y="1880"/>
                </a:lnTo>
                <a:moveTo>
                  <a:pt x="21" y="1666"/>
                </a:moveTo>
                <a:lnTo>
                  <a:pt x="21" y="215"/>
                </a:lnTo>
                <a:cubicBezTo>
                  <a:pt x="21" y="202"/>
                  <a:pt x="23" y="190"/>
                  <a:pt x="25" y="177"/>
                </a:cubicBezTo>
                <a:cubicBezTo>
                  <a:pt x="27" y="165"/>
                  <a:pt x="31" y="153"/>
                  <a:pt x="36" y="141"/>
                </a:cubicBezTo>
                <a:cubicBezTo>
                  <a:pt x="41" y="130"/>
                  <a:pt x="47" y="117"/>
                  <a:pt x="54" y="107"/>
                </a:cubicBezTo>
                <a:cubicBezTo>
                  <a:pt x="61" y="96"/>
                  <a:pt x="69" y="87"/>
                  <a:pt x="78" y="78"/>
                </a:cubicBezTo>
                <a:cubicBezTo>
                  <a:pt x="87" y="69"/>
                  <a:pt x="96" y="61"/>
                  <a:pt x="107" y="54"/>
                </a:cubicBezTo>
                <a:cubicBezTo>
                  <a:pt x="117" y="47"/>
                  <a:pt x="128" y="41"/>
                  <a:pt x="140" y="36"/>
                </a:cubicBezTo>
                <a:cubicBezTo>
                  <a:pt x="152" y="31"/>
                  <a:pt x="164" y="28"/>
                  <a:pt x="177" y="25"/>
                </a:cubicBezTo>
                <a:cubicBezTo>
                  <a:pt x="190" y="23"/>
                  <a:pt x="202" y="21"/>
                  <a:pt x="215" y="21"/>
                </a:cubicBezTo>
                <a:lnTo>
                  <a:pt x="3783" y="21"/>
                </a:lnTo>
                <a:cubicBezTo>
                  <a:pt x="3795" y="21"/>
                  <a:pt x="3808" y="23"/>
                  <a:pt x="3820" y="25"/>
                </a:cubicBezTo>
                <a:cubicBezTo>
                  <a:pt x="3833" y="28"/>
                  <a:pt x="3845" y="31"/>
                  <a:pt x="3856" y="36"/>
                </a:cubicBezTo>
                <a:cubicBezTo>
                  <a:pt x="3868" y="41"/>
                  <a:pt x="3879" y="47"/>
                  <a:pt x="3890" y="54"/>
                </a:cubicBezTo>
                <a:cubicBezTo>
                  <a:pt x="3900" y="61"/>
                  <a:pt x="3910" y="69"/>
                  <a:pt x="3919" y="78"/>
                </a:cubicBezTo>
                <a:cubicBezTo>
                  <a:pt x="3928" y="87"/>
                  <a:pt x="3936" y="96"/>
                  <a:pt x="3943" y="107"/>
                </a:cubicBezTo>
                <a:cubicBezTo>
                  <a:pt x="3950" y="117"/>
                  <a:pt x="3956" y="130"/>
                  <a:pt x="3961" y="141"/>
                </a:cubicBezTo>
                <a:cubicBezTo>
                  <a:pt x="3965" y="153"/>
                  <a:pt x="3969" y="165"/>
                  <a:pt x="3971" y="177"/>
                </a:cubicBezTo>
                <a:cubicBezTo>
                  <a:pt x="3974" y="190"/>
                  <a:pt x="3975" y="202"/>
                  <a:pt x="3975" y="215"/>
                </a:cubicBezTo>
                <a:lnTo>
                  <a:pt x="3975" y="1666"/>
                </a:lnTo>
                <a:cubicBezTo>
                  <a:pt x="3975" y="1679"/>
                  <a:pt x="3974" y="1691"/>
                  <a:pt x="3971" y="1704"/>
                </a:cubicBezTo>
                <a:cubicBezTo>
                  <a:pt x="3969" y="1716"/>
                  <a:pt x="3965" y="1728"/>
                  <a:pt x="3961" y="1740"/>
                </a:cubicBezTo>
                <a:cubicBezTo>
                  <a:pt x="3956" y="1752"/>
                  <a:pt x="3950" y="1763"/>
                  <a:pt x="3943" y="1773"/>
                </a:cubicBezTo>
                <a:cubicBezTo>
                  <a:pt x="3936" y="1784"/>
                  <a:pt x="3928" y="1793"/>
                  <a:pt x="3919" y="1802"/>
                </a:cubicBezTo>
                <a:cubicBezTo>
                  <a:pt x="3910" y="1811"/>
                  <a:pt x="3900" y="1819"/>
                  <a:pt x="3890" y="1826"/>
                </a:cubicBezTo>
                <a:cubicBezTo>
                  <a:pt x="3879" y="1833"/>
                  <a:pt x="3868" y="1839"/>
                  <a:pt x="3856" y="1844"/>
                </a:cubicBezTo>
                <a:cubicBezTo>
                  <a:pt x="3845" y="1849"/>
                  <a:pt x="3833" y="1853"/>
                  <a:pt x="3820" y="1855"/>
                </a:cubicBezTo>
                <a:cubicBezTo>
                  <a:pt x="3808" y="1857"/>
                  <a:pt x="3795" y="1859"/>
                  <a:pt x="3783" y="1859"/>
                </a:cubicBezTo>
                <a:lnTo>
                  <a:pt x="215" y="1859"/>
                </a:lnTo>
                <a:cubicBezTo>
                  <a:pt x="202" y="1859"/>
                  <a:pt x="190" y="1857"/>
                  <a:pt x="177" y="1855"/>
                </a:cubicBezTo>
                <a:cubicBezTo>
                  <a:pt x="164" y="1853"/>
                  <a:pt x="152" y="1849"/>
                  <a:pt x="140" y="1844"/>
                </a:cubicBezTo>
                <a:cubicBezTo>
                  <a:pt x="128" y="1839"/>
                  <a:pt x="117" y="1833"/>
                  <a:pt x="107" y="1826"/>
                </a:cubicBezTo>
                <a:cubicBezTo>
                  <a:pt x="96" y="1819"/>
                  <a:pt x="87" y="1811"/>
                  <a:pt x="78" y="1802"/>
                </a:cubicBezTo>
                <a:cubicBezTo>
                  <a:pt x="69" y="1793"/>
                  <a:pt x="61" y="1784"/>
                  <a:pt x="54" y="1773"/>
                </a:cubicBezTo>
                <a:cubicBezTo>
                  <a:pt x="47" y="1763"/>
                  <a:pt x="41" y="1752"/>
                  <a:pt x="36" y="1740"/>
                </a:cubicBezTo>
                <a:cubicBezTo>
                  <a:pt x="31" y="1728"/>
                  <a:pt x="27" y="1716"/>
                  <a:pt x="25" y="1704"/>
                </a:cubicBezTo>
                <a:cubicBezTo>
                  <a:pt x="23" y="1691"/>
                  <a:pt x="21" y="1679"/>
                  <a:pt x="21" y="1666"/>
                </a:cubicBezTo>
                <a:close/>
              </a:path>
            </a:pathLst>
          </a:custGeom>
          <a:solidFill>
            <a:srgbClr val="6a2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7" name=""/>
          <p:cNvSpPr/>
          <p:nvPr/>
        </p:nvSpPr>
        <p:spPr>
          <a:xfrm>
            <a:off x="652320" y="2319120"/>
            <a:ext cx="1448280" cy="686160"/>
          </a:xfrm>
          <a:custGeom>
            <a:avLst/>
            <a:gdLst/>
            <a:ahLst/>
            <a:rect l="0" t="0" r="r" b="b"/>
            <a:pathLst>
              <a:path w="4023" h="1906">
                <a:moveTo>
                  <a:pt x="0" y="1679"/>
                </a:moveTo>
                <a:lnTo>
                  <a:pt x="0" y="228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2"/>
                  <a:pt x="213" y="0"/>
                  <a:pt x="228" y="0"/>
                </a:cubicBezTo>
                <a:lnTo>
                  <a:pt x="3796" y="0"/>
                </a:lnTo>
                <a:cubicBezTo>
                  <a:pt x="3811" y="0"/>
                  <a:pt x="3825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6" y="23"/>
                  <a:pt x="3909" y="30"/>
                  <a:pt x="3922" y="38"/>
                </a:cubicBezTo>
                <a:cubicBezTo>
                  <a:pt x="3934" y="47"/>
                  <a:pt x="3946" y="56"/>
                  <a:pt x="3956" y="67"/>
                </a:cubicBezTo>
                <a:cubicBezTo>
                  <a:pt x="3967" y="77"/>
                  <a:pt x="3976" y="88"/>
                  <a:pt x="3984" y="101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4"/>
                  <a:pt x="4015" y="168"/>
                  <a:pt x="4018" y="183"/>
                </a:cubicBezTo>
                <a:cubicBezTo>
                  <a:pt x="4021" y="197"/>
                  <a:pt x="4023" y="212"/>
                  <a:pt x="4023" y="228"/>
                </a:cubicBezTo>
                <a:lnTo>
                  <a:pt x="4023" y="1679"/>
                </a:lnTo>
                <a:cubicBezTo>
                  <a:pt x="4023" y="1694"/>
                  <a:pt x="4021" y="1709"/>
                  <a:pt x="4018" y="1724"/>
                </a:cubicBezTo>
                <a:cubicBezTo>
                  <a:pt x="4015" y="1738"/>
                  <a:pt x="4011" y="1752"/>
                  <a:pt x="4005" y="1766"/>
                </a:cubicBezTo>
                <a:cubicBezTo>
                  <a:pt x="4000" y="1780"/>
                  <a:pt x="3993" y="1793"/>
                  <a:pt x="3984" y="1805"/>
                </a:cubicBezTo>
                <a:cubicBezTo>
                  <a:pt x="3976" y="1818"/>
                  <a:pt x="3967" y="1829"/>
                  <a:pt x="3956" y="1840"/>
                </a:cubicBezTo>
                <a:cubicBezTo>
                  <a:pt x="3946" y="1850"/>
                  <a:pt x="3934" y="1860"/>
                  <a:pt x="3922" y="1868"/>
                </a:cubicBezTo>
                <a:cubicBezTo>
                  <a:pt x="3909" y="1876"/>
                  <a:pt x="3896" y="1883"/>
                  <a:pt x="3883" y="1889"/>
                </a:cubicBezTo>
                <a:cubicBezTo>
                  <a:pt x="3869" y="1895"/>
                  <a:pt x="3855" y="1899"/>
                  <a:pt x="3840" y="1902"/>
                </a:cubicBezTo>
                <a:cubicBezTo>
                  <a:pt x="3825" y="1905"/>
                  <a:pt x="3811" y="1906"/>
                  <a:pt x="3796" y="1906"/>
                </a:cubicBezTo>
                <a:lnTo>
                  <a:pt x="228" y="1906"/>
                </a:lnTo>
                <a:cubicBezTo>
                  <a:pt x="213" y="1906"/>
                  <a:pt x="197" y="1905"/>
                  <a:pt x="182" y="1902"/>
                </a:cubicBezTo>
                <a:cubicBezTo>
                  <a:pt x="168" y="1899"/>
                  <a:pt x="154" y="1895"/>
                  <a:pt x="140" y="1889"/>
                </a:cubicBezTo>
                <a:cubicBezTo>
                  <a:pt x="126" y="1883"/>
                  <a:pt x="113" y="1876"/>
                  <a:pt x="101" y="1868"/>
                </a:cubicBezTo>
                <a:cubicBezTo>
                  <a:pt x="88" y="1860"/>
                  <a:pt x="77" y="1850"/>
                  <a:pt x="66" y="1840"/>
                </a:cubicBezTo>
                <a:cubicBezTo>
                  <a:pt x="56" y="1829"/>
                  <a:pt x="46" y="1818"/>
                  <a:pt x="38" y="1805"/>
                </a:cubicBezTo>
                <a:cubicBezTo>
                  <a:pt x="30" y="1793"/>
                  <a:pt x="23" y="1780"/>
                  <a:pt x="17" y="1766"/>
                </a:cubicBezTo>
                <a:cubicBezTo>
                  <a:pt x="11" y="1752"/>
                  <a:pt x="7" y="1738"/>
                  <a:pt x="4" y="1724"/>
                </a:cubicBezTo>
                <a:cubicBezTo>
                  <a:pt x="1" y="1709"/>
                  <a:pt x="0" y="1694"/>
                  <a:pt x="0" y="1679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647640" y="1893600"/>
            <a:ext cx="4130640" cy="16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100" spc="-1" strike="noStrike">
                <a:solidFill>
                  <a:srgbClr val="6b6878"/>
                </a:solidFill>
                <a:latin typeface="Inter"/>
                <a:ea typeface="Inter"/>
              </a:rPr>
              <a:t>structure you asked for. We're now finishing the final touches.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801000" y="247968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1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0" name=""/>
          <p:cNvSpPr/>
          <p:nvPr/>
        </p:nvSpPr>
        <p:spPr>
          <a:xfrm>
            <a:off x="2252520" y="2319120"/>
            <a:ext cx="1448280" cy="686160"/>
          </a:xfrm>
          <a:custGeom>
            <a:avLst/>
            <a:gdLst/>
            <a:ahLst/>
            <a:rect l="0" t="0" r="r" b="b"/>
            <a:pathLst>
              <a:path w="4023" h="1906">
                <a:moveTo>
                  <a:pt x="0" y="1679"/>
                </a:moveTo>
                <a:lnTo>
                  <a:pt x="0" y="228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2"/>
                  <a:pt x="212" y="0"/>
                  <a:pt x="227" y="0"/>
                </a:cubicBezTo>
                <a:lnTo>
                  <a:pt x="3795" y="0"/>
                </a:lnTo>
                <a:cubicBezTo>
                  <a:pt x="3811" y="0"/>
                  <a:pt x="3825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6" y="23"/>
                  <a:pt x="3909" y="30"/>
                  <a:pt x="3922" y="38"/>
                </a:cubicBezTo>
                <a:cubicBezTo>
                  <a:pt x="3934" y="47"/>
                  <a:pt x="3946" y="56"/>
                  <a:pt x="3956" y="67"/>
                </a:cubicBezTo>
                <a:cubicBezTo>
                  <a:pt x="3967" y="77"/>
                  <a:pt x="3976" y="88"/>
                  <a:pt x="3984" y="101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4"/>
                  <a:pt x="4015" y="168"/>
                  <a:pt x="4018" y="183"/>
                </a:cubicBezTo>
                <a:cubicBezTo>
                  <a:pt x="4021" y="197"/>
                  <a:pt x="4023" y="212"/>
                  <a:pt x="4023" y="228"/>
                </a:cubicBezTo>
                <a:lnTo>
                  <a:pt x="4023" y="1679"/>
                </a:lnTo>
                <a:cubicBezTo>
                  <a:pt x="4023" y="1694"/>
                  <a:pt x="4021" y="1709"/>
                  <a:pt x="4018" y="1724"/>
                </a:cubicBezTo>
                <a:cubicBezTo>
                  <a:pt x="4015" y="1738"/>
                  <a:pt x="4011" y="1752"/>
                  <a:pt x="4005" y="1766"/>
                </a:cubicBezTo>
                <a:cubicBezTo>
                  <a:pt x="4000" y="1780"/>
                  <a:pt x="3993" y="1793"/>
                  <a:pt x="3984" y="1805"/>
                </a:cubicBezTo>
                <a:cubicBezTo>
                  <a:pt x="3976" y="1818"/>
                  <a:pt x="3967" y="1829"/>
                  <a:pt x="3956" y="1840"/>
                </a:cubicBezTo>
                <a:cubicBezTo>
                  <a:pt x="3946" y="1850"/>
                  <a:pt x="3934" y="1860"/>
                  <a:pt x="3922" y="1868"/>
                </a:cubicBezTo>
                <a:cubicBezTo>
                  <a:pt x="3909" y="1876"/>
                  <a:pt x="3896" y="1883"/>
                  <a:pt x="3883" y="1889"/>
                </a:cubicBezTo>
                <a:cubicBezTo>
                  <a:pt x="3869" y="1895"/>
                  <a:pt x="3855" y="1899"/>
                  <a:pt x="3840" y="1902"/>
                </a:cubicBezTo>
                <a:cubicBezTo>
                  <a:pt x="3825" y="1905"/>
                  <a:pt x="3811" y="1906"/>
                  <a:pt x="3795" y="1906"/>
                </a:cubicBezTo>
                <a:lnTo>
                  <a:pt x="227" y="1906"/>
                </a:lnTo>
                <a:cubicBezTo>
                  <a:pt x="212" y="1906"/>
                  <a:pt x="197" y="1905"/>
                  <a:pt x="182" y="1902"/>
                </a:cubicBezTo>
                <a:cubicBezTo>
                  <a:pt x="168" y="1899"/>
                  <a:pt x="154" y="1895"/>
                  <a:pt x="140" y="1889"/>
                </a:cubicBezTo>
                <a:cubicBezTo>
                  <a:pt x="126" y="1883"/>
                  <a:pt x="113" y="1876"/>
                  <a:pt x="101" y="1868"/>
                </a:cubicBezTo>
                <a:cubicBezTo>
                  <a:pt x="88" y="1860"/>
                  <a:pt x="77" y="1850"/>
                  <a:pt x="66" y="1840"/>
                </a:cubicBezTo>
                <a:cubicBezTo>
                  <a:pt x="56" y="1829"/>
                  <a:pt x="46" y="1818"/>
                  <a:pt x="38" y="1805"/>
                </a:cubicBezTo>
                <a:cubicBezTo>
                  <a:pt x="30" y="1793"/>
                  <a:pt x="23" y="1780"/>
                  <a:pt x="17" y="1766"/>
                </a:cubicBezTo>
                <a:cubicBezTo>
                  <a:pt x="11" y="1752"/>
                  <a:pt x="7" y="1738"/>
                  <a:pt x="4" y="1724"/>
                </a:cubicBezTo>
                <a:cubicBezTo>
                  <a:pt x="1" y="1709"/>
                  <a:pt x="0" y="1694"/>
                  <a:pt x="0" y="1679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1" name=""/>
          <p:cNvSpPr/>
          <p:nvPr/>
        </p:nvSpPr>
        <p:spPr>
          <a:xfrm>
            <a:off x="2252520" y="2319120"/>
            <a:ext cx="1448280" cy="686160"/>
          </a:xfrm>
          <a:custGeom>
            <a:avLst/>
            <a:gdLst/>
            <a:ahLst/>
            <a:rect l="0" t="0" r="r" b="b"/>
            <a:pathLst>
              <a:path w="4023" h="1906">
                <a:moveTo>
                  <a:pt x="0" y="1679"/>
                </a:moveTo>
                <a:lnTo>
                  <a:pt x="0" y="228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2"/>
                  <a:pt x="212" y="0"/>
                  <a:pt x="227" y="0"/>
                </a:cubicBezTo>
                <a:lnTo>
                  <a:pt x="3795" y="0"/>
                </a:lnTo>
                <a:cubicBezTo>
                  <a:pt x="3811" y="0"/>
                  <a:pt x="3825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6" y="23"/>
                  <a:pt x="3909" y="30"/>
                  <a:pt x="3922" y="38"/>
                </a:cubicBezTo>
                <a:cubicBezTo>
                  <a:pt x="3934" y="47"/>
                  <a:pt x="3946" y="56"/>
                  <a:pt x="3956" y="67"/>
                </a:cubicBezTo>
                <a:cubicBezTo>
                  <a:pt x="3967" y="77"/>
                  <a:pt x="3976" y="88"/>
                  <a:pt x="3984" y="101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4"/>
                  <a:pt x="4015" y="168"/>
                  <a:pt x="4018" y="183"/>
                </a:cubicBezTo>
                <a:cubicBezTo>
                  <a:pt x="4021" y="197"/>
                  <a:pt x="4023" y="212"/>
                  <a:pt x="4023" y="228"/>
                </a:cubicBezTo>
                <a:lnTo>
                  <a:pt x="4023" y="1679"/>
                </a:lnTo>
                <a:cubicBezTo>
                  <a:pt x="4023" y="1694"/>
                  <a:pt x="4021" y="1709"/>
                  <a:pt x="4018" y="1724"/>
                </a:cubicBezTo>
                <a:cubicBezTo>
                  <a:pt x="4015" y="1738"/>
                  <a:pt x="4011" y="1752"/>
                  <a:pt x="4005" y="1766"/>
                </a:cubicBezTo>
                <a:cubicBezTo>
                  <a:pt x="4000" y="1780"/>
                  <a:pt x="3993" y="1793"/>
                  <a:pt x="3984" y="1805"/>
                </a:cubicBezTo>
                <a:cubicBezTo>
                  <a:pt x="3976" y="1818"/>
                  <a:pt x="3967" y="1829"/>
                  <a:pt x="3956" y="1840"/>
                </a:cubicBezTo>
                <a:cubicBezTo>
                  <a:pt x="3946" y="1850"/>
                  <a:pt x="3934" y="1860"/>
                  <a:pt x="3922" y="1868"/>
                </a:cubicBezTo>
                <a:cubicBezTo>
                  <a:pt x="3909" y="1876"/>
                  <a:pt x="3896" y="1883"/>
                  <a:pt x="3883" y="1889"/>
                </a:cubicBezTo>
                <a:cubicBezTo>
                  <a:pt x="3869" y="1895"/>
                  <a:pt x="3855" y="1899"/>
                  <a:pt x="3840" y="1902"/>
                </a:cubicBezTo>
                <a:cubicBezTo>
                  <a:pt x="3825" y="1905"/>
                  <a:pt x="3811" y="1906"/>
                  <a:pt x="3795" y="1906"/>
                </a:cubicBezTo>
                <a:lnTo>
                  <a:pt x="227" y="1906"/>
                </a:lnTo>
                <a:cubicBezTo>
                  <a:pt x="212" y="1906"/>
                  <a:pt x="197" y="1905"/>
                  <a:pt x="182" y="1902"/>
                </a:cubicBezTo>
                <a:cubicBezTo>
                  <a:pt x="168" y="1899"/>
                  <a:pt x="154" y="1895"/>
                  <a:pt x="140" y="1889"/>
                </a:cubicBezTo>
                <a:cubicBezTo>
                  <a:pt x="126" y="1883"/>
                  <a:pt x="113" y="1876"/>
                  <a:pt x="101" y="1868"/>
                </a:cubicBezTo>
                <a:cubicBezTo>
                  <a:pt x="88" y="1860"/>
                  <a:pt x="77" y="1850"/>
                  <a:pt x="66" y="1840"/>
                </a:cubicBezTo>
                <a:cubicBezTo>
                  <a:pt x="56" y="1829"/>
                  <a:pt x="46" y="1818"/>
                  <a:pt x="38" y="1805"/>
                </a:cubicBezTo>
                <a:cubicBezTo>
                  <a:pt x="30" y="1793"/>
                  <a:pt x="23" y="1780"/>
                  <a:pt x="17" y="1766"/>
                </a:cubicBezTo>
                <a:cubicBezTo>
                  <a:pt x="11" y="1752"/>
                  <a:pt x="7" y="1738"/>
                  <a:pt x="4" y="1724"/>
                </a:cubicBezTo>
                <a:cubicBezTo>
                  <a:pt x="1" y="1709"/>
                  <a:pt x="0" y="1694"/>
                  <a:pt x="0" y="1679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801000" y="2649240"/>
            <a:ext cx="49464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Home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2403720" y="247968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2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4" name=""/>
          <p:cNvSpPr/>
          <p:nvPr/>
        </p:nvSpPr>
        <p:spPr>
          <a:xfrm>
            <a:off x="3862080" y="2319120"/>
            <a:ext cx="1448280" cy="686160"/>
          </a:xfrm>
          <a:custGeom>
            <a:avLst/>
            <a:gdLst/>
            <a:ahLst/>
            <a:rect l="0" t="0" r="r" b="b"/>
            <a:pathLst>
              <a:path w="4023" h="1906">
                <a:moveTo>
                  <a:pt x="0" y="1679"/>
                </a:moveTo>
                <a:lnTo>
                  <a:pt x="0" y="228"/>
                </a:ln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2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7" y="23"/>
                  <a:pt x="3910" y="30"/>
                  <a:pt x="3922" y="38"/>
                </a:cubicBezTo>
                <a:cubicBezTo>
                  <a:pt x="3935" y="47"/>
                  <a:pt x="3946" y="56"/>
                  <a:pt x="3957" y="67"/>
                </a:cubicBezTo>
                <a:cubicBezTo>
                  <a:pt x="3967" y="77"/>
                  <a:pt x="3977" y="88"/>
                  <a:pt x="3985" y="101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4"/>
                  <a:pt x="4016" y="168"/>
                  <a:pt x="4019" y="183"/>
                </a:cubicBezTo>
                <a:cubicBezTo>
                  <a:pt x="4022" y="197"/>
                  <a:pt x="4023" y="212"/>
                  <a:pt x="4023" y="228"/>
                </a:cubicBezTo>
                <a:lnTo>
                  <a:pt x="4023" y="1679"/>
                </a:lnTo>
                <a:cubicBezTo>
                  <a:pt x="4023" y="1694"/>
                  <a:pt x="4022" y="1709"/>
                  <a:pt x="4019" y="1724"/>
                </a:cubicBezTo>
                <a:cubicBezTo>
                  <a:pt x="4016" y="1738"/>
                  <a:pt x="4011" y="1752"/>
                  <a:pt x="4006" y="1766"/>
                </a:cubicBezTo>
                <a:cubicBezTo>
                  <a:pt x="4000" y="1780"/>
                  <a:pt x="3993" y="1793"/>
                  <a:pt x="3985" y="1805"/>
                </a:cubicBezTo>
                <a:cubicBezTo>
                  <a:pt x="3977" y="1818"/>
                  <a:pt x="3967" y="1829"/>
                  <a:pt x="3957" y="1840"/>
                </a:cubicBezTo>
                <a:cubicBezTo>
                  <a:pt x="3946" y="1850"/>
                  <a:pt x="3935" y="1860"/>
                  <a:pt x="3922" y="1868"/>
                </a:cubicBezTo>
                <a:cubicBezTo>
                  <a:pt x="3910" y="1876"/>
                  <a:pt x="3897" y="1883"/>
                  <a:pt x="3883" y="1889"/>
                </a:cubicBezTo>
                <a:cubicBezTo>
                  <a:pt x="3869" y="1895"/>
                  <a:pt x="3855" y="1899"/>
                  <a:pt x="3840" y="1902"/>
                </a:cubicBezTo>
                <a:cubicBezTo>
                  <a:pt x="3826" y="1905"/>
                  <a:pt x="3811" y="1906"/>
                  <a:pt x="3796" y="1906"/>
                </a:cubicBezTo>
                <a:lnTo>
                  <a:pt x="227" y="1906"/>
                </a:lnTo>
                <a:cubicBezTo>
                  <a:pt x="212" y="1906"/>
                  <a:pt x="197" y="1905"/>
                  <a:pt x="183" y="1902"/>
                </a:cubicBezTo>
                <a:cubicBezTo>
                  <a:pt x="168" y="1899"/>
                  <a:pt x="154" y="1895"/>
                  <a:pt x="140" y="1889"/>
                </a:cubicBezTo>
                <a:cubicBezTo>
                  <a:pt x="127" y="1883"/>
                  <a:pt x="114" y="1876"/>
                  <a:pt x="101" y="1868"/>
                </a:cubicBezTo>
                <a:cubicBezTo>
                  <a:pt x="89" y="1860"/>
                  <a:pt x="77" y="1850"/>
                  <a:pt x="67" y="1840"/>
                </a:cubicBezTo>
                <a:cubicBezTo>
                  <a:pt x="56" y="1829"/>
                  <a:pt x="47" y="1818"/>
                  <a:pt x="39" y="1805"/>
                </a:cubicBezTo>
                <a:cubicBezTo>
                  <a:pt x="30" y="1793"/>
                  <a:pt x="23" y="1780"/>
                  <a:pt x="18" y="1766"/>
                </a:cubicBezTo>
                <a:cubicBezTo>
                  <a:pt x="12" y="1752"/>
                  <a:pt x="8" y="1738"/>
                  <a:pt x="5" y="1724"/>
                </a:cubicBezTo>
                <a:cubicBezTo>
                  <a:pt x="2" y="1709"/>
                  <a:pt x="0" y="1694"/>
                  <a:pt x="0" y="1679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5" name=""/>
          <p:cNvSpPr/>
          <p:nvPr/>
        </p:nvSpPr>
        <p:spPr>
          <a:xfrm>
            <a:off x="3862080" y="2319120"/>
            <a:ext cx="1448280" cy="686160"/>
          </a:xfrm>
          <a:custGeom>
            <a:avLst/>
            <a:gdLst/>
            <a:ahLst/>
            <a:rect l="0" t="0" r="r" b="b"/>
            <a:pathLst>
              <a:path w="4023" h="1906">
                <a:moveTo>
                  <a:pt x="0" y="1679"/>
                </a:moveTo>
                <a:lnTo>
                  <a:pt x="0" y="228"/>
                </a:ln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2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7" y="23"/>
                  <a:pt x="3910" y="30"/>
                  <a:pt x="3922" y="38"/>
                </a:cubicBezTo>
                <a:cubicBezTo>
                  <a:pt x="3935" y="47"/>
                  <a:pt x="3946" y="56"/>
                  <a:pt x="3957" y="67"/>
                </a:cubicBezTo>
                <a:cubicBezTo>
                  <a:pt x="3967" y="77"/>
                  <a:pt x="3977" y="88"/>
                  <a:pt x="3985" y="101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4"/>
                  <a:pt x="4016" y="168"/>
                  <a:pt x="4019" y="183"/>
                </a:cubicBezTo>
                <a:cubicBezTo>
                  <a:pt x="4022" y="197"/>
                  <a:pt x="4023" y="212"/>
                  <a:pt x="4023" y="228"/>
                </a:cubicBezTo>
                <a:lnTo>
                  <a:pt x="4023" y="1679"/>
                </a:lnTo>
                <a:cubicBezTo>
                  <a:pt x="4023" y="1694"/>
                  <a:pt x="4022" y="1709"/>
                  <a:pt x="4019" y="1724"/>
                </a:cubicBezTo>
                <a:cubicBezTo>
                  <a:pt x="4016" y="1738"/>
                  <a:pt x="4011" y="1752"/>
                  <a:pt x="4006" y="1766"/>
                </a:cubicBezTo>
                <a:cubicBezTo>
                  <a:pt x="4000" y="1780"/>
                  <a:pt x="3993" y="1793"/>
                  <a:pt x="3985" y="1805"/>
                </a:cubicBezTo>
                <a:cubicBezTo>
                  <a:pt x="3977" y="1818"/>
                  <a:pt x="3967" y="1829"/>
                  <a:pt x="3957" y="1840"/>
                </a:cubicBezTo>
                <a:cubicBezTo>
                  <a:pt x="3946" y="1850"/>
                  <a:pt x="3935" y="1860"/>
                  <a:pt x="3922" y="1868"/>
                </a:cubicBezTo>
                <a:cubicBezTo>
                  <a:pt x="3910" y="1876"/>
                  <a:pt x="3897" y="1883"/>
                  <a:pt x="3883" y="1889"/>
                </a:cubicBezTo>
                <a:cubicBezTo>
                  <a:pt x="3869" y="1895"/>
                  <a:pt x="3855" y="1899"/>
                  <a:pt x="3840" y="1902"/>
                </a:cubicBezTo>
                <a:cubicBezTo>
                  <a:pt x="3826" y="1905"/>
                  <a:pt x="3811" y="1906"/>
                  <a:pt x="3796" y="1906"/>
                </a:cubicBezTo>
                <a:lnTo>
                  <a:pt x="227" y="1906"/>
                </a:lnTo>
                <a:cubicBezTo>
                  <a:pt x="212" y="1906"/>
                  <a:pt x="197" y="1905"/>
                  <a:pt x="183" y="1902"/>
                </a:cubicBezTo>
                <a:cubicBezTo>
                  <a:pt x="168" y="1899"/>
                  <a:pt x="154" y="1895"/>
                  <a:pt x="140" y="1889"/>
                </a:cubicBezTo>
                <a:cubicBezTo>
                  <a:pt x="127" y="1883"/>
                  <a:pt x="114" y="1876"/>
                  <a:pt x="101" y="1868"/>
                </a:cubicBezTo>
                <a:cubicBezTo>
                  <a:pt x="89" y="1860"/>
                  <a:pt x="77" y="1850"/>
                  <a:pt x="67" y="1840"/>
                </a:cubicBezTo>
                <a:cubicBezTo>
                  <a:pt x="56" y="1829"/>
                  <a:pt x="47" y="1818"/>
                  <a:pt x="39" y="1805"/>
                </a:cubicBezTo>
                <a:cubicBezTo>
                  <a:pt x="30" y="1793"/>
                  <a:pt x="23" y="1780"/>
                  <a:pt x="18" y="1766"/>
                </a:cubicBezTo>
                <a:cubicBezTo>
                  <a:pt x="12" y="1752"/>
                  <a:pt x="8" y="1738"/>
                  <a:pt x="5" y="1724"/>
                </a:cubicBezTo>
                <a:cubicBezTo>
                  <a:pt x="2" y="1709"/>
                  <a:pt x="0" y="1694"/>
                  <a:pt x="0" y="1679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6" name=""/>
          <p:cNvSpPr txBox="1"/>
          <p:nvPr/>
        </p:nvSpPr>
        <p:spPr>
          <a:xfrm>
            <a:off x="2403720" y="2649240"/>
            <a:ext cx="78084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About Us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4006800" y="247968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3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8" name=""/>
          <p:cNvSpPr/>
          <p:nvPr/>
        </p:nvSpPr>
        <p:spPr>
          <a:xfrm>
            <a:off x="5462280" y="2319120"/>
            <a:ext cx="1448280" cy="686160"/>
          </a:xfrm>
          <a:custGeom>
            <a:avLst/>
            <a:gdLst/>
            <a:ahLst/>
            <a:rect l="0" t="0" r="r" b="b"/>
            <a:pathLst>
              <a:path w="4023" h="1906">
                <a:moveTo>
                  <a:pt x="0" y="1679"/>
                </a:moveTo>
                <a:lnTo>
                  <a:pt x="0" y="228"/>
                </a:ln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2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7" y="23"/>
                  <a:pt x="3910" y="30"/>
                  <a:pt x="3922" y="38"/>
                </a:cubicBezTo>
                <a:cubicBezTo>
                  <a:pt x="3935" y="47"/>
                  <a:pt x="3946" y="56"/>
                  <a:pt x="3957" y="67"/>
                </a:cubicBezTo>
                <a:cubicBezTo>
                  <a:pt x="3967" y="77"/>
                  <a:pt x="3977" y="88"/>
                  <a:pt x="3985" y="101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4"/>
                  <a:pt x="4016" y="168"/>
                  <a:pt x="4019" y="183"/>
                </a:cubicBezTo>
                <a:cubicBezTo>
                  <a:pt x="4022" y="197"/>
                  <a:pt x="4023" y="212"/>
                  <a:pt x="4023" y="228"/>
                </a:cubicBezTo>
                <a:lnTo>
                  <a:pt x="4023" y="1679"/>
                </a:lnTo>
                <a:cubicBezTo>
                  <a:pt x="4023" y="1694"/>
                  <a:pt x="4022" y="1709"/>
                  <a:pt x="4019" y="1724"/>
                </a:cubicBezTo>
                <a:cubicBezTo>
                  <a:pt x="4016" y="1738"/>
                  <a:pt x="4011" y="1752"/>
                  <a:pt x="4006" y="1766"/>
                </a:cubicBezTo>
                <a:cubicBezTo>
                  <a:pt x="4000" y="1780"/>
                  <a:pt x="3993" y="1793"/>
                  <a:pt x="3985" y="1805"/>
                </a:cubicBezTo>
                <a:cubicBezTo>
                  <a:pt x="3977" y="1818"/>
                  <a:pt x="3967" y="1829"/>
                  <a:pt x="3957" y="1840"/>
                </a:cubicBezTo>
                <a:cubicBezTo>
                  <a:pt x="3946" y="1850"/>
                  <a:pt x="3935" y="1860"/>
                  <a:pt x="3922" y="1868"/>
                </a:cubicBezTo>
                <a:cubicBezTo>
                  <a:pt x="3910" y="1876"/>
                  <a:pt x="3897" y="1883"/>
                  <a:pt x="3883" y="1889"/>
                </a:cubicBezTo>
                <a:cubicBezTo>
                  <a:pt x="3869" y="1895"/>
                  <a:pt x="3855" y="1899"/>
                  <a:pt x="3840" y="1902"/>
                </a:cubicBezTo>
                <a:cubicBezTo>
                  <a:pt x="3826" y="1905"/>
                  <a:pt x="3811" y="1906"/>
                  <a:pt x="3796" y="1906"/>
                </a:cubicBezTo>
                <a:lnTo>
                  <a:pt x="227" y="1906"/>
                </a:lnTo>
                <a:cubicBezTo>
                  <a:pt x="212" y="1906"/>
                  <a:pt x="197" y="1905"/>
                  <a:pt x="183" y="1902"/>
                </a:cubicBezTo>
                <a:cubicBezTo>
                  <a:pt x="168" y="1899"/>
                  <a:pt x="154" y="1895"/>
                  <a:pt x="140" y="1889"/>
                </a:cubicBezTo>
                <a:cubicBezTo>
                  <a:pt x="127" y="1883"/>
                  <a:pt x="114" y="1876"/>
                  <a:pt x="101" y="1868"/>
                </a:cubicBezTo>
                <a:cubicBezTo>
                  <a:pt x="89" y="1860"/>
                  <a:pt x="77" y="1850"/>
                  <a:pt x="67" y="1840"/>
                </a:cubicBezTo>
                <a:cubicBezTo>
                  <a:pt x="56" y="1829"/>
                  <a:pt x="47" y="1818"/>
                  <a:pt x="39" y="1805"/>
                </a:cubicBezTo>
                <a:cubicBezTo>
                  <a:pt x="30" y="1793"/>
                  <a:pt x="23" y="1780"/>
                  <a:pt x="18" y="1766"/>
                </a:cubicBezTo>
                <a:cubicBezTo>
                  <a:pt x="12" y="1752"/>
                  <a:pt x="8" y="1738"/>
                  <a:pt x="5" y="1724"/>
                </a:cubicBezTo>
                <a:cubicBezTo>
                  <a:pt x="2" y="1709"/>
                  <a:pt x="0" y="1694"/>
                  <a:pt x="0" y="1679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9" name=""/>
          <p:cNvSpPr/>
          <p:nvPr/>
        </p:nvSpPr>
        <p:spPr>
          <a:xfrm>
            <a:off x="5462280" y="2319120"/>
            <a:ext cx="1448280" cy="686160"/>
          </a:xfrm>
          <a:custGeom>
            <a:avLst/>
            <a:gdLst/>
            <a:ahLst/>
            <a:rect l="0" t="0" r="r" b="b"/>
            <a:pathLst>
              <a:path w="4023" h="1906">
                <a:moveTo>
                  <a:pt x="0" y="1679"/>
                </a:moveTo>
                <a:lnTo>
                  <a:pt x="0" y="228"/>
                </a:ln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2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7" y="23"/>
                  <a:pt x="3910" y="30"/>
                  <a:pt x="3922" y="38"/>
                </a:cubicBezTo>
                <a:cubicBezTo>
                  <a:pt x="3935" y="47"/>
                  <a:pt x="3946" y="56"/>
                  <a:pt x="3957" y="67"/>
                </a:cubicBezTo>
                <a:cubicBezTo>
                  <a:pt x="3967" y="77"/>
                  <a:pt x="3977" y="88"/>
                  <a:pt x="3985" y="101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4"/>
                  <a:pt x="4016" y="168"/>
                  <a:pt x="4019" y="183"/>
                </a:cubicBezTo>
                <a:cubicBezTo>
                  <a:pt x="4022" y="197"/>
                  <a:pt x="4023" y="212"/>
                  <a:pt x="4023" y="228"/>
                </a:cubicBezTo>
                <a:lnTo>
                  <a:pt x="4023" y="1679"/>
                </a:lnTo>
                <a:cubicBezTo>
                  <a:pt x="4023" y="1694"/>
                  <a:pt x="4022" y="1709"/>
                  <a:pt x="4019" y="1724"/>
                </a:cubicBezTo>
                <a:cubicBezTo>
                  <a:pt x="4016" y="1738"/>
                  <a:pt x="4011" y="1752"/>
                  <a:pt x="4006" y="1766"/>
                </a:cubicBezTo>
                <a:cubicBezTo>
                  <a:pt x="4000" y="1780"/>
                  <a:pt x="3993" y="1793"/>
                  <a:pt x="3985" y="1805"/>
                </a:cubicBezTo>
                <a:cubicBezTo>
                  <a:pt x="3977" y="1818"/>
                  <a:pt x="3967" y="1829"/>
                  <a:pt x="3957" y="1840"/>
                </a:cubicBezTo>
                <a:cubicBezTo>
                  <a:pt x="3946" y="1850"/>
                  <a:pt x="3935" y="1860"/>
                  <a:pt x="3922" y="1868"/>
                </a:cubicBezTo>
                <a:cubicBezTo>
                  <a:pt x="3910" y="1876"/>
                  <a:pt x="3897" y="1883"/>
                  <a:pt x="3883" y="1889"/>
                </a:cubicBezTo>
                <a:cubicBezTo>
                  <a:pt x="3869" y="1895"/>
                  <a:pt x="3855" y="1899"/>
                  <a:pt x="3840" y="1902"/>
                </a:cubicBezTo>
                <a:cubicBezTo>
                  <a:pt x="3826" y="1905"/>
                  <a:pt x="3811" y="1906"/>
                  <a:pt x="3796" y="1906"/>
                </a:cubicBezTo>
                <a:lnTo>
                  <a:pt x="227" y="1906"/>
                </a:lnTo>
                <a:cubicBezTo>
                  <a:pt x="212" y="1906"/>
                  <a:pt x="197" y="1905"/>
                  <a:pt x="183" y="1902"/>
                </a:cubicBezTo>
                <a:cubicBezTo>
                  <a:pt x="168" y="1899"/>
                  <a:pt x="154" y="1895"/>
                  <a:pt x="140" y="1889"/>
                </a:cubicBezTo>
                <a:cubicBezTo>
                  <a:pt x="127" y="1883"/>
                  <a:pt x="114" y="1876"/>
                  <a:pt x="101" y="1868"/>
                </a:cubicBezTo>
                <a:cubicBezTo>
                  <a:pt x="89" y="1860"/>
                  <a:pt x="77" y="1850"/>
                  <a:pt x="67" y="1840"/>
                </a:cubicBezTo>
                <a:cubicBezTo>
                  <a:pt x="56" y="1829"/>
                  <a:pt x="47" y="1818"/>
                  <a:pt x="39" y="1805"/>
                </a:cubicBezTo>
                <a:cubicBezTo>
                  <a:pt x="30" y="1793"/>
                  <a:pt x="23" y="1780"/>
                  <a:pt x="18" y="1766"/>
                </a:cubicBezTo>
                <a:cubicBezTo>
                  <a:pt x="12" y="1752"/>
                  <a:pt x="8" y="1738"/>
                  <a:pt x="5" y="1724"/>
                </a:cubicBezTo>
                <a:cubicBezTo>
                  <a:pt x="2" y="1709"/>
                  <a:pt x="0" y="1694"/>
                  <a:pt x="0" y="1679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4006800" y="2649240"/>
            <a:ext cx="72468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Services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5609520" y="247968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4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2" name=""/>
          <p:cNvSpPr/>
          <p:nvPr/>
        </p:nvSpPr>
        <p:spPr>
          <a:xfrm>
            <a:off x="652320" y="3157200"/>
            <a:ext cx="1448280" cy="924480"/>
          </a:xfrm>
          <a:custGeom>
            <a:avLst/>
            <a:gdLst/>
            <a:ahLst/>
            <a:rect l="0" t="0" r="r" b="b"/>
            <a:pathLst>
              <a:path w="4023" h="2568">
                <a:moveTo>
                  <a:pt x="0" y="2341"/>
                </a:moveTo>
                <a:lnTo>
                  <a:pt x="0" y="228"/>
                </a:lnTo>
                <a:cubicBezTo>
                  <a:pt x="0" y="213"/>
                  <a:pt x="1" y="198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2" y="5"/>
                </a:cubicBezTo>
                <a:cubicBezTo>
                  <a:pt x="197" y="2"/>
                  <a:pt x="213" y="0"/>
                  <a:pt x="228" y="0"/>
                </a:cubicBezTo>
                <a:lnTo>
                  <a:pt x="3796" y="0"/>
                </a:lnTo>
                <a:cubicBezTo>
                  <a:pt x="3811" y="0"/>
                  <a:pt x="3825" y="2"/>
                  <a:pt x="3840" y="5"/>
                </a:cubicBezTo>
                <a:cubicBezTo>
                  <a:pt x="3855" y="8"/>
                  <a:pt x="3869" y="12"/>
                  <a:pt x="3883" y="18"/>
                </a:cubicBezTo>
                <a:cubicBezTo>
                  <a:pt x="3896" y="23"/>
                  <a:pt x="3909" y="30"/>
                  <a:pt x="3922" y="39"/>
                </a:cubicBezTo>
                <a:cubicBezTo>
                  <a:pt x="3934" y="47"/>
                  <a:pt x="3946" y="56"/>
                  <a:pt x="3956" y="67"/>
                </a:cubicBezTo>
                <a:cubicBezTo>
                  <a:pt x="3967" y="77"/>
                  <a:pt x="3976" y="89"/>
                  <a:pt x="3984" y="101"/>
                </a:cubicBezTo>
                <a:cubicBezTo>
                  <a:pt x="3993" y="114"/>
                  <a:pt x="4000" y="127"/>
                  <a:pt x="4005" y="140"/>
                </a:cubicBezTo>
                <a:cubicBezTo>
                  <a:pt x="4011" y="154"/>
                  <a:pt x="4015" y="168"/>
                  <a:pt x="4018" y="183"/>
                </a:cubicBezTo>
                <a:cubicBezTo>
                  <a:pt x="4021" y="198"/>
                  <a:pt x="4023" y="213"/>
                  <a:pt x="4023" y="228"/>
                </a:cubicBezTo>
                <a:lnTo>
                  <a:pt x="4023" y="2341"/>
                </a:lnTo>
                <a:cubicBezTo>
                  <a:pt x="4023" y="2356"/>
                  <a:pt x="4021" y="2371"/>
                  <a:pt x="4018" y="2385"/>
                </a:cubicBezTo>
                <a:cubicBezTo>
                  <a:pt x="4015" y="2400"/>
                  <a:pt x="4011" y="2414"/>
                  <a:pt x="4005" y="2428"/>
                </a:cubicBezTo>
                <a:cubicBezTo>
                  <a:pt x="4000" y="2442"/>
                  <a:pt x="3993" y="2455"/>
                  <a:pt x="3984" y="2467"/>
                </a:cubicBezTo>
                <a:cubicBezTo>
                  <a:pt x="3976" y="2479"/>
                  <a:pt x="3967" y="2491"/>
                  <a:pt x="3956" y="2501"/>
                </a:cubicBezTo>
                <a:cubicBezTo>
                  <a:pt x="3946" y="2512"/>
                  <a:pt x="3934" y="2521"/>
                  <a:pt x="3922" y="2530"/>
                </a:cubicBezTo>
                <a:cubicBezTo>
                  <a:pt x="3909" y="2538"/>
                  <a:pt x="3896" y="2545"/>
                  <a:pt x="3883" y="2551"/>
                </a:cubicBezTo>
                <a:cubicBezTo>
                  <a:pt x="3869" y="2556"/>
                  <a:pt x="3855" y="2561"/>
                  <a:pt x="3840" y="2564"/>
                </a:cubicBezTo>
                <a:cubicBezTo>
                  <a:pt x="3825" y="2566"/>
                  <a:pt x="3811" y="2568"/>
                  <a:pt x="3796" y="2568"/>
                </a:cubicBezTo>
                <a:lnTo>
                  <a:pt x="228" y="2568"/>
                </a:lnTo>
                <a:cubicBezTo>
                  <a:pt x="213" y="2568"/>
                  <a:pt x="197" y="2566"/>
                  <a:pt x="182" y="2564"/>
                </a:cubicBezTo>
                <a:cubicBezTo>
                  <a:pt x="168" y="2561"/>
                  <a:pt x="154" y="2556"/>
                  <a:pt x="140" y="2551"/>
                </a:cubicBezTo>
                <a:cubicBezTo>
                  <a:pt x="126" y="2545"/>
                  <a:pt x="113" y="2538"/>
                  <a:pt x="101" y="2530"/>
                </a:cubicBezTo>
                <a:cubicBezTo>
                  <a:pt x="88" y="2521"/>
                  <a:pt x="77" y="2512"/>
                  <a:pt x="66" y="2501"/>
                </a:cubicBezTo>
                <a:cubicBezTo>
                  <a:pt x="56" y="2491"/>
                  <a:pt x="46" y="2479"/>
                  <a:pt x="38" y="2467"/>
                </a:cubicBezTo>
                <a:cubicBezTo>
                  <a:pt x="30" y="2455"/>
                  <a:pt x="23" y="2442"/>
                  <a:pt x="17" y="2428"/>
                </a:cubicBezTo>
                <a:cubicBezTo>
                  <a:pt x="11" y="2414"/>
                  <a:pt x="7" y="2400"/>
                  <a:pt x="4" y="2385"/>
                </a:cubicBezTo>
                <a:cubicBezTo>
                  <a:pt x="1" y="2371"/>
                  <a:pt x="0" y="2356"/>
                  <a:pt x="0" y="2341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3" name=""/>
          <p:cNvSpPr/>
          <p:nvPr/>
        </p:nvSpPr>
        <p:spPr>
          <a:xfrm>
            <a:off x="652320" y="3157200"/>
            <a:ext cx="1448280" cy="924480"/>
          </a:xfrm>
          <a:custGeom>
            <a:avLst/>
            <a:gdLst/>
            <a:ahLst/>
            <a:rect l="0" t="0" r="r" b="b"/>
            <a:pathLst>
              <a:path w="4023" h="2568">
                <a:moveTo>
                  <a:pt x="0" y="2341"/>
                </a:moveTo>
                <a:lnTo>
                  <a:pt x="0" y="228"/>
                </a:lnTo>
                <a:cubicBezTo>
                  <a:pt x="0" y="213"/>
                  <a:pt x="1" y="198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2" y="5"/>
                </a:cubicBezTo>
                <a:cubicBezTo>
                  <a:pt x="197" y="2"/>
                  <a:pt x="213" y="0"/>
                  <a:pt x="228" y="0"/>
                </a:cubicBezTo>
                <a:lnTo>
                  <a:pt x="3796" y="0"/>
                </a:lnTo>
                <a:cubicBezTo>
                  <a:pt x="3811" y="0"/>
                  <a:pt x="3825" y="2"/>
                  <a:pt x="3840" y="5"/>
                </a:cubicBezTo>
                <a:cubicBezTo>
                  <a:pt x="3855" y="8"/>
                  <a:pt x="3869" y="12"/>
                  <a:pt x="3883" y="18"/>
                </a:cubicBezTo>
                <a:cubicBezTo>
                  <a:pt x="3896" y="23"/>
                  <a:pt x="3909" y="30"/>
                  <a:pt x="3922" y="39"/>
                </a:cubicBezTo>
                <a:cubicBezTo>
                  <a:pt x="3934" y="47"/>
                  <a:pt x="3946" y="56"/>
                  <a:pt x="3956" y="67"/>
                </a:cubicBezTo>
                <a:cubicBezTo>
                  <a:pt x="3967" y="77"/>
                  <a:pt x="3976" y="89"/>
                  <a:pt x="3984" y="101"/>
                </a:cubicBezTo>
                <a:cubicBezTo>
                  <a:pt x="3993" y="114"/>
                  <a:pt x="4000" y="127"/>
                  <a:pt x="4005" y="140"/>
                </a:cubicBezTo>
                <a:cubicBezTo>
                  <a:pt x="4011" y="154"/>
                  <a:pt x="4015" y="168"/>
                  <a:pt x="4018" y="183"/>
                </a:cubicBezTo>
                <a:cubicBezTo>
                  <a:pt x="4021" y="198"/>
                  <a:pt x="4023" y="213"/>
                  <a:pt x="4023" y="228"/>
                </a:cubicBezTo>
                <a:lnTo>
                  <a:pt x="4023" y="2341"/>
                </a:lnTo>
                <a:cubicBezTo>
                  <a:pt x="4023" y="2356"/>
                  <a:pt x="4021" y="2371"/>
                  <a:pt x="4018" y="2385"/>
                </a:cubicBezTo>
                <a:cubicBezTo>
                  <a:pt x="4015" y="2400"/>
                  <a:pt x="4011" y="2414"/>
                  <a:pt x="4005" y="2428"/>
                </a:cubicBezTo>
                <a:cubicBezTo>
                  <a:pt x="4000" y="2442"/>
                  <a:pt x="3993" y="2455"/>
                  <a:pt x="3984" y="2467"/>
                </a:cubicBezTo>
                <a:cubicBezTo>
                  <a:pt x="3976" y="2479"/>
                  <a:pt x="3967" y="2491"/>
                  <a:pt x="3956" y="2501"/>
                </a:cubicBezTo>
                <a:cubicBezTo>
                  <a:pt x="3946" y="2512"/>
                  <a:pt x="3934" y="2521"/>
                  <a:pt x="3922" y="2530"/>
                </a:cubicBezTo>
                <a:cubicBezTo>
                  <a:pt x="3909" y="2538"/>
                  <a:pt x="3896" y="2545"/>
                  <a:pt x="3883" y="2551"/>
                </a:cubicBezTo>
                <a:cubicBezTo>
                  <a:pt x="3869" y="2556"/>
                  <a:pt x="3855" y="2561"/>
                  <a:pt x="3840" y="2564"/>
                </a:cubicBezTo>
                <a:cubicBezTo>
                  <a:pt x="3825" y="2566"/>
                  <a:pt x="3811" y="2568"/>
                  <a:pt x="3796" y="2568"/>
                </a:cubicBezTo>
                <a:lnTo>
                  <a:pt x="228" y="2568"/>
                </a:lnTo>
                <a:cubicBezTo>
                  <a:pt x="213" y="2568"/>
                  <a:pt x="197" y="2566"/>
                  <a:pt x="182" y="2564"/>
                </a:cubicBezTo>
                <a:cubicBezTo>
                  <a:pt x="168" y="2561"/>
                  <a:pt x="154" y="2556"/>
                  <a:pt x="140" y="2551"/>
                </a:cubicBezTo>
                <a:cubicBezTo>
                  <a:pt x="126" y="2545"/>
                  <a:pt x="113" y="2538"/>
                  <a:pt x="101" y="2530"/>
                </a:cubicBezTo>
                <a:cubicBezTo>
                  <a:pt x="88" y="2521"/>
                  <a:pt x="77" y="2512"/>
                  <a:pt x="66" y="2501"/>
                </a:cubicBezTo>
                <a:cubicBezTo>
                  <a:pt x="56" y="2491"/>
                  <a:pt x="46" y="2479"/>
                  <a:pt x="38" y="2467"/>
                </a:cubicBezTo>
                <a:cubicBezTo>
                  <a:pt x="30" y="2455"/>
                  <a:pt x="23" y="2442"/>
                  <a:pt x="17" y="2428"/>
                </a:cubicBezTo>
                <a:cubicBezTo>
                  <a:pt x="11" y="2414"/>
                  <a:pt x="7" y="2400"/>
                  <a:pt x="4" y="2385"/>
                </a:cubicBezTo>
                <a:cubicBezTo>
                  <a:pt x="1" y="2371"/>
                  <a:pt x="0" y="2356"/>
                  <a:pt x="0" y="2341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5609520" y="2649240"/>
            <a:ext cx="74448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Portfolio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5" name=""/>
          <p:cNvSpPr txBox="1"/>
          <p:nvPr/>
        </p:nvSpPr>
        <p:spPr>
          <a:xfrm>
            <a:off x="801000" y="331812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5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6" name=""/>
          <p:cNvSpPr/>
          <p:nvPr/>
        </p:nvSpPr>
        <p:spPr>
          <a:xfrm>
            <a:off x="2252520" y="3157200"/>
            <a:ext cx="1448280" cy="924480"/>
          </a:xfrm>
          <a:custGeom>
            <a:avLst/>
            <a:gdLst/>
            <a:ahLst/>
            <a:rect l="0" t="0" r="r" b="b"/>
            <a:pathLst>
              <a:path w="4023" h="2568">
                <a:moveTo>
                  <a:pt x="0" y="2341"/>
                </a:moveTo>
                <a:lnTo>
                  <a:pt x="0" y="228"/>
                </a:lnTo>
                <a:cubicBezTo>
                  <a:pt x="0" y="213"/>
                  <a:pt x="1" y="198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2" y="5"/>
                </a:cubicBezTo>
                <a:cubicBezTo>
                  <a:pt x="197" y="2"/>
                  <a:pt x="212" y="0"/>
                  <a:pt x="227" y="0"/>
                </a:cubicBezTo>
                <a:lnTo>
                  <a:pt x="3795" y="0"/>
                </a:lnTo>
                <a:cubicBezTo>
                  <a:pt x="3811" y="0"/>
                  <a:pt x="3825" y="2"/>
                  <a:pt x="3840" y="5"/>
                </a:cubicBezTo>
                <a:cubicBezTo>
                  <a:pt x="3855" y="8"/>
                  <a:pt x="3869" y="12"/>
                  <a:pt x="3883" y="18"/>
                </a:cubicBezTo>
                <a:cubicBezTo>
                  <a:pt x="3896" y="23"/>
                  <a:pt x="3909" y="30"/>
                  <a:pt x="3922" y="39"/>
                </a:cubicBezTo>
                <a:cubicBezTo>
                  <a:pt x="3934" y="47"/>
                  <a:pt x="3946" y="56"/>
                  <a:pt x="3956" y="67"/>
                </a:cubicBezTo>
                <a:cubicBezTo>
                  <a:pt x="3967" y="77"/>
                  <a:pt x="3976" y="89"/>
                  <a:pt x="3984" y="101"/>
                </a:cubicBezTo>
                <a:cubicBezTo>
                  <a:pt x="3993" y="114"/>
                  <a:pt x="4000" y="127"/>
                  <a:pt x="4005" y="140"/>
                </a:cubicBezTo>
                <a:cubicBezTo>
                  <a:pt x="4011" y="154"/>
                  <a:pt x="4015" y="168"/>
                  <a:pt x="4018" y="183"/>
                </a:cubicBezTo>
                <a:cubicBezTo>
                  <a:pt x="4021" y="198"/>
                  <a:pt x="4023" y="213"/>
                  <a:pt x="4023" y="228"/>
                </a:cubicBezTo>
                <a:lnTo>
                  <a:pt x="4023" y="2341"/>
                </a:lnTo>
                <a:cubicBezTo>
                  <a:pt x="4023" y="2356"/>
                  <a:pt x="4021" y="2371"/>
                  <a:pt x="4018" y="2385"/>
                </a:cubicBezTo>
                <a:cubicBezTo>
                  <a:pt x="4015" y="2400"/>
                  <a:pt x="4011" y="2414"/>
                  <a:pt x="4005" y="2428"/>
                </a:cubicBezTo>
                <a:cubicBezTo>
                  <a:pt x="4000" y="2442"/>
                  <a:pt x="3993" y="2455"/>
                  <a:pt x="3984" y="2467"/>
                </a:cubicBezTo>
                <a:cubicBezTo>
                  <a:pt x="3976" y="2479"/>
                  <a:pt x="3967" y="2491"/>
                  <a:pt x="3956" y="2501"/>
                </a:cubicBezTo>
                <a:cubicBezTo>
                  <a:pt x="3946" y="2512"/>
                  <a:pt x="3934" y="2521"/>
                  <a:pt x="3922" y="2530"/>
                </a:cubicBezTo>
                <a:cubicBezTo>
                  <a:pt x="3909" y="2538"/>
                  <a:pt x="3896" y="2545"/>
                  <a:pt x="3883" y="2551"/>
                </a:cubicBezTo>
                <a:cubicBezTo>
                  <a:pt x="3869" y="2556"/>
                  <a:pt x="3855" y="2561"/>
                  <a:pt x="3840" y="2564"/>
                </a:cubicBezTo>
                <a:cubicBezTo>
                  <a:pt x="3825" y="2566"/>
                  <a:pt x="3811" y="2568"/>
                  <a:pt x="3795" y="2568"/>
                </a:cubicBezTo>
                <a:lnTo>
                  <a:pt x="227" y="2568"/>
                </a:lnTo>
                <a:cubicBezTo>
                  <a:pt x="212" y="2568"/>
                  <a:pt x="197" y="2566"/>
                  <a:pt x="182" y="2564"/>
                </a:cubicBezTo>
                <a:cubicBezTo>
                  <a:pt x="168" y="2561"/>
                  <a:pt x="154" y="2556"/>
                  <a:pt x="140" y="2551"/>
                </a:cubicBezTo>
                <a:cubicBezTo>
                  <a:pt x="126" y="2545"/>
                  <a:pt x="113" y="2538"/>
                  <a:pt x="101" y="2530"/>
                </a:cubicBezTo>
                <a:cubicBezTo>
                  <a:pt x="88" y="2521"/>
                  <a:pt x="77" y="2512"/>
                  <a:pt x="66" y="2501"/>
                </a:cubicBezTo>
                <a:cubicBezTo>
                  <a:pt x="56" y="2491"/>
                  <a:pt x="46" y="2479"/>
                  <a:pt x="38" y="2467"/>
                </a:cubicBezTo>
                <a:cubicBezTo>
                  <a:pt x="30" y="2455"/>
                  <a:pt x="23" y="2442"/>
                  <a:pt x="17" y="2428"/>
                </a:cubicBezTo>
                <a:cubicBezTo>
                  <a:pt x="11" y="2414"/>
                  <a:pt x="7" y="2400"/>
                  <a:pt x="4" y="2385"/>
                </a:cubicBezTo>
                <a:cubicBezTo>
                  <a:pt x="1" y="2371"/>
                  <a:pt x="0" y="2356"/>
                  <a:pt x="0" y="2341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7" name=""/>
          <p:cNvSpPr/>
          <p:nvPr/>
        </p:nvSpPr>
        <p:spPr>
          <a:xfrm>
            <a:off x="2252520" y="3157200"/>
            <a:ext cx="1448280" cy="924480"/>
          </a:xfrm>
          <a:custGeom>
            <a:avLst/>
            <a:gdLst/>
            <a:ahLst/>
            <a:rect l="0" t="0" r="r" b="b"/>
            <a:pathLst>
              <a:path w="4023" h="2568">
                <a:moveTo>
                  <a:pt x="0" y="2341"/>
                </a:moveTo>
                <a:lnTo>
                  <a:pt x="0" y="228"/>
                </a:lnTo>
                <a:cubicBezTo>
                  <a:pt x="0" y="213"/>
                  <a:pt x="1" y="198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2" y="5"/>
                </a:cubicBezTo>
                <a:cubicBezTo>
                  <a:pt x="197" y="2"/>
                  <a:pt x="212" y="0"/>
                  <a:pt x="227" y="0"/>
                </a:cubicBezTo>
                <a:lnTo>
                  <a:pt x="3795" y="0"/>
                </a:lnTo>
                <a:cubicBezTo>
                  <a:pt x="3811" y="0"/>
                  <a:pt x="3825" y="2"/>
                  <a:pt x="3840" y="5"/>
                </a:cubicBezTo>
                <a:cubicBezTo>
                  <a:pt x="3855" y="8"/>
                  <a:pt x="3869" y="12"/>
                  <a:pt x="3883" y="18"/>
                </a:cubicBezTo>
                <a:cubicBezTo>
                  <a:pt x="3896" y="23"/>
                  <a:pt x="3909" y="30"/>
                  <a:pt x="3922" y="39"/>
                </a:cubicBezTo>
                <a:cubicBezTo>
                  <a:pt x="3934" y="47"/>
                  <a:pt x="3946" y="56"/>
                  <a:pt x="3956" y="67"/>
                </a:cubicBezTo>
                <a:cubicBezTo>
                  <a:pt x="3967" y="77"/>
                  <a:pt x="3976" y="89"/>
                  <a:pt x="3984" y="101"/>
                </a:cubicBezTo>
                <a:cubicBezTo>
                  <a:pt x="3993" y="114"/>
                  <a:pt x="4000" y="127"/>
                  <a:pt x="4005" y="140"/>
                </a:cubicBezTo>
                <a:cubicBezTo>
                  <a:pt x="4011" y="154"/>
                  <a:pt x="4015" y="168"/>
                  <a:pt x="4018" y="183"/>
                </a:cubicBezTo>
                <a:cubicBezTo>
                  <a:pt x="4021" y="198"/>
                  <a:pt x="4023" y="213"/>
                  <a:pt x="4023" y="228"/>
                </a:cubicBezTo>
                <a:lnTo>
                  <a:pt x="4023" y="2341"/>
                </a:lnTo>
                <a:cubicBezTo>
                  <a:pt x="4023" y="2356"/>
                  <a:pt x="4021" y="2371"/>
                  <a:pt x="4018" y="2385"/>
                </a:cubicBezTo>
                <a:cubicBezTo>
                  <a:pt x="4015" y="2400"/>
                  <a:pt x="4011" y="2414"/>
                  <a:pt x="4005" y="2428"/>
                </a:cubicBezTo>
                <a:cubicBezTo>
                  <a:pt x="4000" y="2442"/>
                  <a:pt x="3993" y="2455"/>
                  <a:pt x="3984" y="2467"/>
                </a:cubicBezTo>
                <a:cubicBezTo>
                  <a:pt x="3976" y="2479"/>
                  <a:pt x="3967" y="2491"/>
                  <a:pt x="3956" y="2501"/>
                </a:cubicBezTo>
                <a:cubicBezTo>
                  <a:pt x="3946" y="2512"/>
                  <a:pt x="3934" y="2521"/>
                  <a:pt x="3922" y="2530"/>
                </a:cubicBezTo>
                <a:cubicBezTo>
                  <a:pt x="3909" y="2538"/>
                  <a:pt x="3896" y="2545"/>
                  <a:pt x="3883" y="2551"/>
                </a:cubicBezTo>
                <a:cubicBezTo>
                  <a:pt x="3869" y="2556"/>
                  <a:pt x="3855" y="2561"/>
                  <a:pt x="3840" y="2564"/>
                </a:cubicBezTo>
                <a:cubicBezTo>
                  <a:pt x="3825" y="2566"/>
                  <a:pt x="3811" y="2568"/>
                  <a:pt x="3795" y="2568"/>
                </a:cubicBezTo>
                <a:lnTo>
                  <a:pt x="227" y="2568"/>
                </a:lnTo>
                <a:cubicBezTo>
                  <a:pt x="212" y="2568"/>
                  <a:pt x="197" y="2566"/>
                  <a:pt x="182" y="2564"/>
                </a:cubicBezTo>
                <a:cubicBezTo>
                  <a:pt x="168" y="2561"/>
                  <a:pt x="154" y="2556"/>
                  <a:pt x="140" y="2551"/>
                </a:cubicBezTo>
                <a:cubicBezTo>
                  <a:pt x="126" y="2545"/>
                  <a:pt x="113" y="2538"/>
                  <a:pt x="101" y="2530"/>
                </a:cubicBezTo>
                <a:cubicBezTo>
                  <a:pt x="88" y="2521"/>
                  <a:pt x="77" y="2512"/>
                  <a:pt x="66" y="2501"/>
                </a:cubicBezTo>
                <a:cubicBezTo>
                  <a:pt x="56" y="2491"/>
                  <a:pt x="46" y="2479"/>
                  <a:pt x="38" y="2467"/>
                </a:cubicBezTo>
                <a:cubicBezTo>
                  <a:pt x="30" y="2455"/>
                  <a:pt x="23" y="2442"/>
                  <a:pt x="17" y="2428"/>
                </a:cubicBezTo>
                <a:cubicBezTo>
                  <a:pt x="11" y="2414"/>
                  <a:pt x="7" y="2400"/>
                  <a:pt x="4" y="2385"/>
                </a:cubicBezTo>
                <a:cubicBezTo>
                  <a:pt x="1" y="2371"/>
                  <a:pt x="0" y="2356"/>
                  <a:pt x="0" y="2341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801000" y="3487680"/>
            <a:ext cx="59220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Clients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9" name=""/>
          <p:cNvSpPr txBox="1"/>
          <p:nvPr/>
        </p:nvSpPr>
        <p:spPr>
          <a:xfrm>
            <a:off x="2403720" y="331812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0" name=""/>
          <p:cNvSpPr txBox="1"/>
          <p:nvPr/>
        </p:nvSpPr>
        <p:spPr>
          <a:xfrm>
            <a:off x="2403720" y="3487680"/>
            <a:ext cx="31320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Our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1" name=""/>
          <p:cNvSpPr/>
          <p:nvPr/>
        </p:nvSpPr>
        <p:spPr>
          <a:xfrm>
            <a:off x="3862080" y="3157200"/>
            <a:ext cx="1448280" cy="924480"/>
          </a:xfrm>
          <a:custGeom>
            <a:avLst/>
            <a:gdLst/>
            <a:ahLst/>
            <a:rect l="0" t="0" r="r" b="b"/>
            <a:pathLst>
              <a:path w="4023" h="2568">
                <a:moveTo>
                  <a:pt x="0" y="2341"/>
                </a:moveTo>
                <a:lnTo>
                  <a:pt x="0" y="228"/>
                </a:lnTo>
                <a:cubicBezTo>
                  <a:pt x="0" y="213"/>
                  <a:pt x="2" y="198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4" y="30"/>
                  <a:pt x="127" y="23"/>
                  <a:pt x="140" y="18"/>
                </a:cubicBezTo>
                <a:cubicBezTo>
                  <a:pt x="154" y="12"/>
                  <a:pt x="168" y="8"/>
                  <a:pt x="183" y="5"/>
                </a:cubicBezTo>
                <a:cubicBezTo>
                  <a:pt x="197" y="2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2"/>
                  <a:pt x="3840" y="5"/>
                </a:cubicBezTo>
                <a:cubicBezTo>
                  <a:pt x="3855" y="8"/>
                  <a:pt x="3869" y="12"/>
                  <a:pt x="3883" y="18"/>
                </a:cubicBezTo>
                <a:cubicBezTo>
                  <a:pt x="3897" y="23"/>
                  <a:pt x="3910" y="30"/>
                  <a:pt x="3922" y="39"/>
                </a:cubicBezTo>
                <a:cubicBezTo>
                  <a:pt x="3935" y="47"/>
                  <a:pt x="3946" y="56"/>
                  <a:pt x="3957" y="67"/>
                </a:cubicBezTo>
                <a:cubicBezTo>
                  <a:pt x="3967" y="77"/>
                  <a:pt x="3977" y="89"/>
                  <a:pt x="3985" y="101"/>
                </a:cubicBezTo>
                <a:cubicBezTo>
                  <a:pt x="3993" y="114"/>
                  <a:pt x="4000" y="127"/>
                  <a:pt x="4006" y="140"/>
                </a:cubicBezTo>
                <a:cubicBezTo>
                  <a:pt x="4011" y="154"/>
                  <a:pt x="4016" y="168"/>
                  <a:pt x="4019" y="183"/>
                </a:cubicBezTo>
                <a:cubicBezTo>
                  <a:pt x="4022" y="198"/>
                  <a:pt x="4023" y="213"/>
                  <a:pt x="4023" y="228"/>
                </a:cubicBezTo>
                <a:lnTo>
                  <a:pt x="4023" y="2341"/>
                </a:lnTo>
                <a:cubicBezTo>
                  <a:pt x="4023" y="2356"/>
                  <a:pt x="4022" y="2371"/>
                  <a:pt x="4019" y="2385"/>
                </a:cubicBezTo>
                <a:cubicBezTo>
                  <a:pt x="4016" y="2400"/>
                  <a:pt x="4011" y="2414"/>
                  <a:pt x="4006" y="2428"/>
                </a:cubicBezTo>
                <a:cubicBezTo>
                  <a:pt x="4000" y="2442"/>
                  <a:pt x="3993" y="2455"/>
                  <a:pt x="3985" y="2467"/>
                </a:cubicBezTo>
                <a:cubicBezTo>
                  <a:pt x="3977" y="2479"/>
                  <a:pt x="3967" y="2491"/>
                  <a:pt x="3957" y="2501"/>
                </a:cubicBezTo>
                <a:cubicBezTo>
                  <a:pt x="3946" y="2512"/>
                  <a:pt x="3935" y="2521"/>
                  <a:pt x="3922" y="2530"/>
                </a:cubicBezTo>
                <a:cubicBezTo>
                  <a:pt x="3910" y="2538"/>
                  <a:pt x="3897" y="2545"/>
                  <a:pt x="3883" y="2551"/>
                </a:cubicBezTo>
                <a:cubicBezTo>
                  <a:pt x="3869" y="2556"/>
                  <a:pt x="3855" y="2561"/>
                  <a:pt x="3840" y="2564"/>
                </a:cubicBezTo>
                <a:cubicBezTo>
                  <a:pt x="3826" y="2566"/>
                  <a:pt x="3811" y="2568"/>
                  <a:pt x="3796" y="2568"/>
                </a:cubicBezTo>
                <a:lnTo>
                  <a:pt x="227" y="2568"/>
                </a:lnTo>
                <a:cubicBezTo>
                  <a:pt x="212" y="2568"/>
                  <a:pt x="197" y="2566"/>
                  <a:pt x="183" y="2564"/>
                </a:cubicBezTo>
                <a:cubicBezTo>
                  <a:pt x="168" y="2561"/>
                  <a:pt x="154" y="2556"/>
                  <a:pt x="140" y="2551"/>
                </a:cubicBezTo>
                <a:cubicBezTo>
                  <a:pt x="127" y="2545"/>
                  <a:pt x="114" y="2538"/>
                  <a:pt x="101" y="2530"/>
                </a:cubicBezTo>
                <a:cubicBezTo>
                  <a:pt x="89" y="2521"/>
                  <a:pt x="77" y="2512"/>
                  <a:pt x="67" y="2501"/>
                </a:cubicBezTo>
                <a:cubicBezTo>
                  <a:pt x="56" y="2491"/>
                  <a:pt x="47" y="2479"/>
                  <a:pt x="39" y="2467"/>
                </a:cubicBezTo>
                <a:cubicBezTo>
                  <a:pt x="30" y="2455"/>
                  <a:pt x="23" y="2442"/>
                  <a:pt x="18" y="2428"/>
                </a:cubicBezTo>
                <a:cubicBezTo>
                  <a:pt x="12" y="2414"/>
                  <a:pt x="8" y="2400"/>
                  <a:pt x="5" y="2385"/>
                </a:cubicBezTo>
                <a:cubicBezTo>
                  <a:pt x="2" y="2371"/>
                  <a:pt x="0" y="2356"/>
                  <a:pt x="0" y="2341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2" name=""/>
          <p:cNvSpPr/>
          <p:nvPr/>
        </p:nvSpPr>
        <p:spPr>
          <a:xfrm>
            <a:off x="3862080" y="3157200"/>
            <a:ext cx="1448280" cy="924480"/>
          </a:xfrm>
          <a:custGeom>
            <a:avLst/>
            <a:gdLst/>
            <a:ahLst/>
            <a:rect l="0" t="0" r="r" b="b"/>
            <a:pathLst>
              <a:path w="4023" h="2568">
                <a:moveTo>
                  <a:pt x="0" y="2341"/>
                </a:moveTo>
                <a:lnTo>
                  <a:pt x="0" y="228"/>
                </a:lnTo>
                <a:cubicBezTo>
                  <a:pt x="0" y="213"/>
                  <a:pt x="2" y="198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4" y="30"/>
                  <a:pt x="127" y="23"/>
                  <a:pt x="140" y="18"/>
                </a:cubicBezTo>
                <a:cubicBezTo>
                  <a:pt x="154" y="12"/>
                  <a:pt x="168" y="8"/>
                  <a:pt x="183" y="5"/>
                </a:cubicBezTo>
                <a:cubicBezTo>
                  <a:pt x="197" y="2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2"/>
                  <a:pt x="3840" y="5"/>
                </a:cubicBezTo>
                <a:cubicBezTo>
                  <a:pt x="3855" y="8"/>
                  <a:pt x="3869" y="12"/>
                  <a:pt x="3883" y="18"/>
                </a:cubicBezTo>
                <a:cubicBezTo>
                  <a:pt x="3897" y="23"/>
                  <a:pt x="3910" y="30"/>
                  <a:pt x="3922" y="39"/>
                </a:cubicBezTo>
                <a:cubicBezTo>
                  <a:pt x="3935" y="47"/>
                  <a:pt x="3946" y="56"/>
                  <a:pt x="3957" y="67"/>
                </a:cubicBezTo>
                <a:cubicBezTo>
                  <a:pt x="3967" y="77"/>
                  <a:pt x="3977" y="89"/>
                  <a:pt x="3985" y="101"/>
                </a:cubicBezTo>
                <a:cubicBezTo>
                  <a:pt x="3993" y="114"/>
                  <a:pt x="4000" y="127"/>
                  <a:pt x="4006" y="140"/>
                </a:cubicBezTo>
                <a:cubicBezTo>
                  <a:pt x="4011" y="154"/>
                  <a:pt x="4016" y="168"/>
                  <a:pt x="4019" y="183"/>
                </a:cubicBezTo>
                <a:cubicBezTo>
                  <a:pt x="4022" y="198"/>
                  <a:pt x="4023" y="213"/>
                  <a:pt x="4023" y="228"/>
                </a:cubicBezTo>
                <a:lnTo>
                  <a:pt x="4023" y="2341"/>
                </a:lnTo>
                <a:cubicBezTo>
                  <a:pt x="4023" y="2356"/>
                  <a:pt x="4022" y="2371"/>
                  <a:pt x="4019" y="2385"/>
                </a:cubicBezTo>
                <a:cubicBezTo>
                  <a:pt x="4016" y="2400"/>
                  <a:pt x="4011" y="2414"/>
                  <a:pt x="4006" y="2428"/>
                </a:cubicBezTo>
                <a:cubicBezTo>
                  <a:pt x="4000" y="2442"/>
                  <a:pt x="3993" y="2455"/>
                  <a:pt x="3985" y="2467"/>
                </a:cubicBezTo>
                <a:cubicBezTo>
                  <a:pt x="3977" y="2479"/>
                  <a:pt x="3967" y="2491"/>
                  <a:pt x="3957" y="2501"/>
                </a:cubicBezTo>
                <a:cubicBezTo>
                  <a:pt x="3946" y="2512"/>
                  <a:pt x="3935" y="2521"/>
                  <a:pt x="3922" y="2530"/>
                </a:cubicBezTo>
                <a:cubicBezTo>
                  <a:pt x="3910" y="2538"/>
                  <a:pt x="3897" y="2545"/>
                  <a:pt x="3883" y="2551"/>
                </a:cubicBezTo>
                <a:cubicBezTo>
                  <a:pt x="3869" y="2556"/>
                  <a:pt x="3855" y="2561"/>
                  <a:pt x="3840" y="2564"/>
                </a:cubicBezTo>
                <a:cubicBezTo>
                  <a:pt x="3826" y="2566"/>
                  <a:pt x="3811" y="2568"/>
                  <a:pt x="3796" y="2568"/>
                </a:cubicBezTo>
                <a:lnTo>
                  <a:pt x="227" y="2568"/>
                </a:lnTo>
                <a:cubicBezTo>
                  <a:pt x="212" y="2568"/>
                  <a:pt x="197" y="2566"/>
                  <a:pt x="183" y="2564"/>
                </a:cubicBezTo>
                <a:cubicBezTo>
                  <a:pt x="168" y="2561"/>
                  <a:pt x="154" y="2556"/>
                  <a:pt x="140" y="2551"/>
                </a:cubicBezTo>
                <a:cubicBezTo>
                  <a:pt x="127" y="2545"/>
                  <a:pt x="114" y="2538"/>
                  <a:pt x="101" y="2530"/>
                </a:cubicBezTo>
                <a:cubicBezTo>
                  <a:pt x="89" y="2521"/>
                  <a:pt x="77" y="2512"/>
                  <a:pt x="67" y="2501"/>
                </a:cubicBezTo>
                <a:cubicBezTo>
                  <a:pt x="56" y="2491"/>
                  <a:pt x="47" y="2479"/>
                  <a:pt x="39" y="2467"/>
                </a:cubicBezTo>
                <a:cubicBezTo>
                  <a:pt x="30" y="2455"/>
                  <a:pt x="23" y="2442"/>
                  <a:pt x="18" y="2428"/>
                </a:cubicBezTo>
                <a:cubicBezTo>
                  <a:pt x="12" y="2414"/>
                  <a:pt x="8" y="2400"/>
                  <a:pt x="5" y="2385"/>
                </a:cubicBezTo>
                <a:cubicBezTo>
                  <a:pt x="2" y="2371"/>
                  <a:pt x="0" y="2356"/>
                  <a:pt x="0" y="2341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2403720" y="3735360"/>
            <a:ext cx="112248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Management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4" name=""/>
          <p:cNvSpPr txBox="1"/>
          <p:nvPr/>
        </p:nvSpPr>
        <p:spPr>
          <a:xfrm>
            <a:off x="4006800" y="331812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7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5" name=""/>
          <p:cNvSpPr/>
          <p:nvPr/>
        </p:nvSpPr>
        <p:spPr>
          <a:xfrm>
            <a:off x="5462280" y="3157200"/>
            <a:ext cx="1448280" cy="924480"/>
          </a:xfrm>
          <a:custGeom>
            <a:avLst/>
            <a:gdLst/>
            <a:ahLst/>
            <a:rect l="0" t="0" r="r" b="b"/>
            <a:pathLst>
              <a:path w="4023" h="2568">
                <a:moveTo>
                  <a:pt x="0" y="2341"/>
                </a:moveTo>
                <a:lnTo>
                  <a:pt x="0" y="228"/>
                </a:lnTo>
                <a:cubicBezTo>
                  <a:pt x="0" y="213"/>
                  <a:pt x="2" y="198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4" y="30"/>
                  <a:pt x="127" y="23"/>
                  <a:pt x="140" y="18"/>
                </a:cubicBezTo>
                <a:cubicBezTo>
                  <a:pt x="154" y="12"/>
                  <a:pt x="168" y="8"/>
                  <a:pt x="183" y="5"/>
                </a:cubicBezTo>
                <a:cubicBezTo>
                  <a:pt x="197" y="2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2"/>
                  <a:pt x="3840" y="5"/>
                </a:cubicBezTo>
                <a:cubicBezTo>
                  <a:pt x="3855" y="8"/>
                  <a:pt x="3869" y="12"/>
                  <a:pt x="3883" y="18"/>
                </a:cubicBezTo>
                <a:cubicBezTo>
                  <a:pt x="3897" y="23"/>
                  <a:pt x="3910" y="30"/>
                  <a:pt x="3922" y="39"/>
                </a:cubicBezTo>
                <a:cubicBezTo>
                  <a:pt x="3935" y="47"/>
                  <a:pt x="3946" y="56"/>
                  <a:pt x="3957" y="67"/>
                </a:cubicBezTo>
                <a:cubicBezTo>
                  <a:pt x="3967" y="77"/>
                  <a:pt x="3977" y="89"/>
                  <a:pt x="3985" y="101"/>
                </a:cubicBezTo>
                <a:cubicBezTo>
                  <a:pt x="3993" y="114"/>
                  <a:pt x="4000" y="127"/>
                  <a:pt x="4006" y="140"/>
                </a:cubicBezTo>
                <a:cubicBezTo>
                  <a:pt x="4011" y="154"/>
                  <a:pt x="4016" y="168"/>
                  <a:pt x="4019" y="183"/>
                </a:cubicBezTo>
                <a:cubicBezTo>
                  <a:pt x="4022" y="198"/>
                  <a:pt x="4023" y="213"/>
                  <a:pt x="4023" y="228"/>
                </a:cubicBezTo>
                <a:lnTo>
                  <a:pt x="4023" y="2341"/>
                </a:lnTo>
                <a:cubicBezTo>
                  <a:pt x="4023" y="2356"/>
                  <a:pt x="4022" y="2371"/>
                  <a:pt x="4019" y="2385"/>
                </a:cubicBezTo>
                <a:cubicBezTo>
                  <a:pt x="4016" y="2400"/>
                  <a:pt x="4011" y="2414"/>
                  <a:pt x="4006" y="2428"/>
                </a:cubicBezTo>
                <a:cubicBezTo>
                  <a:pt x="4000" y="2442"/>
                  <a:pt x="3993" y="2455"/>
                  <a:pt x="3985" y="2467"/>
                </a:cubicBezTo>
                <a:cubicBezTo>
                  <a:pt x="3977" y="2479"/>
                  <a:pt x="3967" y="2491"/>
                  <a:pt x="3957" y="2501"/>
                </a:cubicBezTo>
                <a:cubicBezTo>
                  <a:pt x="3946" y="2512"/>
                  <a:pt x="3935" y="2521"/>
                  <a:pt x="3922" y="2530"/>
                </a:cubicBezTo>
                <a:cubicBezTo>
                  <a:pt x="3910" y="2538"/>
                  <a:pt x="3897" y="2545"/>
                  <a:pt x="3883" y="2551"/>
                </a:cubicBezTo>
                <a:cubicBezTo>
                  <a:pt x="3869" y="2556"/>
                  <a:pt x="3855" y="2561"/>
                  <a:pt x="3840" y="2564"/>
                </a:cubicBezTo>
                <a:cubicBezTo>
                  <a:pt x="3826" y="2566"/>
                  <a:pt x="3811" y="2568"/>
                  <a:pt x="3796" y="2568"/>
                </a:cubicBezTo>
                <a:lnTo>
                  <a:pt x="227" y="2568"/>
                </a:lnTo>
                <a:cubicBezTo>
                  <a:pt x="212" y="2568"/>
                  <a:pt x="197" y="2566"/>
                  <a:pt x="183" y="2564"/>
                </a:cubicBezTo>
                <a:cubicBezTo>
                  <a:pt x="168" y="2561"/>
                  <a:pt x="154" y="2556"/>
                  <a:pt x="140" y="2551"/>
                </a:cubicBezTo>
                <a:cubicBezTo>
                  <a:pt x="127" y="2545"/>
                  <a:pt x="114" y="2538"/>
                  <a:pt x="101" y="2530"/>
                </a:cubicBezTo>
                <a:cubicBezTo>
                  <a:pt x="89" y="2521"/>
                  <a:pt x="77" y="2512"/>
                  <a:pt x="67" y="2501"/>
                </a:cubicBezTo>
                <a:cubicBezTo>
                  <a:pt x="56" y="2491"/>
                  <a:pt x="47" y="2479"/>
                  <a:pt x="39" y="2467"/>
                </a:cubicBezTo>
                <a:cubicBezTo>
                  <a:pt x="30" y="2455"/>
                  <a:pt x="23" y="2442"/>
                  <a:pt x="18" y="2428"/>
                </a:cubicBezTo>
                <a:cubicBezTo>
                  <a:pt x="12" y="2414"/>
                  <a:pt x="8" y="2400"/>
                  <a:pt x="5" y="2385"/>
                </a:cubicBezTo>
                <a:cubicBezTo>
                  <a:pt x="2" y="2371"/>
                  <a:pt x="0" y="2356"/>
                  <a:pt x="0" y="2341"/>
                </a:cubicBezTo>
                <a:close/>
              </a:path>
            </a:pathLst>
          </a:custGeom>
          <a:solidFill>
            <a:srgbClr val="120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6" name=""/>
          <p:cNvSpPr/>
          <p:nvPr/>
        </p:nvSpPr>
        <p:spPr>
          <a:xfrm>
            <a:off x="5462280" y="3157200"/>
            <a:ext cx="1448280" cy="924480"/>
          </a:xfrm>
          <a:custGeom>
            <a:avLst/>
            <a:gdLst/>
            <a:ahLst/>
            <a:rect l="0" t="0" r="r" b="b"/>
            <a:pathLst>
              <a:path w="4023" h="2568">
                <a:moveTo>
                  <a:pt x="0" y="2341"/>
                </a:moveTo>
                <a:lnTo>
                  <a:pt x="0" y="228"/>
                </a:lnTo>
                <a:cubicBezTo>
                  <a:pt x="0" y="213"/>
                  <a:pt x="2" y="198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4" y="30"/>
                  <a:pt x="127" y="23"/>
                  <a:pt x="140" y="18"/>
                </a:cubicBezTo>
                <a:cubicBezTo>
                  <a:pt x="154" y="12"/>
                  <a:pt x="168" y="8"/>
                  <a:pt x="183" y="5"/>
                </a:cubicBezTo>
                <a:cubicBezTo>
                  <a:pt x="197" y="2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2"/>
                  <a:pt x="3840" y="5"/>
                </a:cubicBezTo>
                <a:cubicBezTo>
                  <a:pt x="3855" y="8"/>
                  <a:pt x="3869" y="12"/>
                  <a:pt x="3883" y="18"/>
                </a:cubicBezTo>
                <a:cubicBezTo>
                  <a:pt x="3897" y="23"/>
                  <a:pt x="3910" y="30"/>
                  <a:pt x="3922" y="39"/>
                </a:cubicBezTo>
                <a:cubicBezTo>
                  <a:pt x="3935" y="47"/>
                  <a:pt x="3946" y="56"/>
                  <a:pt x="3957" y="67"/>
                </a:cubicBezTo>
                <a:cubicBezTo>
                  <a:pt x="3967" y="77"/>
                  <a:pt x="3977" y="89"/>
                  <a:pt x="3985" y="101"/>
                </a:cubicBezTo>
                <a:cubicBezTo>
                  <a:pt x="3993" y="114"/>
                  <a:pt x="4000" y="127"/>
                  <a:pt x="4006" y="140"/>
                </a:cubicBezTo>
                <a:cubicBezTo>
                  <a:pt x="4011" y="154"/>
                  <a:pt x="4016" y="168"/>
                  <a:pt x="4019" y="183"/>
                </a:cubicBezTo>
                <a:cubicBezTo>
                  <a:pt x="4022" y="198"/>
                  <a:pt x="4023" y="213"/>
                  <a:pt x="4023" y="228"/>
                </a:cubicBezTo>
                <a:lnTo>
                  <a:pt x="4023" y="2341"/>
                </a:lnTo>
                <a:cubicBezTo>
                  <a:pt x="4023" y="2356"/>
                  <a:pt x="4022" y="2371"/>
                  <a:pt x="4019" y="2385"/>
                </a:cubicBezTo>
                <a:cubicBezTo>
                  <a:pt x="4016" y="2400"/>
                  <a:pt x="4011" y="2414"/>
                  <a:pt x="4006" y="2428"/>
                </a:cubicBezTo>
                <a:cubicBezTo>
                  <a:pt x="4000" y="2442"/>
                  <a:pt x="3993" y="2455"/>
                  <a:pt x="3985" y="2467"/>
                </a:cubicBezTo>
                <a:cubicBezTo>
                  <a:pt x="3977" y="2479"/>
                  <a:pt x="3967" y="2491"/>
                  <a:pt x="3957" y="2501"/>
                </a:cubicBezTo>
                <a:cubicBezTo>
                  <a:pt x="3946" y="2512"/>
                  <a:pt x="3935" y="2521"/>
                  <a:pt x="3922" y="2530"/>
                </a:cubicBezTo>
                <a:cubicBezTo>
                  <a:pt x="3910" y="2538"/>
                  <a:pt x="3897" y="2545"/>
                  <a:pt x="3883" y="2551"/>
                </a:cubicBezTo>
                <a:cubicBezTo>
                  <a:pt x="3869" y="2556"/>
                  <a:pt x="3855" y="2561"/>
                  <a:pt x="3840" y="2564"/>
                </a:cubicBezTo>
                <a:cubicBezTo>
                  <a:pt x="3826" y="2566"/>
                  <a:pt x="3811" y="2568"/>
                  <a:pt x="3796" y="2568"/>
                </a:cubicBezTo>
                <a:lnTo>
                  <a:pt x="227" y="2568"/>
                </a:lnTo>
                <a:cubicBezTo>
                  <a:pt x="212" y="2568"/>
                  <a:pt x="197" y="2566"/>
                  <a:pt x="183" y="2564"/>
                </a:cubicBezTo>
                <a:cubicBezTo>
                  <a:pt x="168" y="2561"/>
                  <a:pt x="154" y="2556"/>
                  <a:pt x="140" y="2551"/>
                </a:cubicBezTo>
                <a:cubicBezTo>
                  <a:pt x="127" y="2545"/>
                  <a:pt x="114" y="2538"/>
                  <a:pt x="101" y="2530"/>
                </a:cubicBezTo>
                <a:cubicBezTo>
                  <a:pt x="89" y="2521"/>
                  <a:pt x="77" y="2512"/>
                  <a:pt x="67" y="2501"/>
                </a:cubicBezTo>
                <a:cubicBezTo>
                  <a:pt x="56" y="2491"/>
                  <a:pt x="47" y="2479"/>
                  <a:pt x="39" y="2467"/>
                </a:cubicBezTo>
                <a:cubicBezTo>
                  <a:pt x="30" y="2455"/>
                  <a:pt x="23" y="2442"/>
                  <a:pt x="18" y="2428"/>
                </a:cubicBezTo>
                <a:cubicBezTo>
                  <a:pt x="12" y="2414"/>
                  <a:pt x="8" y="2400"/>
                  <a:pt x="5" y="2385"/>
                </a:cubicBezTo>
                <a:cubicBezTo>
                  <a:pt x="2" y="2371"/>
                  <a:pt x="0" y="2356"/>
                  <a:pt x="0" y="2341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4006800" y="3487680"/>
            <a:ext cx="93204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Contact Us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5609520" y="3318120"/>
            <a:ext cx="5418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c9b4ff"/>
                </a:solidFill>
                <a:latin typeface="Inter-Semi"/>
                <a:ea typeface="Inter-Semi"/>
              </a:rPr>
              <a:t>S T A T U S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5609520" y="3468240"/>
            <a:ext cx="91224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ffffff"/>
                </a:solidFill>
                <a:latin typeface="Inter-Semi"/>
                <a:ea typeface="Inter-Semi"/>
              </a:rPr>
              <a:t>Almost ready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0" name=""/>
          <p:cNvSpPr txBox="1"/>
          <p:nvPr/>
        </p:nvSpPr>
        <p:spPr>
          <a:xfrm>
            <a:off x="647640" y="4334040"/>
            <a:ext cx="22381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50" spc="-1" strike="noStrike">
                <a:solidFill>
                  <a:srgbClr val="0e0e14"/>
                </a:solidFill>
                <a:latin typeface="Inter-Semi"/>
                <a:ea typeface="Inter-Semi"/>
              </a:rPr>
              <a:t>Received from you, thank you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909360" y="5965920"/>
            <a:ext cx="16297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c9b4ff"/>
                </a:solidFill>
                <a:latin typeface="Inter-Semi"/>
                <a:ea typeface="Inter-Semi"/>
              </a:rPr>
              <a:t>O U R   P R O M I S E   T O   Y O U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909360" y="6174720"/>
            <a:ext cx="501012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300" spc="-1" strike="noStrike">
                <a:solidFill>
                  <a:srgbClr val="ffffff"/>
                </a:solidFill>
                <a:latin typeface="PlayfairDisplay-Medium"/>
                <a:ea typeface="PlayfairDisplay-Medium"/>
              </a:rPr>
              <a:t>Your domain, hosting and email are in your name, and you own them.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909360" y="6573240"/>
            <a:ext cx="93960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ffffff"/>
                </a:solidFill>
                <a:latin typeface="Inter-Semi"/>
                <a:ea typeface="Inter-Semi"/>
              </a:rPr>
              <a:t>You buy directly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909360" y="6740640"/>
            <a:ext cx="17654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d9d5d6"/>
                </a:solidFill>
                <a:latin typeface="Inter"/>
                <a:ea typeface="Inter"/>
              </a:rPr>
              <a:t>From the provider, in GFXT's name.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909360" y="6902640"/>
            <a:ext cx="11804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d9d5d6"/>
                </a:solidFill>
                <a:latin typeface="Inter"/>
                <a:ea typeface="Inter"/>
              </a:rPr>
              <a:t>We take no commission.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6" name=""/>
          <p:cNvSpPr txBox="1"/>
          <p:nvPr/>
        </p:nvSpPr>
        <p:spPr>
          <a:xfrm>
            <a:off x="2872080" y="6573240"/>
            <a:ext cx="69732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ffffff"/>
                </a:solidFill>
                <a:latin typeface="Inter-Semi"/>
                <a:ea typeface="Inter-Semi"/>
              </a:rPr>
              <a:t>We set it up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2872080" y="6740640"/>
            <a:ext cx="16725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d9d5d6"/>
                </a:solidFill>
                <a:latin typeface="Inter"/>
                <a:ea typeface="Inter"/>
              </a:rPr>
              <a:t>We configure everything and hand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8" name=""/>
          <p:cNvSpPr txBox="1"/>
          <p:nvPr/>
        </p:nvSpPr>
        <p:spPr>
          <a:xfrm>
            <a:off x="2872080" y="6902640"/>
            <a:ext cx="697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d9d5d6"/>
                </a:solidFill>
                <a:latin typeface="Inter"/>
                <a:ea typeface="Inter"/>
              </a:rPr>
              <a:t>over all logins.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9" name=""/>
          <p:cNvSpPr txBox="1"/>
          <p:nvPr/>
        </p:nvSpPr>
        <p:spPr>
          <a:xfrm>
            <a:off x="4834800" y="6573240"/>
            <a:ext cx="108432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ffffff"/>
                </a:solidFill>
                <a:latin typeface="Inter-Semi"/>
                <a:ea typeface="Inter-Semi"/>
              </a:rPr>
              <a:t>You stay in control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4834800" y="6740640"/>
            <a:ext cx="14666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d9d5d6"/>
                </a:solidFill>
                <a:latin typeface="Inter"/>
                <a:ea typeface="Inter"/>
              </a:rPr>
              <a:t>You can change passwords or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4834800" y="6902640"/>
            <a:ext cx="15123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d9d5d6"/>
                </a:solidFill>
                <a:latin typeface="Inter"/>
                <a:ea typeface="Inter"/>
              </a:rPr>
              <a:t>remove our access at any time.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845640" y="4635000"/>
            <a:ext cx="2637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CEO &amp; COO photos for the Management page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3" name=""/>
          <p:cNvSpPr txBox="1"/>
          <p:nvPr/>
        </p:nvSpPr>
        <p:spPr>
          <a:xfrm>
            <a:off x="647640" y="462924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845640" y="4920480"/>
            <a:ext cx="18493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Client logos for the Clients page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647640" y="492480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845640" y="5215680"/>
            <a:ext cx="936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Portfolio images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647640" y="521028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647640" y="647280"/>
            <a:ext cx="107352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WELCOME PACK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6350040" y="10286640"/>
            <a:ext cx="4838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4 of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2" name=""/>
          <p:cNvSpPr/>
          <p:nvPr/>
        </p:nvSpPr>
        <p:spPr>
          <a:xfrm>
            <a:off x="647640" y="143820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53" name=""/>
          <p:cNvSpPr/>
          <p:nvPr/>
        </p:nvSpPr>
        <p:spPr>
          <a:xfrm>
            <a:off x="647640" y="1438200"/>
            <a:ext cx="8280" cy="8280"/>
          </a:xfrm>
          <a:custGeom>
            <a:avLst/>
            <a:gdLst/>
            <a:ahLst/>
            <a:rect l="0" t="0" r="r" b="b"/>
            <a:pathLst>
              <a:path w="23" h="23">
                <a:moveTo>
                  <a:pt x="11" y="0"/>
                </a:moveTo>
                <a:lnTo>
                  <a:pt x="0" y="11"/>
                </a:lnTo>
                <a:lnTo>
                  <a:pt x="0" y="23"/>
                </a:lnTo>
                <a:lnTo>
                  <a:pt x="23" y="0"/>
                </a:lnTo>
                <a:lnTo>
                  <a:pt x="11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54" name=""/>
          <p:cNvSpPr/>
          <p:nvPr/>
        </p:nvSpPr>
        <p:spPr>
          <a:xfrm>
            <a:off x="647640" y="143820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3" y="0"/>
                </a:moveTo>
                <a:lnTo>
                  <a:pt x="0" y="22"/>
                </a:lnTo>
                <a:lnTo>
                  <a:pt x="0" y="35"/>
                </a:lnTo>
                <a:lnTo>
                  <a:pt x="35" y="0"/>
                </a:lnTo>
                <a:lnTo>
                  <a:pt x="23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55" name=""/>
          <p:cNvSpPr/>
          <p:nvPr/>
        </p:nvSpPr>
        <p:spPr>
          <a:xfrm>
            <a:off x="647640" y="1438200"/>
            <a:ext cx="16560" cy="16560"/>
          </a:xfrm>
          <a:custGeom>
            <a:avLst/>
            <a:gdLst/>
            <a:ahLst/>
            <a:rect l="0" t="0" r="r" b="b"/>
            <a:pathLst>
              <a:path w="46" h="46">
                <a:moveTo>
                  <a:pt x="35" y="0"/>
                </a:moveTo>
                <a:lnTo>
                  <a:pt x="0" y="35"/>
                </a:lnTo>
                <a:lnTo>
                  <a:pt x="0" y="46"/>
                </a:lnTo>
                <a:lnTo>
                  <a:pt x="46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56" name=""/>
          <p:cNvSpPr/>
          <p:nvPr/>
        </p:nvSpPr>
        <p:spPr>
          <a:xfrm>
            <a:off x="647640" y="143820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5" y="0"/>
                </a:moveTo>
                <a:lnTo>
                  <a:pt x="0" y="46"/>
                </a:lnTo>
                <a:lnTo>
                  <a:pt x="0" y="54"/>
                </a:lnTo>
                <a:lnTo>
                  <a:pt x="54" y="0"/>
                </a:lnTo>
                <a:lnTo>
                  <a:pt x="45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57" name=""/>
          <p:cNvSpPr/>
          <p:nvPr/>
        </p:nvSpPr>
        <p:spPr>
          <a:xfrm>
            <a:off x="6476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4" y="54"/>
                </a:lnTo>
                <a:lnTo>
                  <a:pt x="5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58" name=""/>
          <p:cNvSpPr/>
          <p:nvPr/>
        </p:nvSpPr>
        <p:spPr>
          <a:xfrm>
            <a:off x="64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59" name=""/>
          <p:cNvSpPr/>
          <p:nvPr/>
        </p:nvSpPr>
        <p:spPr>
          <a:xfrm>
            <a:off x="65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0" name=""/>
          <p:cNvSpPr/>
          <p:nvPr/>
        </p:nvSpPr>
        <p:spPr>
          <a:xfrm>
            <a:off x="65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1" name=""/>
          <p:cNvSpPr/>
          <p:nvPr/>
        </p:nvSpPr>
        <p:spPr>
          <a:xfrm>
            <a:off x="66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2" name=""/>
          <p:cNvSpPr/>
          <p:nvPr/>
        </p:nvSpPr>
        <p:spPr>
          <a:xfrm>
            <a:off x="66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3" name=""/>
          <p:cNvSpPr/>
          <p:nvPr/>
        </p:nvSpPr>
        <p:spPr>
          <a:xfrm>
            <a:off x="669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4" name=""/>
          <p:cNvSpPr/>
          <p:nvPr/>
        </p:nvSpPr>
        <p:spPr>
          <a:xfrm>
            <a:off x="67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5" name=""/>
          <p:cNvSpPr/>
          <p:nvPr/>
        </p:nvSpPr>
        <p:spPr>
          <a:xfrm>
            <a:off x="6775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6" name=""/>
          <p:cNvSpPr/>
          <p:nvPr/>
        </p:nvSpPr>
        <p:spPr>
          <a:xfrm>
            <a:off x="68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7" name=""/>
          <p:cNvSpPr/>
          <p:nvPr/>
        </p:nvSpPr>
        <p:spPr>
          <a:xfrm>
            <a:off x="68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8" name=""/>
          <p:cNvSpPr/>
          <p:nvPr/>
        </p:nvSpPr>
        <p:spPr>
          <a:xfrm>
            <a:off x="68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9" name=""/>
          <p:cNvSpPr/>
          <p:nvPr/>
        </p:nvSpPr>
        <p:spPr>
          <a:xfrm>
            <a:off x="69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0" name=""/>
          <p:cNvSpPr/>
          <p:nvPr/>
        </p:nvSpPr>
        <p:spPr>
          <a:xfrm>
            <a:off x="69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1" name=""/>
          <p:cNvSpPr/>
          <p:nvPr/>
        </p:nvSpPr>
        <p:spPr>
          <a:xfrm>
            <a:off x="702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2" name=""/>
          <p:cNvSpPr/>
          <p:nvPr/>
        </p:nvSpPr>
        <p:spPr>
          <a:xfrm>
            <a:off x="70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3" name=""/>
          <p:cNvSpPr/>
          <p:nvPr/>
        </p:nvSpPr>
        <p:spPr>
          <a:xfrm>
            <a:off x="710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4" name=""/>
          <p:cNvSpPr/>
          <p:nvPr/>
        </p:nvSpPr>
        <p:spPr>
          <a:xfrm>
            <a:off x="714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5" name=""/>
          <p:cNvSpPr/>
          <p:nvPr/>
        </p:nvSpPr>
        <p:spPr>
          <a:xfrm>
            <a:off x="71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6" name=""/>
          <p:cNvSpPr/>
          <p:nvPr/>
        </p:nvSpPr>
        <p:spPr>
          <a:xfrm>
            <a:off x="72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7" name=""/>
          <p:cNvSpPr/>
          <p:nvPr/>
        </p:nvSpPr>
        <p:spPr>
          <a:xfrm>
            <a:off x="72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8" name=""/>
          <p:cNvSpPr/>
          <p:nvPr/>
        </p:nvSpPr>
        <p:spPr>
          <a:xfrm>
            <a:off x="73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9" name=""/>
          <p:cNvSpPr/>
          <p:nvPr/>
        </p:nvSpPr>
        <p:spPr>
          <a:xfrm>
            <a:off x="73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0" name=""/>
          <p:cNvSpPr/>
          <p:nvPr/>
        </p:nvSpPr>
        <p:spPr>
          <a:xfrm>
            <a:off x="73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1" name=""/>
          <p:cNvSpPr/>
          <p:nvPr/>
        </p:nvSpPr>
        <p:spPr>
          <a:xfrm>
            <a:off x="74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2" name=""/>
          <p:cNvSpPr/>
          <p:nvPr/>
        </p:nvSpPr>
        <p:spPr>
          <a:xfrm>
            <a:off x="74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3" name=""/>
          <p:cNvSpPr/>
          <p:nvPr/>
        </p:nvSpPr>
        <p:spPr>
          <a:xfrm>
            <a:off x="75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4" name=""/>
          <p:cNvSpPr/>
          <p:nvPr/>
        </p:nvSpPr>
        <p:spPr>
          <a:xfrm>
            <a:off x="75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5" name=""/>
          <p:cNvSpPr/>
          <p:nvPr/>
        </p:nvSpPr>
        <p:spPr>
          <a:xfrm>
            <a:off x="75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6" name=""/>
          <p:cNvSpPr/>
          <p:nvPr/>
        </p:nvSpPr>
        <p:spPr>
          <a:xfrm>
            <a:off x="76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7" name=""/>
          <p:cNvSpPr/>
          <p:nvPr/>
        </p:nvSpPr>
        <p:spPr>
          <a:xfrm>
            <a:off x="767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8" name=""/>
          <p:cNvSpPr/>
          <p:nvPr/>
        </p:nvSpPr>
        <p:spPr>
          <a:xfrm>
            <a:off x="77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9" name=""/>
          <p:cNvSpPr/>
          <p:nvPr/>
        </p:nvSpPr>
        <p:spPr>
          <a:xfrm>
            <a:off x="77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0" name=""/>
          <p:cNvSpPr/>
          <p:nvPr/>
        </p:nvSpPr>
        <p:spPr>
          <a:xfrm>
            <a:off x="77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1" name=""/>
          <p:cNvSpPr/>
          <p:nvPr/>
        </p:nvSpPr>
        <p:spPr>
          <a:xfrm>
            <a:off x="78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2" name=""/>
          <p:cNvSpPr/>
          <p:nvPr/>
        </p:nvSpPr>
        <p:spPr>
          <a:xfrm>
            <a:off x="78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3" name=""/>
          <p:cNvSpPr/>
          <p:nvPr/>
        </p:nvSpPr>
        <p:spPr>
          <a:xfrm>
            <a:off x="792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4" name=""/>
          <p:cNvSpPr/>
          <p:nvPr/>
        </p:nvSpPr>
        <p:spPr>
          <a:xfrm>
            <a:off x="79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5" name=""/>
          <p:cNvSpPr/>
          <p:nvPr/>
        </p:nvSpPr>
        <p:spPr>
          <a:xfrm>
            <a:off x="800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6" name=""/>
          <p:cNvSpPr/>
          <p:nvPr/>
        </p:nvSpPr>
        <p:spPr>
          <a:xfrm>
            <a:off x="804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7" name=""/>
          <p:cNvSpPr/>
          <p:nvPr/>
        </p:nvSpPr>
        <p:spPr>
          <a:xfrm>
            <a:off x="80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8" name=""/>
          <p:cNvSpPr/>
          <p:nvPr/>
        </p:nvSpPr>
        <p:spPr>
          <a:xfrm>
            <a:off x="81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9" name=""/>
          <p:cNvSpPr/>
          <p:nvPr/>
        </p:nvSpPr>
        <p:spPr>
          <a:xfrm>
            <a:off x="81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0" name=""/>
          <p:cNvSpPr/>
          <p:nvPr/>
        </p:nvSpPr>
        <p:spPr>
          <a:xfrm>
            <a:off x="82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1" name=""/>
          <p:cNvSpPr/>
          <p:nvPr/>
        </p:nvSpPr>
        <p:spPr>
          <a:xfrm>
            <a:off x="82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2" name=""/>
          <p:cNvSpPr/>
          <p:nvPr/>
        </p:nvSpPr>
        <p:spPr>
          <a:xfrm>
            <a:off x="82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3" name=""/>
          <p:cNvSpPr/>
          <p:nvPr/>
        </p:nvSpPr>
        <p:spPr>
          <a:xfrm>
            <a:off x="83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4" name=""/>
          <p:cNvSpPr/>
          <p:nvPr/>
        </p:nvSpPr>
        <p:spPr>
          <a:xfrm>
            <a:off x="837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5" name=""/>
          <p:cNvSpPr/>
          <p:nvPr/>
        </p:nvSpPr>
        <p:spPr>
          <a:xfrm>
            <a:off x="84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6" name=""/>
          <p:cNvSpPr/>
          <p:nvPr/>
        </p:nvSpPr>
        <p:spPr>
          <a:xfrm>
            <a:off x="845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7" name=""/>
          <p:cNvSpPr/>
          <p:nvPr/>
        </p:nvSpPr>
        <p:spPr>
          <a:xfrm>
            <a:off x="84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8" name=""/>
          <p:cNvSpPr/>
          <p:nvPr/>
        </p:nvSpPr>
        <p:spPr>
          <a:xfrm>
            <a:off x="85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9" name=""/>
          <p:cNvSpPr/>
          <p:nvPr/>
        </p:nvSpPr>
        <p:spPr>
          <a:xfrm>
            <a:off x="857520" y="143820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0" name=""/>
          <p:cNvSpPr/>
          <p:nvPr/>
        </p:nvSpPr>
        <p:spPr>
          <a:xfrm>
            <a:off x="86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1" name=""/>
          <p:cNvSpPr/>
          <p:nvPr/>
        </p:nvSpPr>
        <p:spPr>
          <a:xfrm>
            <a:off x="867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2" name=""/>
          <p:cNvSpPr/>
          <p:nvPr/>
        </p:nvSpPr>
        <p:spPr>
          <a:xfrm>
            <a:off x="87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3" name=""/>
          <p:cNvSpPr/>
          <p:nvPr/>
        </p:nvSpPr>
        <p:spPr>
          <a:xfrm>
            <a:off x="87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4" name=""/>
          <p:cNvSpPr/>
          <p:nvPr/>
        </p:nvSpPr>
        <p:spPr>
          <a:xfrm>
            <a:off x="8740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5" name=""/>
          <p:cNvSpPr/>
          <p:nvPr/>
        </p:nvSpPr>
        <p:spPr>
          <a:xfrm>
            <a:off x="87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6" name=""/>
          <p:cNvSpPr/>
          <p:nvPr/>
        </p:nvSpPr>
        <p:spPr>
          <a:xfrm>
            <a:off x="87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7" name=""/>
          <p:cNvSpPr/>
          <p:nvPr/>
        </p:nvSpPr>
        <p:spPr>
          <a:xfrm>
            <a:off x="88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8" name=""/>
          <p:cNvSpPr/>
          <p:nvPr/>
        </p:nvSpPr>
        <p:spPr>
          <a:xfrm>
            <a:off x="88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9" name=""/>
          <p:cNvSpPr/>
          <p:nvPr/>
        </p:nvSpPr>
        <p:spPr>
          <a:xfrm>
            <a:off x="88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0" name=""/>
          <p:cNvSpPr/>
          <p:nvPr/>
        </p:nvSpPr>
        <p:spPr>
          <a:xfrm>
            <a:off x="88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1" name=""/>
          <p:cNvSpPr/>
          <p:nvPr/>
        </p:nvSpPr>
        <p:spPr>
          <a:xfrm>
            <a:off x="88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2" name=""/>
          <p:cNvSpPr/>
          <p:nvPr/>
        </p:nvSpPr>
        <p:spPr>
          <a:xfrm>
            <a:off x="89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3" name=""/>
          <p:cNvSpPr/>
          <p:nvPr/>
        </p:nvSpPr>
        <p:spPr>
          <a:xfrm>
            <a:off x="89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4" name=""/>
          <p:cNvSpPr/>
          <p:nvPr/>
        </p:nvSpPr>
        <p:spPr>
          <a:xfrm>
            <a:off x="89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5" name=""/>
          <p:cNvSpPr/>
          <p:nvPr/>
        </p:nvSpPr>
        <p:spPr>
          <a:xfrm>
            <a:off x="896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6" name=""/>
          <p:cNvSpPr/>
          <p:nvPr/>
        </p:nvSpPr>
        <p:spPr>
          <a:xfrm>
            <a:off x="89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7" name=""/>
          <p:cNvSpPr/>
          <p:nvPr/>
        </p:nvSpPr>
        <p:spPr>
          <a:xfrm>
            <a:off x="90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8" name=""/>
          <p:cNvSpPr/>
          <p:nvPr/>
        </p:nvSpPr>
        <p:spPr>
          <a:xfrm>
            <a:off x="9025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9" name=""/>
          <p:cNvSpPr/>
          <p:nvPr/>
        </p:nvSpPr>
        <p:spPr>
          <a:xfrm>
            <a:off x="90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0" name=""/>
          <p:cNvSpPr/>
          <p:nvPr/>
        </p:nvSpPr>
        <p:spPr>
          <a:xfrm>
            <a:off x="906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1" name=""/>
          <p:cNvSpPr/>
          <p:nvPr/>
        </p:nvSpPr>
        <p:spPr>
          <a:xfrm>
            <a:off x="90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2" name=""/>
          <p:cNvSpPr/>
          <p:nvPr/>
        </p:nvSpPr>
        <p:spPr>
          <a:xfrm>
            <a:off x="91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3" name=""/>
          <p:cNvSpPr/>
          <p:nvPr/>
        </p:nvSpPr>
        <p:spPr>
          <a:xfrm>
            <a:off x="912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4" name=""/>
          <p:cNvSpPr/>
          <p:nvPr/>
        </p:nvSpPr>
        <p:spPr>
          <a:xfrm>
            <a:off x="91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5" name=""/>
          <p:cNvSpPr/>
          <p:nvPr/>
        </p:nvSpPr>
        <p:spPr>
          <a:xfrm>
            <a:off x="91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6" name=""/>
          <p:cNvSpPr/>
          <p:nvPr/>
        </p:nvSpPr>
        <p:spPr>
          <a:xfrm>
            <a:off x="91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7" name=""/>
          <p:cNvSpPr/>
          <p:nvPr/>
        </p:nvSpPr>
        <p:spPr>
          <a:xfrm>
            <a:off x="92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8" name=""/>
          <p:cNvSpPr/>
          <p:nvPr/>
        </p:nvSpPr>
        <p:spPr>
          <a:xfrm>
            <a:off x="92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9" name=""/>
          <p:cNvSpPr/>
          <p:nvPr/>
        </p:nvSpPr>
        <p:spPr>
          <a:xfrm>
            <a:off x="92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0" name=""/>
          <p:cNvSpPr/>
          <p:nvPr/>
        </p:nvSpPr>
        <p:spPr>
          <a:xfrm>
            <a:off x="92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1" name=""/>
          <p:cNvSpPr/>
          <p:nvPr/>
        </p:nvSpPr>
        <p:spPr>
          <a:xfrm>
            <a:off x="92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2" name=""/>
          <p:cNvSpPr/>
          <p:nvPr/>
        </p:nvSpPr>
        <p:spPr>
          <a:xfrm>
            <a:off x="93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3" name=""/>
          <p:cNvSpPr/>
          <p:nvPr/>
        </p:nvSpPr>
        <p:spPr>
          <a:xfrm>
            <a:off x="93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4" name=""/>
          <p:cNvSpPr/>
          <p:nvPr/>
        </p:nvSpPr>
        <p:spPr>
          <a:xfrm>
            <a:off x="935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5" name=""/>
          <p:cNvSpPr/>
          <p:nvPr/>
        </p:nvSpPr>
        <p:spPr>
          <a:xfrm>
            <a:off x="93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6" name=""/>
          <p:cNvSpPr/>
          <p:nvPr/>
        </p:nvSpPr>
        <p:spPr>
          <a:xfrm>
            <a:off x="93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7" name=""/>
          <p:cNvSpPr/>
          <p:nvPr/>
        </p:nvSpPr>
        <p:spPr>
          <a:xfrm>
            <a:off x="941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8" name=""/>
          <p:cNvSpPr/>
          <p:nvPr/>
        </p:nvSpPr>
        <p:spPr>
          <a:xfrm>
            <a:off x="94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9" name=""/>
          <p:cNvSpPr/>
          <p:nvPr/>
        </p:nvSpPr>
        <p:spPr>
          <a:xfrm>
            <a:off x="945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0" name=""/>
          <p:cNvSpPr/>
          <p:nvPr/>
        </p:nvSpPr>
        <p:spPr>
          <a:xfrm>
            <a:off x="94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1" name=""/>
          <p:cNvSpPr/>
          <p:nvPr/>
        </p:nvSpPr>
        <p:spPr>
          <a:xfrm>
            <a:off x="949680" y="143820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2" name=""/>
          <p:cNvSpPr/>
          <p:nvPr/>
        </p:nvSpPr>
        <p:spPr>
          <a:xfrm>
            <a:off x="951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3" name=""/>
          <p:cNvSpPr/>
          <p:nvPr/>
        </p:nvSpPr>
        <p:spPr>
          <a:xfrm>
            <a:off x="95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4" name=""/>
          <p:cNvSpPr/>
          <p:nvPr/>
        </p:nvSpPr>
        <p:spPr>
          <a:xfrm>
            <a:off x="95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5" name=""/>
          <p:cNvSpPr/>
          <p:nvPr/>
        </p:nvSpPr>
        <p:spPr>
          <a:xfrm>
            <a:off x="95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6" name=""/>
          <p:cNvSpPr/>
          <p:nvPr/>
        </p:nvSpPr>
        <p:spPr>
          <a:xfrm>
            <a:off x="96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7" name=""/>
          <p:cNvSpPr/>
          <p:nvPr/>
        </p:nvSpPr>
        <p:spPr>
          <a:xfrm>
            <a:off x="96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8" name=""/>
          <p:cNvSpPr/>
          <p:nvPr/>
        </p:nvSpPr>
        <p:spPr>
          <a:xfrm>
            <a:off x="96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9" name=""/>
          <p:cNvSpPr/>
          <p:nvPr/>
        </p:nvSpPr>
        <p:spPr>
          <a:xfrm>
            <a:off x="96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0" name=""/>
          <p:cNvSpPr/>
          <p:nvPr/>
        </p:nvSpPr>
        <p:spPr>
          <a:xfrm>
            <a:off x="96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1" name=""/>
          <p:cNvSpPr/>
          <p:nvPr/>
        </p:nvSpPr>
        <p:spPr>
          <a:xfrm>
            <a:off x="97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2" name=""/>
          <p:cNvSpPr/>
          <p:nvPr/>
        </p:nvSpPr>
        <p:spPr>
          <a:xfrm>
            <a:off x="97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3" name=""/>
          <p:cNvSpPr/>
          <p:nvPr/>
        </p:nvSpPr>
        <p:spPr>
          <a:xfrm>
            <a:off x="97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4" name=""/>
          <p:cNvSpPr/>
          <p:nvPr/>
        </p:nvSpPr>
        <p:spPr>
          <a:xfrm>
            <a:off x="97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5" name=""/>
          <p:cNvSpPr/>
          <p:nvPr/>
        </p:nvSpPr>
        <p:spPr>
          <a:xfrm>
            <a:off x="97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6" name=""/>
          <p:cNvSpPr/>
          <p:nvPr/>
        </p:nvSpPr>
        <p:spPr>
          <a:xfrm>
            <a:off x="98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7" name=""/>
          <p:cNvSpPr/>
          <p:nvPr/>
        </p:nvSpPr>
        <p:spPr>
          <a:xfrm>
            <a:off x="98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8" name=""/>
          <p:cNvSpPr/>
          <p:nvPr/>
        </p:nvSpPr>
        <p:spPr>
          <a:xfrm>
            <a:off x="98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9" name=""/>
          <p:cNvSpPr/>
          <p:nvPr/>
        </p:nvSpPr>
        <p:spPr>
          <a:xfrm>
            <a:off x="98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0" name=""/>
          <p:cNvSpPr/>
          <p:nvPr/>
        </p:nvSpPr>
        <p:spPr>
          <a:xfrm>
            <a:off x="98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1" name=""/>
          <p:cNvSpPr/>
          <p:nvPr/>
        </p:nvSpPr>
        <p:spPr>
          <a:xfrm>
            <a:off x="99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2" name=""/>
          <p:cNvSpPr/>
          <p:nvPr/>
        </p:nvSpPr>
        <p:spPr>
          <a:xfrm>
            <a:off x="99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3" name=""/>
          <p:cNvSpPr/>
          <p:nvPr/>
        </p:nvSpPr>
        <p:spPr>
          <a:xfrm>
            <a:off x="99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4" name=""/>
          <p:cNvSpPr/>
          <p:nvPr/>
        </p:nvSpPr>
        <p:spPr>
          <a:xfrm>
            <a:off x="99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5" name=""/>
          <p:cNvSpPr/>
          <p:nvPr/>
        </p:nvSpPr>
        <p:spPr>
          <a:xfrm>
            <a:off x="99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6" name=""/>
          <p:cNvSpPr/>
          <p:nvPr/>
        </p:nvSpPr>
        <p:spPr>
          <a:xfrm>
            <a:off x="100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7" name=""/>
          <p:cNvSpPr/>
          <p:nvPr/>
        </p:nvSpPr>
        <p:spPr>
          <a:xfrm>
            <a:off x="100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8" name=""/>
          <p:cNvSpPr/>
          <p:nvPr/>
        </p:nvSpPr>
        <p:spPr>
          <a:xfrm>
            <a:off x="100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9" name=""/>
          <p:cNvSpPr/>
          <p:nvPr/>
        </p:nvSpPr>
        <p:spPr>
          <a:xfrm>
            <a:off x="100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0" name=""/>
          <p:cNvSpPr/>
          <p:nvPr/>
        </p:nvSpPr>
        <p:spPr>
          <a:xfrm>
            <a:off x="100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1" name=""/>
          <p:cNvSpPr/>
          <p:nvPr/>
        </p:nvSpPr>
        <p:spPr>
          <a:xfrm>
            <a:off x="101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2" name=""/>
          <p:cNvSpPr/>
          <p:nvPr/>
        </p:nvSpPr>
        <p:spPr>
          <a:xfrm>
            <a:off x="101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3" name=""/>
          <p:cNvSpPr/>
          <p:nvPr/>
        </p:nvSpPr>
        <p:spPr>
          <a:xfrm>
            <a:off x="101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4" name=""/>
          <p:cNvSpPr/>
          <p:nvPr/>
        </p:nvSpPr>
        <p:spPr>
          <a:xfrm>
            <a:off x="101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5" name=""/>
          <p:cNvSpPr/>
          <p:nvPr/>
        </p:nvSpPr>
        <p:spPr>
          <a:xfrm>
            <a:off x="101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6" name=""/>
          <p:cNvSpPr/>
          <p:nvPr/>
        </p:nvSpPr>
        <p:spPr>
          <a:xfrm>
            <a:off x="102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7" name=""/>
          <p:cNvSpPr/>
          <p:nvPr/>
        </p:nvSpPr>
        <p:spPr>
          <a:xfrm>
            <a:off x="102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8" name=""/>
          <p:cNvSpPr/>
          <p:nvPr/>
        </p:nvSpPr>
        <p:spPr>
          <a:xfrm>
            <a:off x="102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9" name=""/>
          <p:cNvSpPr/>
          <p:nvPr/>
        </p:nvSpPr>
        <p:spPr>
          <a:xfrm>
            <a:off x="102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0" name=""/>
          <p:cNvSpPr/>
          <p:nvPr/>
        </p:nvSpPr>
        <p:spPr>
          <a:xfrm>
            <a:off x="102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1" name=""/>
          <p:cNvSpPr/>
          <p:nvPr/>
        </p:nvSpPr>
        <p:spPr>
          <a:xfrm>
            <a:off x="103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2" name=""/>
          <p:cNvSpPr/>
          <p:nvPr/>
        </p:nvSpPr>
        <p:spPr>
          <a:xfrm>
            <a:off x="103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3" name=""/>
          <p:cNvSpPr/>
          <p:nvPr/>
        </p:nvSpPr>
        <p:spPr>
          <a:xfrm>
            <a:off x="103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4" name=""/>
          <p:cNvSpPr/>
          <p:nvPr/>
        </p:nvSpPr>
        <p:spPr>
          <a:xfrm>
            <a:off x="103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5" name=""/>
          <p:cNvSpPr/>
          <p:nvPr/>
        </p:nvSpPr>
        <p:spPr>
          <a:xfrm>
            <a:off x="103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6" name=""/>
          <p:cNvSpPr/>
          <p:nvPr/>
        </p:nvSpPr>
        <p:spPr>
          <a:xfrm>
            <a:off x="1041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7" name=""/>
          <p:cNvSpPr/>
          <p:nvPr/>
        </p:nvSpPr>
        <p:spPr>
          <a:xfrm>
            <a:off x="104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8" name=""/>
          <p:cNvSpPr/>
          <p:nvPr/>
        </p:nvSpPr>
        <p:spPr>
          <a:xfrm>
            <a:off x="104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9" name=""/>
          <p:cNvSpPr/>
          <p:nvPr/>
        </p:nvSpPr>
        <p:spPr>
          <a:xfrm>
            <a:off x="104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0" name=""/>
          <p:cNvSpPr/>
          <p:nvPr/>
        </p:nvSpPr>
        <p:spPr>
          <a:xfrm>
            <a:off x="105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1" name=""/>
          <p:cNvSpPr/>
          <p:nvPr/>
        </p:nvSpPr>
        <p:spPr>
          <a:xfrm>
            <a:off x="105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2" name=""/>
          <p:cNvSpPr/>
          <p:nvPr/>
        </p:nvSpPr>
        <p:spPr>
          <a:xfrm>
            <a:off x="105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3" name=""/>
          <p:cNvSpPr/>
          <p:nvPr/>
        </p:nvSpPr>
        <p:spPr>
          <a:xfrm>
            <a:off x="105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4" name=""/>
          <p:cNvSpPr/>
          <p:nvPr/>
        </p:nvSpPr>
        <p:spPr>
          <a:xfrm>
            <a:off x="105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5" name=""/>
          <p:cNvSpPr/>
          <p:nvPr/>
        </p:nvSpPr>
        <p:spPr>
          <a:xfrm>
            <a:off x="106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6" name=""/>
          <p:cNvSpPr/>
          <p:nvPr/>
        </p:nvSpPr>
        <p:spPr>
          <a:xfrm>
            <a:off x="106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7" name=""/>
          <p:cNvSpPr/>
          <p:nvPr/>
        </p:nvSpPr>
        <p:spPr>
          <a:xfrm>
            <a:off x="1064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8" name=""/>
          <p:cNvSpPr/>
          <p:nvPr/>
        </p:nvSpPr>
        <p:spPr>
          <a:xfrm>
            <a:off x="106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9" name=""/>
          <p:cNvSpPr/>
          <p:nvPr/>
        </p:nvSpPr>
        <p:spPr>
          <a:xfrm>
            <a:off x="106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0" name=""/>
          <p:cNvSpPr/>
          <p:nvPr/>
        </p:nvSpPr>
        <p:spPr>
          <a:xfrm>
            <a:off x="1070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1" name=""/>
          <p:cNvSpPr/>
          <p:nvPr/>
        </p:nvSpPr>
        <p:spPr>
          <a:xfrm>
            <a:off x="107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2" name=""/>
          <p:cNvSpPr/>
          <p:nvPr/>
        </p:nvSpPr>
        <p:spPr>
          <a:xfrm>
            <a:off x="1074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3" name=""/>
          <p:cNvSpPr/>
          <p:nvPr/>
        </p:nvSpPr>
        <p:spPr>
          <a:xfrm>
            <a:off x="107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4" name=""/>
          <p:cNvSpPr/>
          <p:nvPr/>
        </p:nvSpPr>
        <p:spPr>
          <a:xfrm>
            <a:off x="107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5" name=""/>
          <p:cNvSpPr/>
          <p:nvPr/>
        </p:nvSpPr>
        <p:spPr>
          <a:xfrm>
            <a:off x="1080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6" name=""/>
          <p:cNvSpPr/>
          <p:nvPr/>
        </p:nvSpPr>
        <p:spPr>
          <a:xfrm>
            <a:off x="108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7" name=""/>
          <p:cNvSpPr/>
          <p:nvPr/>
        </p:nvSpPr>
        <p:spPr>
          <a:xfrm>
            <a:off x="108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8" name=""/>
          <p:cNvSpPr/>
          <p:nvPr/>
        </p:nvSpPr>
        <p:spPr>
          <a:xfrm>
            <a:off x="108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9" name=""/>
          <p:cNvSpPr/>
          <p:nvPr/>
        </p:nvSpPr>
        <p:spPr>
          <a:xfrm>
            <a:off x="108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0" name=""/>
          <p:cNvSpPr/>
          <p:nvPr/>
        </p:nvSpPr>
        <p:spPr>
          <a:xfrm>
            <a:off x="109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1" name=""/>
          <p:cNvSpPr/>
          <p:nvPr/>
        </p:nvSpPr>
        <p:spPr>
          <a:xfrm>
            <a:off x="109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2" name=""/>
          <p:cNvSpPr/>
          <p:nvPr/>
        </p:nvSpPr>
        <p:spPr>
          <a:xfrm>
            <a:off x="109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3" name=""/>
          <p:cNvSpPr/>
          <p:nvPr/>
        </p:nvSpPr>
        <p:spPr>
          <a:xfrm>
            <a:off x="109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4" name=""/>
          <p:cNvSpPr/>
          <p:nvPr/>
        </p:nvSpPr>
        <p:spPr>
          <a:xfrm>
            <a:off x="109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5" name=""/>
          <p:cNvSpPr/>
          <p:nvPr/>
        </p:nvSpPr>
        <p:spPr>
          <a:xfrm>
            <a:off x="110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6" name=""/>
          <p:cNvSpPr/>
          <p:nvPr/>
        </p:nvSpPr>
        <p:spPr>
          <a:xfrm>
            <a:off x="11034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7" name=""/>
          <p:cNvSpPr/>
          <p:nvPr/>
        </p:nvSpPr>
        <p:spPr>
          <a:xfrm>
            <a:off x="110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8" name=""/>
          <p:cNvSpPr/>
          <p:nvPr/>
        </p:nvSpPr>
        <p:spPr>
          <a:xfrm>
            <a:off x="11073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9" name=""/>
          <p:cNvSpPr/>
          <p:nvPr/>
        </p:nvSpPr>
        <p:spPr>
          <a:xfrm>
            <a:off x="1109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0" name=""/>
          <p:cNvSpPr/>
          <p:nvPr/>
        </p:nvSpPr>
        <p:spPr>
          <a:xfrm>
            <a:off x="111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1" name=""/>
          <p:cNvSpPr/>
          <p:nvPr/>
        </p:nvSpPr>
        <p:spPr>
          <a:xfrm>
            <a:off x="11134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2" name=""/>
          <p:cNvSpPr/>
          <p:nvPr/>
        </p:nvSpPr>
        <p:spPr>
          <a:xfrm>
            <a:off x="111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3" name=""/>
          <p:cNvSpPr/>
          <p:nvPr/>
        </p:nvSpPr>
        <p:spPr>
          <a:xfrm>
            <a:off x="111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4" name=""/>
          <p:cNvSpPr/>
          <p:nvPr/>
        </p:nvSpPr>
        <p:spPr>
          <a:xfrm>
            <a:off x="1119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5" name=""/>
          <p:cNvSpPr/>
          <p:nvPr/>
        </p:nvSpPr>
        <p:spPr>
          <a:xfrm>
            <a:off x="112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6" name=""/>
          <p:cNvSpPr/>
          <p:nvPr/>
        </p:nvSpPr>
        <p:spPr>
          <a:xfrm>
            <a:off x="112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7" name=""/>
          <p:cNvSpPr/>
          <p:nvPr/>
        </p:nvSpPr>
        <p:spPr>
          <a:xfrm>
            <a:off x="112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8" name=""/>
          <p:cNvSpPr/>
          <p:nvPr/>
        </p:nvSpPr>
        <p:spPr>
          <a:xfrm>
            <a:off x="112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9" name=""/>
          <p:cNvSpPr/>
          <p:nvPr/>
        </p:nvSpPr>
        <p:spPr>
          <a:xfrm>
            <a:off x="112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0" name=""/>
          <p:cNvSpPr/>
          <p:nvPr/>
        </p:nvSpPr>
        <p:spPr>
          <a:xfrm>
            <a:off x="11318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8" y="1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1" name=""/>
          <p:cNvSpPr/>
          <p:nvPr/>
        </p:nvSpPr>
        <p:spPr>
          <a:xfrm>
            <a:off x="1134000" y="1438560"/>
            <a:ext cx="18720" cy="19080"/>
          </a:xfrm>
          <a:custGeom>
            <a:avLst/>
            <a:gdLst/>
            <a:ahLst/>
            <a:rect l="0" t="0" r="r" b="b"/>
            <a:pathLst>
              <a:path w="52" h="53">
                <a:moveTo>
                  <a:pt x="52" y="0"/>
                </a:moveTo>
                <a:lnTo>
                  <a:pt x="0" y="53"/>
                </a:lnTo>
                <a:lnTo>
                  <a:pt x="5" y="53"/>
                </a:lnTo>
                <a:lnTo>
                  <a:pt x="52" y="6"/>
                </a:lnTo>
                <a:lnTo>
                  <a:pt x="52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2" name=""/>
          <p:cNvSpPr/>
          <p:nvPr/>
        </p:nvSpPr>
        <p:spPr>
          <a:xfrm>
            <a:off x="1135800" y="144072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47" y="0"/>
                </a:moveTo>
                <a:lnTo>
                  <a:pt x="0" y="47"/>
                </a:lnTo>
                <a:lnTo>
                  <a:pt x="6" y="47"/>
                </a:lnTo>
                <a:lnTo>
                  <a:pt x="47" y="6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3" name=""/>
          <p:cNvSpPr/>
          <p:nvPr/>
        </p:nvSpPr>
        <p:spPr>
          <a:xfrm>
            <a:off x="1137960" y="1442880"/>
            <a:ext cx="14760" cy="14760"/>
          </a:xfrm>
          <a:custGeom>
            <a:avLst/>
            <a:gdLst/>
            <a:ahLst/>
            <a:rect l="0" t="0" r="r" b="b"/>
            <a:pathLst>
              <a:path w="41" h="41">
                <a:moveTo>
                  <a:pt x="41" y="0"/>
                </a:moveTo>
                <a:lnTo>
                  <a:pt x="0" y="41"/>
                </a:lnTo>
                <a:lnTo>
                  <a:pt x="6" y="41"/>
                </a:lnTo>
                <a:lnTo>
                  <a:pt x="41" y="6"/>
                </a:lnTo>
                <a:lnTo>
                  <a:pt x="41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4" name=""/>
          <p:cNvSpPr/>
          <p:nvPr/>
        </p:nvSpPr>
        <p:spPr>
          <a:xfrm>
            <a:off x="1140120" y="144504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35" y="0"/>
                </a:moveTo>
                <a:lnTo>
                  <a:pt x="0" y="35"/>
                </a:lnTo>
                <a:lnTo>
                  <a:pt x="6" y="35"/>
                </a:lnTo>
                <a:lnTo>
                  <a:pt x="35" y="5"/>
                </a:lnTo>
                <a:lnTo>
                  <a:pt x="35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5" name=""/>
          <p:cNvSpPr/>
          <p:nvPr/>
        </p:nvSpPr>
        <p:spPr>
          <a:xfrm>
            <a:off x="1142280" y="1446840"/>
            <a:ext cx="10440" cy="10800"/>
          </a:xfrm>
          <a:custGeom>
            <a:avLst/>
            <a:gdLst/>
            <a:ahLst/>
            <a:rect l="0" t="0" r="r" b="b"/>
            <a:pathLst>
              <a:path w="29" h="30">
                <a:moveTo>
                  <a:pt x="29" y="0"/>
                </a:moveTo>
                <a:lnTo>
                  <a:pt x="0" y="30"/>
                </a:lnTo>
                <a:lnTo>
                  <a:pt x="6" y="30"/>
                </a:lnTo>
                <a:lnTo>
                  <a:pt x="29" y="6"/>
                </a:lnTo>
                <a:lnTo>
                  <a:pt x="29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6" name=""/>
          <p:cNvSpPr/>
          <p:nvPr/>
        </p:nvSpPr>
        <p:spPr>
          <a:xfrm>
            <a:off x="1144080" y="1449000"/>
            <a:ext cx="9000" cy="8640"/>
          </a:xfrm>
          <a:custGeom>
            <a:avLst/>
            <a:gdLst/>
            <a:ahLst/>
            <a:rect l="0" t="0" r="r" b="b"/>
            <a:pathLst>
              <a:path w="25" h="24">
                <a:moveTo>
                  <a:pt x="25" y="0"/>
                </a:moveTo>
                <a:lnTo>
                  <a:pt x="0" y="24"/>
                </a:lnTo>
                <a:lnTo>
                  <a:pt x="7" y="24"/>
                </a:lnTo>
                <a:lnTo>
                  <a:pt x="25" y="6"/>
                </a:lnTo>
                <a:lnTo>
                  <a:pt x="25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7" name=""/>
          <p:cNvSpPr/>
          <p:nvPr/>
        </p:nvSpPr>
        <p:spPr>
          <a:xfrm>
            <a:off x="1146240" y="145116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7" y="18"/>
                </a:lnTo>
                <a:lnTo>
                  <a:pt x="18" y="5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8" name=""/>
          <p:cNvSpPr/>
          <p:nvPr/>
        </p:nvSpPr>
        <p:spPr>
          <a:xfrm>
            <a:off x="1148400" y="1452960"/>
            <a:ext cx="4320" cy="4680"/>
          </a:xfrm>
          <a:custGeom>
            <a:avLst/>
            <a:gdLst/>
            <a:ahLst/>
            <a:rect l="0" t="0" r="r" b="b"/>
            <a:pathLst>
              <a:path w="12" h="13">
                <a:moveTo>
                  <a:pt x="12" y="0"/>
                </a:moveTo>
                <a:lnTo>
                  <a:pt x="0" y="13"/>
                </a:lnTo>
                <a:lnTo>
                  <a:pt x="5" y="13"/>
                </a:lnTo>
                <a:lnTo>
                  <a:pt x="12" y="6"/>
                </a:lnTo>
                <a:lnTo>
                  <a:pt x="12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9" name=""/>
          <p:cNvSpPr/>
          <p:nvPr/>
        </p:nvSpPr>
        <p:spPr>
          <a:xfrm>
            <a:off x="1150200" y="14551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7" y="0"/>
                </a:moveTo>
                <a:lnTo>
                  <a:pt x="0" y="8"/>
                </a:lnTo>
                <a:lnTo>
                  <a:pt x="7" y="8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0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1" name=""/>
          <p:cNvSpPr txBox="1"/>
          <p:nvPr/>
        </p:nvSpPr>
        <p:spPr>
          <a:xfrm>
            <a:off x="647640" y="858240"/>
            <a:ext cx="188748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6a26d8"/>
                </a:solidFill>
                <a:latin typeface="Inter-Semi"/>
                <a:ea typeface="Inter-Semi"/>
              </a:rPr>
              <a:t>0 3   ·   H O W   W E   G O   L I V 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2" name=""/>
          <p:cNvSpPr txBox="1"/>
          <p:nvPr/>
        </p:nvSpPr>
        <p:spPr>
          <a:xfrm>
            <a:off x="647640" y="1052280"/>
            <a:ext cx="338112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About five working days.</a:t>
            </a:r>
            <a:endParaRPr b="0" lang="en-US" sz="1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3" name=""/>
          <p:cNvSpPr/>
          <p:nvPr/>
        </p:nvSpPr>
        <p:spPr>
          <a:xfrm>
            <a:off x="652320" y="6310080"/>
            <a:ext cx="1981440" cy="886320"/>
          </a:xfrm>
          <a:custGeom>
            <a:avLst/>
            <a:gdLst/>
            <a:ahLst/>
            <a:rect l="0" t="0" r="r" b="b"/>
            <a:pathLst>
              <a:path w="5504" h="2462">
                <a:moveTo>
                  <a:pt x="0" y="2235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5"/>
                </a:cubicBezTo>
                <a:cubicBezTo>
                  <a:pt x="197" y="2"/>
                  <a:pt x="212" y="0"/>
                  <a:pt x="227" y="0"/>
                </a:cubicBezTo>
                <a:lnTo>
                  <a:pt x="5277" y="0"/>
                </a:lnTo>
                <a:cubicBezTo>
                  <a:pt x="5292" y="0"/>
                  <a:pt x="5307" y="2"/>
                  <a:pt x="5322" y="5"/>
                </a:cubicBezTo>
                <a:cubicBezTo>
                  <a:pt x="5336" y="7"/>
                  <a:pt x="5350" y="12"/>
                  <a:pt x="5364" y="17"/>
                </a:cubicBezTo>
                <a:cubicBezTo>
                  <a:pt x="5378" y="23"/>
                  <a:pt x="5391" y="30"/>
                  <a:pt x="5403" y="38"/>
                </a:cubicBezTo>
                <a:cubicBezTo>
                  <a:pt x="5416" y="47"/>
                  <a:pt x="5427" y="56"/>
                  <a:pt x="5438" y="67"/>
                </a:cubicBezTo>
                <a:cubicBezTo>
                  <a:pt x="5448" y="77"/>
                  <a:pt x="5458" y="89"/>
                  <a:pt x="5466" y="101"/>
                </a:cubicBezTo>
                <a:cubicBezTo>
                  <a:pt x="5474" y="113"/>
                  <a:pt x="5481" y="126"/>
                  <a:pt x="5487" y="140"/>
                </a:cubicBezTo>
                <a:cubicBezTo>
                  <a:pt x="5493" y="154"/>
                  <a:pt x="5497" y="168"/>
                  <a:pt x="5500" y="183"/>
                </a:cubicBezTo>
                <a:cubicBezTo>
                  <a:pt x="5503" y="197"/>
                  <a:pt x="5504" y="212"/>
                  <a:pt x="5504" y="227"/>
                </a:cubicBezTo>
                <a:lnTo>
                  <a:pt x="5504" y="2235"/>
                </a:lnTo>
                <a:cubicBezTo>
                  <a:pt x="5504" y="2250"/>
                  <a:pt x="5503" y="2265"/>
                  <a:pt x="5500" y="2279"/>
                </a:cubicBezTo>
                <a:cubicBezTo>
                  <a:pt x="5497" y="2294"/>
                  <a:pt x="5493" y="2308"/>
                  <a:pt x="5487" y="2322"/>
                </a:cubicBezTo>
                <a:cubicBezTo>
                  <a:pt x="5481" y="2336"/>
                  <a:pt x="5474" y="2349"/>
                  <a:pt x="5466" y="2361"/>
                </a:cubicBezTo>
                <a:cubicBezTo>
                  <a:pt x="5458" y="2373"/>
                  <a:pt x="5448" y="2385"/>
                  <a:pt x="5438" y="2395"/>
                </a:cubicBezTo>
                <a:cubicBezTo>
                  <a:pt x="5427" y="2406"/>
                  <a:pt x="5416" y="2415"/>
                  <a:pt x="5403" y="2424"/>
                </a:cubicBezTo>
                <a:cubicBezTo>
                  <a:pt x="5391" y="2432"/>
                  <a:pt x="5378" y="2439"/>
                  <a:pt x="5364" y="2444"/>
                </a:cubicBezTo>
                <a:cubicBezTo>
                  <a:pt x="5350" y="2450"/>
                  <a:pt x="5336" y="2454"/>
                  <a:pt x="5322" y="2457"/>
                </a:cubicBezTo>
                <a:cubicBezTo>
                  <a:pt x="5307" y="2460"/>
                  <a:pt x="5292" y="2462"/>
                  <a:pt x="5277" y="2462"/>
                </a:cubicBezTo>
                <a:lnTo>
                  <a:pt x="227" y="2462"/>
                </a:lnTo>
                <a:cubicBezTo>
                  <a:pt x="212" y="2462"/>
                  <a:pt x="197" y="2460"/>
                  <a:pt x="182" y="2457"/>
                </a:cubicBezTo>
                <a:cubicBezTo>
                  <a:pt x="168" y="2454"/>
                  <a:pt x="154" y="2450"/>
                  <a:pt x="140" y="2444"/>
                </a:cubicBezTo>
                <a:cubicBezTo>
                  <a:pt x="126" y="2439"/>
                  <a:pt x="113" y="2432"/>
                  <a:pt x="101" y="2424"/>
                </a:cubicBezTo>
                <a:cubicBezTo>
                  <a:pt x="88" y="2415"/>
                  <a:pt x="77" y="2406"/>
                  <a:pt x="66" y="2395"/>
                </a:cubicBezTo>
                <a:cubicBezTo>
                  <a:pt x="56" y="2385"/>
                  <a:pt x="46" y="2373"/>
                  <a:pt x="38" y="2361"/>
                </a:cubicBezTo>
                <a:cubicBezTo>
                  <a:pt x="30" y="2349"/>
                  <a:pt x="23" y="2336"/>
                  <a:pt x="17" y="2322"/>
                </a:cubicBezTo>
                <a:cubicBezTo>
                  <a:pt x="11" y="2308"/>
                  <a:pt x="7" y="2294"/>
                  <a:pt x="4" y="2279"/>
                </a:cubicBezTo>
                <a:cubicBezTo>
                  <a:pt x="1" y="2265"/>
                  <a:pt x="0" y="2250"/>
                  <a:pt x="0" y="2235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4" name=""/>
          <p:cNvSpPr/>
          <p:nvPr/>
        </p:nvSpPr>
        <p:spPr>
          <a:xfrm>
            <a:off x="652320" y="6310080"/>
            <a:ext cx="1981440" cy="886320"/>
          </a:xfrm>
          <a:custGeom>
            <a:avLst/>
            <a:gdLst/>
            <a:ahLst/>
            <a:rect l="0" t="0" r="r" b="b"/>
            <a:pathLst>
              <a:path w="5504" h="2462">
                <a:moveTo>
                  <a:pt x="0" y="2235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5"/>
                </a:cubicBezTo>
                <a:cubicBezTo>
                  <a:pt x="197" y="2"/>
                  <a:pt x="212" y="0"/>
                  <a:pt x="227" y="0"/>
                </a:cubicBezTo>
                <a:lnTo>
                  <a:pt x="5277" y="0"/>
                </a:lnTo>
                <a:cubicBezTo>
                  <a:pt x="5292" y="0"/>
                  <a:pt x="5307" y="2"/>
                  <a:pt x="5322" y="5"/>
                </a:cubicBezTo>
                <a:cubicBezTo>
                  <a:pt x="5336" y="7"/>
                  <a:pt x="5350" y="12"/>
                  <a:pt x="5364" y="17"/>
                </a:cubicBezTo>
                <a:cubicBezTo>
                  <a:pt x="5378" y="23"/>
                  <a:pt x="5391" y="30"/>
                  <a:pt x="5403" y="38"/>
                </a:cubicBezTo>
                <a:cubicBezTo>
                  <a:pt x="5416" y="47"/>
                  <a:pt x="5427" y="56"/>
                  <a:pt x="5438" y="67"/>
                </a:cubicBezTo>
                <a:cubicBezTo>
                  <a:pt x="5448" y="77"/>
                  <a:pt x="5458" y="89"/>
                  <a:pt x="5466" y="101"/>
                </a:cubicBezTo>
                <a:cubicBezTo>
                  <a:pt x="5474" y="113"/>
                  <a:pt x="5481" y="126"/>
                  <a:pt x="5487" y="140"/>
                </a:cubicBezTo>
                <a:cubicBezTo>
                  <a:pt x="5493" y="154"/>
                  <a:pt x="5497" y="168"/>
                  <a:pt x="5500" y="183"/>
                </a:cubicBezTo>
                <a:cubicBezTo>
                  <a:pt x="5503" y="197"/>
                  <a:pt x="5504" y="212"/>
                  <a:pt x="5504" y="227"/>
                </a:cubicBezTo>
                <a:lnTo>
                  <a:pt x="5504" y="2235"/>
                </a:lnTo>
                <a:cubicBezTo>
                  <a:pt x="5504" y="2250"/>
                  <a:pt x="5503" y="2265"/>
                  <a:pt x="5500" y="2279"/>
                </a:cubicBezTo>
                <a:cubicBezTo>
                  <a:pt x="5497" y="2294"/>
                  <a:pt x="5493" y="2308"/>
                  <a:pt x="5487" y="2322"/>
                </a:cubicBezTo>
                <a:cubicBezTo>
                  <a:pt x="5481" y="2336"/>
                  <a:pt x="5474" y="2349"/>
                  <a:pt x="5466" y="2361"/>
                </a:cubicBezTo>
                <a:cubicBezTo>
                  <a:pt x="5458" y="2373"/>
                  <a:pt x="5448" y="2385"/>
                  <a:pt x="5438" y="2395"/>
                </a:cubicBezTo>
                <a:cubicBezTo>
                  <a:pt x="5427" y="2406"/>
                  <a:pt x="5416" y="2415"/>
                  <a:pt x="5403" y="2424"/>
                </a:cubicBezTo>
                <a:cubicBezTo>
                  <a:pt x="5391" y="2432"/>
                  <a:pt x="5378" y="2439"/>
                  <a:pt x="5364" y="2444"/>
                </a:cubicBezTo>
                <a:cubicBezTo>
                  <a:pt x="5350" y="2450"/>
                  <a:pt x="5336" y="2454"/>
                  <a:pt x="5322" y="2457"/>
                </a:cubicBezTo>
                <a:cubicBezTo>
                  <a:pt x="5307" y="2460"/>
                  <a:pt x="5292" y="2462"/>
                  <a:pt x="5277" y="2462"/>
                </a:cubicBezTo>
                <a:lnTo>
                  <a:pt x="227" y="2462"/>
                </a:lnTo>
                <a:cubicBezTo>
                  <a:pt x="212" y="2462"/>
                  <a:pt x="197" y="2460"/>
                  <a:pt x="182" y="2457"/>
                </a:cubicBezTo>
                <a:cubicBezTo>
                  <a:pt x="168" y="2454"/>
                  <a:pt x="154" y="2450"/>
                  <a:pt x="140" y="2444"/>
                </a:cubicBezTo>
                <a:cubicBezTo>
                  <a:pt x="126" y="2439"/>
                  <a:pt x="113" y="2432"/>
                  <a:pt x="101" y="2424"/>
                </a:cubicBezTo>
                <a:cubicBezTo>
                  <a:pt x="88" y="2415"/>
                  <a:pt x="77" y="2406"/>
                  <a:pt x="66" y="2395"/>
                </a:cubicBezTo>
                <a:cubicBezTo>
                  <a:pt x="56" y="2385"/>
                  <a:pt x="46" y="2373"/>
                  <a:pt x="38" y="2361"/>
                </a:cubicBezTo>
                <a:cubicBezTo>
                  <a:pt x="30" y="2349"/>
                  <a:pt x="23" y="2336"/>
                  <a:pt x="17" y="2322"/>
                </a:cubicBezTo>
                <a:cubicBezTo>
                  <a:pt x="11" y="2308"/>
                  <a:pt x="7" y="2294"/>
                  <a:pt x="4" y="2279"/>
                </a:cubicBezTo>
                <a:cubicBezTo>
                  <a:pt x="1" y="2265"/>
                  <a:pt x="0" y="2250"/>
                  <a:pt x="0" y="2235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5" name=""/>
          <p:cNvSpPr txBox="1"/>
          <p:nvPr/>
        </p:nvSpPr>
        <p:spPr>
          <a:xfrm>
            <a:off x="647640" y="6067440"/>
            <a:ext cx="194076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50" spc="-1" strike="noStrike">
                <a:solidFill>
                  <a:srgbClr val="0e0e14"/>
                </a:solidFill>
                <a:latin typeface="Inter-Semi"/>
                <a:ea typeface="Inter-Semi"/>
              </a:rPr>
              <a:t>Before we call it launched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6" name=""/>
          <p:cNvSpPr txBox="1"/>
          <p:nvPr/>
        </p:nvSpPr>
        <p:spPr>
          <a:xfrm>
            <a:off x="837000" y="6516360"/>
            <a:ext cx="47160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0e0e14"/>
                </a:solidFill>
                <a:latin typeface="Inter-Semi"/>
                <a:ea typeface="Inter-Semi"/>
              </a:rPr>
              <a:t>Secure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7" name=""/>
          <p:cNvSpPr/>
          <p:nvPr/>
        </p:nvSpPr>
        <p:spPr>
          <a:xfrm>
            <a:off x="2786040" y="6310080"/>
            <a:ext cx="1990800" cy="886320"/>
          </a:xfrm>
          <a:custGeom>
            <a:avLst/>
            <a:gdLst/>
            <a:ahLst/>
            <a:rect l="0" t="0" r="r" b="b"/>
            <a:pathLst>
              <a:path w="5530" h="2462">
                <a:moveTo>
                  <a:pt x="0" y="2235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9"/>
                  <a:pt x="55" y="77"/>
                  <a:pt x="66" y="67"/>
                </a:cubicBezTo>
                <a:cubicBezTo>
                  <a:pt x="77" y="56"/>
                  <a:pt x="88" y="47"/>
                  <a:pt x="100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2"/>
                  <a:pt x="167" y="7"/>
                  <a:pt x="182" y="5"/>
                </a:cubicBezTo>
                <a:cubicBezTo>
                  <a:pt x="197" y="2"/>
                  <a:pt x="211" y="0"/>
                  <a:pt x="226" y="0"/>
                </a:cubicBezTo>
                <a:lnTo>
                  <a:pt x="5304" y="0"/>
                </a:lnTo>
                <a:cubicBezTo>
                  <a:pt x="5318" y="0"/>
                  <a:pt x="5333" y="2"/>
                  <a:pt x="5348" y="5"/>
                </a:cubicBezTo>
                <a:cubicBezTo>
                  <a:pt x="5362" y="7"/>
                  <a:pt x="5377" y="12"/>
                  <a:pt x="5390" y="17"/>
                </a:cubicBezTo>
                <a:cubicBezTo>
                  <a:pt x="5404" y="23"/>
                  <a:pt x="5417" y="30"/>
                  <a:pt x="5430" y="38"/>
                </a:cubicBezTo>
                <a:cubicBezTo>
                  <a:pt x="5442" y="47"/>
                  <a:pt x="5453" y="56"/>
                  <a:pt x="5464" y="67"/>
                </a:cubicBezTo>
                <a:cubicBezTo>
                  <a:pt x="5474" y="77"/>
                  <a:pt x="5484" y="89"/>
                  <a:pt x="5492" y="101"/>
                </a:cubicBezTo>
                <a:cubicBezTo>
                  <a:pt x="5500" y="113"/>
                  <a:pt x="5507" y="126"/>
                  <a:pt x="5513" y="140"/>
                </a:cubicBezTo>
                <a:cubicBezTo>
                  <a:pt x="5519" y="154"/>
                  <a:pt x="5523" y="168"/>
                  <a:pt x="5526" y="183"/>
                </a:cubicBezTo>
                <a:cubicBezTo>
                  <a:pt x="5529" y="197"/>
                  <a:pt x="5530" y="212"/>
                  <a:pt x="5530" y="227"/>
                </a:cubicBezTo>
                <a:lnTo>
                  <a:pt x="5530" y="2235"/>
                </a:lnTo>
                <a:cubicBezTo>
                  <a:pt x="5530" y="2250"/>
                  <a:pt x="5529" y="2265"/>
                  <a:pt x="5526" y="2279"/>
                </a:cubicBezTo>
                <a:cubicBezTo>
                  <a:pt x="5523" y="2294"/>
                  <a:pt x="5519" y="2308"/>
                  <a:pt x="5513" y="2322"/>
                </a:cubicBezTo>
                <a:cubicBezTo>
                  <a:pt x="5507" y="2336"/>
                  <a:pt x="5500" y="2349"/>
                  <a:pt x="5492" y="2361"/>
                </a:cubicBezTo>
                <a:cubicBezTo>
                  <a:pt x="5484" y="2373"/>
                  <a:pt x="5474" y="2385"/>
                  <a:pt x="5464" y="2395"/>
                </a:cubicBezTo>
                <a:cubicBezTo>
                  <a:pt x="5453" y="2406"/>
                  <a:pt x="5442" y="2415"/>
                  <a:pt x="5430" y="2424"/>
                </a:cubicBezTo>
                <a:cubicBezTo>
                  <a:pt x="5417" y="2432"/>
                  <a:pt x="5404" y="2439"/>
                  <a:pt x="5390" y="2444"/>
                </a:cubicBezTo>
                <a:cubicBezTo>
                  <a:pt x="5377" y="2450"/>
                  <a:pt x="5362" y="2454"/>
                  <a:pt x="5348" y="2457"/>
                </a:cubicBezTo>
                <a:cubicBezTo>
                  <a:pt x="5333" y="2460"/>
                  <a:pt x="5318" y="2462"/>
                  <a:pt x="5304" y="2462"/>
                </a:cubicBezTo>
                <a:lnTo>
                  <a:pt x="226" y="2462"/>
                </a:lnTo>
                <a:cubicBezTo>
                  <a:pt x="211" y="2462"/>
                  <a:pt x="197" y="2460"/>
                  <a:pt x="182" y="2457"/>
                </a:cubicBezTo>
                <a:cubicBezTo>
                  <a:pt x="167" y="2454"/>
                  <a:pt x="153" y="2450"/>
                  <a:pt x="140" y="2444"/>
                </a:cubicBezTo>
                <a:cubicBezTo>
                  <a:pt x="126" y="2439"/>
                  <a:pt x="113" y="2432"/>
                  <a:pt x="100" y="2424"/>
                </a:cubicBezTo>
                <a:cubicBezTo>
                  <a:pt x="88" y="2415"/>
                  <a:pt x="77" y="2406"/>
                  <a:pt x="66" y="2395"/>
                </a:cubicBezTo>
                <a:cubicBezTo>
                  <a:pt x="55" y="2385"/>
                  <a:pt x="46" y="2373"/>
                  <a:pt x="38" y="2361"/>
                </a:cubicBezTo>
                <a:cubicBezTo>
                  <a:pt x="30" y="2349"/>
                  <a:pt x="23" y="2336"/>
                  <a:pt x="17" y="2322"/>
                </a:cubicBezTo>
                <a:cubicBezTo>
                  <a:pt x="11" y="2308"/>
                  <a:pt x="7" y="2294"/>
                  <a:pt x="4" y="2279"/>
                </a:cubicBezTo>
                <a:cubicBezTo>
                  <a:pt x="1" y="2265"/>
                  <a:pt x="0" y="2250"/>
                  <a:pt x="0" y="2235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8" name=""/>
          <p:cNvSpPr/>
          <p:nvPr/>
        </p:nvSpPr>
        <p:spPr>
          <a:xfrm>
            <a:off x="2786040" y="6310080"/>
            <a:ext cx="1990800" cy="886320"/>
          </a:xfrm>
          <a:custGeom>
            <a:avLst/>
            <a:gdLst/>
            <a:ahLst/>
            <a:rect l="0" t="0" r="r" b="b"/>
            <a:pathLst>
              <a:path w="5530" h="2462">
                <a:moveTo>
                  <a:pt x="0" y="2235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9"/>
                  <a:pt x="55" y="77"/>
                  <a:pt x="66" y="67"/>
                </a:cubicBezTo>
                <a:cubicBezTo>
                  <a:pt x="77" y="56"/>
                  <a:pt x="88" y="47"/>
                  <a:pt x="100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2"/>
                  <a:pt x="167" y="7"/>
                  <a:pt x="182" y="5"/>
                </a:cubicBezTo>
                <a:cubicBezTo>
                  <a:pt x="197" y="2"/>
                  <a:pt x="211" y="0"/>
                  <a:pt x="226" y="0"/>
                </a:cubicBezTo>
                <a:lnTo>
                  <a:pt x="5304" y="0"/>
                </a:lnTo>
                <a:cubicBezTo>
                  <a:pt x="5318" y="0"/>
                  <a:pt x="5333" y="2"/>
                  <a:pt x="5348" y="5"/>
                </a:cubicBezTo>
                <a:cubicBezTo>
                  <a:pt x="5362" y="7"/>
                  <a:pt x="5377" y="12"/>
                  <a:pt x="5390" y="17"/>
                </a:cubicBezTo>
                <a:cubicBezTo>
                  <a:pt x="5404" y="23"/>
                  <a:pt x="5417" y="30"/>
                  <a:pt x="5430" y="38"/>
                </a:cubicBezTo>
                <a:cubicBezTo>
                  <a:pt x="5442" y="47"/>
                  <a:pt x="5453" y="56"/>
                  <a:pt x="5464" y="67"/>
                </a:cubicBezTo>
                <a:cubicBezTo>
                  <a:pt x="5474" y="77"/>
                  <a:pt x="5484" y="89"/>
                  <a:pt x="5492" y="101"/>
                </a:cubicBezTo>
                <a:cubicBezTo>
                  <a:pt x="5500" y="113"/>
                  <a:pt x="5507" y="126"/>
                  <a:pt x="5513" y="140"/>
                </a:cubicBezTo>
                <a:cubicBezTo>
                  <a:pt x="5519" y="154"/>
                  <a:pt x="5523" y="168"/>
                  <a:pt x="5526" y="183"/>
                </a:cubicBezTo>
                <a:cubicBezTo>
                  <a:pt x="5529" y="197"/>
                  <a:pt x="5530" y="212"/>
                  <a:pt x="5530" y="227"/>
                </a:cubicBezTo>
                <a:lnTo>
                  <a:pt x="5530" y="2235"/>
                </a:lnTo>
                <a:cubicBezTo>
                  <a:pt x="5530" y="2250"/>
                  <a:pt x="5529" y="2265"/>
                  <a:pt x="5526" y="2279"/>
                </a:cubicBezTo>
                <a:cubicBezTo>
                  <a:pt x="5523" y="2294"/>
                  <a:pt x="5519" y="2308"/>
                  <a:pt x="5513" y="2322"/>
                </a:cubicBezTo>
                <a:cubicBezTo>
                  <a:pt x="5507" y="2336"/>
                  <a:pt x="5500" y="2349"/>
                  <a:pt x="5492" y="2361"/>
                </a:cubicBezTo>
                <a:cubicBezTo>
                  <a:pt x="5484" y="2373"/>
                  <a:pt x="5474" y="2385"/>
                  <a:pt x="5464" y="2395"/>
                </a:cubicBezTo>
                <a:cubicBezTo>
                  <a:pt x="5453" y="2406"/>
                  <a:pt x="5442" y="2415"/>
                  <a:pt x="5430" y="2424"/>
                </a:cubicBezTo>
                <a:cubicBezTo>
                  <a:pt x="5417" y="2432"/>
                  <a:pt x="5404" y="2439"/>
                  <a:pt x="5390" y="2444"/>
                </a:cubicBezTo>
                <a:cubicBezTo>
                  <a:pt x="5377" y="2450"/>
                  <a:pt x="5362" y="2454"/>
                  <a:pt x="5348" y="2457"/>
                </a:cubicBezTo>
                <a:cubicBezTo>
                  <a:pt x="5333" y="2460"/>
                  <a:pt x="5318" y="2462"/>
                  <a:pt x="5304" y="2462"/>
                </a:cubicBezTo>
                <a:lnTo>
                  <a:pt x="226" y="2462"/>
                </a:lnTo>
                <a:cubicBezTo>
                  <a:pt x="211" y="2462"/>
                  <a:pt x="197" y="2460"/>
                  <a:pt x="182" y="2457"/>
                </a:cubicBezTo>
                <a:cubicBezTo>
                  <a:pt x="167" y="2454"/>
                  <a:pt x="153" y="2450"/>
                  <a:pt x="140" y="2444"/>
                </a:cubicBezTo>
                <a:cubicBezTo>
                  <a:pt x="126" y="2439"/>
                  <a:pt x="113" y="2432"/>
                  <a:pt x="100" y="2424"/>
                </a:cubicBezTo>
                <a:cubicBezTo>
                  <a:pt x="88" y="2415"/>
                  <a:pt x="77" y="2406"/>
                  <a:pt x="66" y="2395"/>
                </a:cubicBezTo>
                <a:cubicBezTo>
                  <a:pt x="55" y="2385"/>
                  <a:pt x="46" y="2373"/>
                  <a:pt x="38" y="2361"/>
                </a:cubicBezTo>
                <a:cubicBezTo>
                  <a:pt x="30" y="2349"/>
                  <a:pt x="23" y="2336"/>
                  <a:pt x="17" y="2322"/>
                </a:cubicBezTo>
                <a:cubicBezTo>
                  <a:pt x="11" y="2308"/>
                  <a:pt x="7" y="2294"/>
                  <a:pt x="4" y="2279"/>
                </a:cubicBezTo>
                <a:cubicBezTo>
                  <a:pt x="1" y="2265"/>
                  <a:pt x="0" y="2250"/>
                  <a:pt x="0" y="2235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9" name=""/>
          <p:cNvSpPr txBox="1"/>
          <p:nvPr/>
        </p:nvSpPr>
        <p:spPr>
          <a:xfrm>
            <a:off x="837000" y="6740640"/>
            <a:ext cx="10904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HTTPS on every page.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0" name=""/>
          <p:cNvSpPr txBox="1"/>
          <p:nvPr/>
        </p:nvSpPr>
        <p:spPr>
          <a:xfrm>
            <a:off x="2974320" y="6516360"/>
            <a:ext cx="90144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0e0e14"/>
                </a:solidFill>
                <a:latin typeface="Inter-Semi"/>
                <a:ea typeface="Inter-Semi"/>
              </a:rPr>
              <a:t>Mobile-ready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1" name=""/>
          <p:cNvSpPr txBox="1"/>
          <p:nvPr/>
        </p:nvSpPr>
        <p:spPr>
          <a:xfrm>
            <a:off x="2974320" y="6740640"/>
            <a:ext cx="14515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Checked on phone, tablet and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2" name=""/>
          <p:cNvSpPr/>
          <p:nvPr/>
        </p:nvSpPr>
        <p:spPr>
          <a:xfrm>
            <a:off x="4929120" y="6310080"/>
            <a:ext cx="1981440" cy="886320"/>
          </a:xfrm>
          <a:custGeom>
            <a:avLst/>
            <a:gdLst/>
            <a:ahLst/>
            <a:rect l="0" t="0" r="r" b="b"/>
            <a:pathLst>
              <a:path w="5504" h="2462">
                <a:moveTo>
                  <a:pt x="0" y="2235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9"/>
                  <a:pt x="56" y="77"/>
                  <a:pt x="67" y="67"/>
                </a:cubicBezTo>
                <a:cubicBezTo>
                  <a:pt x="78" y="56"/>
                  <a:pt x="89" y="47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2"/>
                  <a:pt x="169" y="7"/>
                  <a:pt x="183" y="5"/>
                </a:cubicBezTo>
                <a:cubicBezTo>
                  <a:pt x="198" y="2"/>
                  <a:pt x="213" y="0"/>
                  <a:pt x="227" y="0"/>
                </a:cubicBezTo>
                <a:lnTo>
                  <a:pt x="5277" y="0"/>
                </a:lnTo>
                <a:cubicBezTo>
                  <a:pt x="5292" y="0"/>
                  <a:pt x="5307" y="2"/>
                  <a:pt x="5321" y="5"/>
                </a:cubicBezTo>
                <a:cubicBezTo>
                  <a:pt x="5336" y="7"/>
                  <a:pt x="5350" y="12"/>
                  <a:pt x="5364" y="17"/>
                </a:cubicBezTo>
                <a:cubicBezTo>
                  <a:pt x="5378" y="23"/>
                  <a:pt x="5391" y="30"/>
                  <a:pt x="5403" y="38"/>
                </a:cubicBezTo>
                <a:cubicBezTo>
                  <a:pt x="5416" y="47"/>
                  <a:pt x="5427" y="56"/>
                  <a:pt x="5438" y="67"/>
                </a:cubicBezTo>
                <a:cubicBezTo>
                  <a:pt x="5448" y="77"/>
                  <a:pt x="5458" y="89"/>
                  <a:pt x="5466" y="101"/>
                </a:cubicBezTo>
                <a:cubicBezTo>
                  <a:pt x="5474" y="113"/>
                  <a:pt x="5481" y="126"/>
                  <a:pt x="5487" y="140"/>
                </a:cubicBezTo>
                <a:cubicBezTo>
                  <a:pt x="5492" y="154"/>
                  <a:pt x="5497" y="168"/>
                  <a:pt x="5500" y="183"/>
                </a:cubicBezTo>
                <a:cubicBezTo>
                  <a:pt x="5503" y="197"/>
                  <a:pt x="5504" y="212"/>
                  <a:pt x="5504" y="227"/>
                </a:cubicBezTo>
                <a:lnTo>
                  <a:pt x="5504" y="2235"/>
                </a:lnTo>
                <a:cubicBezTo>
                  <a:pt x="5504" y="2250"/>
                  <a:pt x="5503" y="2265"/>
                  <a:pt x="5500" y="2279"/>
                </a:cubicBezTo>
                <a:cubicBezTo>
                  <a:pt x="5497" y="2294"/>
                  <a:pt x="5492" y="2308"/>
                  <a:pt x="5487" y="2322"/>
                </a:cubicBezTo>
                <a:cubicBezTo>
                  <a:pt x="5481" y="2336"/>
                  <a:pt x="5474" y="2349"/>
                  <a:pt x="5466" y="2361"/>
                </a:cubicBezTo>
                <a:cubicBezTo>
                  <a:pt x="5458" y="2373"/>
                  <a:pt x="5448" y="2385"/>
                  <a:pt x="5438" y="2395"/>
                </a:cubicBezTo>
                <a:cubicBezTo>
                  <a:pt x="5427" y="2406"/>
                  <a:pt x="5416" y="2415"/>
                  <a:pt x="5403" y="2424"/>
                </a:cubicBezTo>
                <a:cubicBezTo>
                  <a:pt x="5391" y="2432"/>
                  <a:pt x="5378" y="2439"/>
                  <a:pt x="5364" y="2444"/>
                </a:cubicBezTo>
                <a:cubicBezTo>
                  <a:pt x="5350" y="2450"/>
                  <a:pt x="5336" y="2454"/>
                  <a:pt x="5321" y="2457"/>
                </a:cubicBezTo>
                <a:cubicBezTo>
                  <a:pt x="5307" y="2460"/>
                  <a:pt x="5292" y="2462"/>
                  <a:pt x="5277" y="2462"/>
                </a:cubicBezTo>
                <a:lnTo>
                  <a:pt x="227" y="2462"/>
                </a:lnTo>
                <a:cubicBezTo>
                  <a:pt x="213" y="2462"/>
                  <a:pt x="198" y="2460"/>
                  <a:pt x="183" y="2457"/>
                </a:cubicBezTo>
                <a:cubicBezTo>
                  <a:pt x="169" y="2454"/>
                  <a:pt x="154" y="2450"/>
                  <a:pt x="141" y="2444"/>
                </a:cubicBezTo>
                <a:cubicBezTo>
                  <a:pt x="127" y="2439"/>
                  <a:pt x="114" y="2432"/>
                  <a:pt x="101" y="2424"/>
                </a:cubicBezTo>
                <a:cubicBezTo>
                  <a:pt x="89" y="2415"/>
                  <a:pt x="78" y="2406"/>
                  <a:pt x="67" y="2395"/>
                </a:cubicBezTo>
                <a:cubicBezTo>
                  <a:pt x="56" y="2385"/>
                  <a:pt x="46" y="2373"/>
                  <a:pt x="38" y="2361"/>
                </a:cubicBezTo>
                <a:cubicBezTo>
                  <a:pt x="30" y="2349"/>
                  <a:pt x="23" y="2336"/>
                  <a:pt x="17" y="2322"/>
                </a:cubicBezTo>
                <a:cubicBezTo>
                  <a:pt x="11" y="2308"/>
                  <a:pt x="7" y="2294"/>
                  <a:pt x="4" y="2279"/>
                </a:cubicBezTo>
                <a:cubicBezTo>
                  <a:pt x="1" y="2265"/>
                  <a:pt x="0" y="2250"/>
                  <a:pt x="0" y="2235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3" name=""/>
          <p:cNvSpPr/>
          <p:nvPr/>
        </p:nvSpPr>
        <p:spPr>
          <a:xfrm>
            <a:off x="4929120" y="6310080"/>
            <a:ext cx="1981440" cy="886320"/>
          </a:xfrm>
          <a:custGeom>
            <a:avLst/>
            <a:gdLst/>
            <a:ahLst/>
            <a:rect l="0" t="0" r="r" b="b"/>
            <a:pathLst>
              <a:path w="5504" h="2462">
                <a:moveTo>
                  <a:pt x="0" y="2235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9"/>
                  <a:pt x="56" y="77"/>
                  <a:pt x="67" y="67"/>
                </a:cubicBezTo>
                <a:cubicBezTo>
                  <a:pt x="78" y="56"/>
                  <a:pt x="89" y="47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2"/>
                  <a:pt x="169" y="7"/>
                  <a:pt x="183" y="5"/>
                </a:cubicBezTo>
                <a:cubicBezTo>
                  <a:pt x="198" y="2"/>
                  <a:pt x="213" y="0"/>
                  <a:pt x="227" y="0"/>
                </a:cubicBezTo>
                <a:lnTo>
                  <a:pt x="5277" y="0"/>
                </a:lnTo>
                <a:cubicBezTo>
                  <a:pt x="5292" y="0"/>
                  <a:pt x="5307" y="2"/>
                  <a:pt x="5321" y="5"/>
                </a:cubicBezTo>
                <a:cubicBezTo>
                  <a:pt x="5336" y="7"/>
                  <a:pt x="5350" y="12"/>
                  <a:pt x="5364" y="17"/>
                </a:cubicBezTo>
                <a:cubicBezTo>
                  <a:pt x="5378" y="23"/>
                  <a:pt x="5391" y="30"/>
                  <a:pt x="5403" y="38"/>
                </a:cubicBezTo>
                <a:cubicBezTo>
                  <a:pt x="5416" y="47"/>
                  <a:pt x="5427" y="56"/>
                  <a:pt x="5438" y="67"/>
                </a:cubicBezTo>
                <a:cubicBezTo>
                  <a:pt x="5448" y="77"/>
                  <a:pt x="5458" y="89"/>
                  <a:pt x="5466" y="101"/>
                </a:cubicBezTo>
                <a:cubicBezTo>
                  <a:pt x="5474" y="113"/>
                  <a:pt x="5481" y="126"/>
                  <a:pt x="5487" y="140"/>
                </a:cubicBezTo>
                <a:cubicBezTo>
                  <a:pt x="5492" y="154"/>
                  <a:pt x="5497" y="168"/>
                  <a:pt x="5500" y="183"/>
                </a:cubicBezTo>
                <a:cubicBezTo>
                  <a:pt x="5503" y="197"/>
                  <a:pt x="5504" y="212"/>
                  <a:pt x="5504" y="227"/>
                </a:cubicBezTo>
                <a:lnTo>
                  <a:pt x="5504" y="2235"/>
                </a:lnTo>
                <a:cubicBezTo>
                  <a:pt x="5504" y="2250"/>
                  <a:pt x="5503" y="2265"/>
                  <a:pt x="5500" y="2279"/>
                </a:cubicBezTo>
                <a:cubicBezTo>
                  <a:pt x="5497" y="2294"/>
                  <a:pt x="5492" y="2308"/>
                  <a:pt x="5487" y="2322"/>
                </a:cubicBezTo>
                <a:cubicBezTo>
                  <a:pt x="5481" y="2336"/>
                  <a:pt x="5474" y="2349"/>
                  <a:pt x="5466" y="2361"/>
                </a:cubicBezTo>
                <a:cubicBezTo>
                  <a:pt x="5458" y="2373"/>
                  <a:pt x="5448" y="2385"/>
                  <a:pt x="5438" y="2395"/>
                </a:cubicBezTo>
                <a:cubicBezTo>
                  <a:pt x="5427" y="2406"/>
                  <a:pt x="5416" y="2415"/>
                  <a:pt x="5403" y="2424"/>
                </a:cubicBezTo>
                <a:cubicBezTo>
                  <a:pt x="5391" y="2432"/>
                  <a:pt x="5378" y="2439"/>
                  <a:pt x="5364" y="2444"/>
                </a:cubicBezTo>
                <a:cubicBezTo>
                  <a:pt x="5350" y="2450"/>
                  <a:pt x="5336" y="2454"/>
                  <a:pt x="5321" y="2457"/>
                </a:cubicBezTo>
                <a:cubicBezTo>
                  <a:pt x="5307" y="2460"/>
                  <a:pt x="5292" y="2462"/>
                  <a:pt x="5277" y="2462"/>
                </a:cubicBezTo>
                <a:lnTo>
                  <a:pt x="227" y="2462"/>
                </a:lnTo>
                <a:cubicBezTo>
                  <a:pt x="213" y="2462"/>
                  <a:pt x="198" y="2460"/>
                  <a:pt x="183" y="2457"/>
                </a:cubicBezTo>
                <a:cubicBezTo>
                  <a:pt x="169" y="2454"/>
                  <a:pt x="154" y="2450"/>
                  <a:pt x="141" y="2444"/>
                </a:cubicBezTo>
                <a:cubicBezTo>
                  <a:pt x="127" y="2439"/>
                  <a:pt x="114" y="2432"/>
                  <a:pt x="101" y="2424"/>
                </a:cubicBezTo>
                <a:cubicBezTo>
                  <a:pt x="89" y="2415"/>
                  <a:pt x="78" y="2406"/>
                  <a:pt x="67" y="2395"/>
                </a:cubicBezTo>
                <a:cubicBezTo>
                  <a:pt x="56" y="2385"/>
                  <a:pt x="46" y="2373"/>
                  <a:pt x="38" y="2361"/>
                </a:cubicBezTo>
                <a:cubicBezTo>
                  <a:pt x="30" y="2349"/>
                  <a:pt x="23" y="2336"/>
                  <a:pt x="17" y="2322"/>
                </a:cubicBezTo>
                <a:cubicBezTo>
                  <a:pt x="11" y="2308"/>
                  <a:pt x="7" y="2294"/>
                  <a:pt x="4" y="2279"/>
                </a:cubicBezTo>
                <a:cubicBezTo>
                  <a:pt x="1" y="2265"/>
                  <a:pt x="0" y="2250"/>
                  <a:pt x="0" y="2235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4" name=""/>
          <p:cNvSpPr txBox="1"/>
          <p:nvPr/>
        </p:nvSpPr>
        <p:spPr>
          <a:xfrm>
            <a:off x="2974320" y="6902640"/>
            <a:ext cx="418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desktop.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5" name=""/>
          <p:cNvSpPr txBox="1"/>
          <p:nvPr/>
        </p:nvSpPr>
        <p:spPr>
          <a:xfrm>
            <a:off x="5111280" y="6516360"/>
            <a:ext cx="29628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0e0e14"/>
                </a:solidFill>
                <a:latin typeface="Inter-Semi"/>
                <a:ea typeface="Inter-Semi"/>
              </a:rPr>
              <a:t>Fast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6" name=""/>
          <p:cNvSpPr/>
          <p:nvPr/>
        </p:nvSpPr>
        <p:spPr>
          <a:xfrm>
            <a:off x="652320" y="7358040"/>
            <a:ext cx="1981440" cy="885960"/>
          </a:xfrm>
          <a:custGeom>
            <a:avLst/>
            <a:gdLst/>
            <a:ahLst/>
            <a:rect l="0" t="0" r="r" b="b"/>
            <a:pathLst>
              <a:path w="5504" h="2461">
                <a:moveTo>
                  <a:pt x="0" y="2234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7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5277" y="0"/>
                </a:lnTo>
                <a:cubicBezTo>
                  <a:pt x="5292" y="0"/>
                  <a:pt x="5307" y="1"/>
                  <a:pt x="5322" y="4"/>
                </a:cubicBezTo>
                <a:cubicBezTo>
                  <a:pt x="5336" y="7"/>
                  <a:pt x="5350" y="11"/>
                  <a:pt x="5364" y="17"/>
                </a:cubicBezTo>
                <a:cubicBezTo>
                  <a:pt x="5378" y="23"/>
                  <a:pt x="5391" y="30"/>
                  <a:pt x="5403" y="38"/>
                </a:cubicBezTo>
                <a:cubicBezTo>
                  <a:pt x="5416" y="46"/>
                  <a:pt x="5427" y="55"/>
                  <a:pt x="5438" y="66"/>
                </a:cubicBezTo>
                <a:cubicBezTo>
                  <a:pt x="5448" y="77"/>
                  <a:pt x="5458" y="88"/>
                  <a:pt x="5466" y="100"/>
                </a:cubicBezTo>
                <a:cubicBezTo>
                  <a:pt x="5474" y="113"/>
                  <a:pt x="5481" y="126"/>
                  <a:pt x="5487" y="140"/>
                </a:cubicBezTo>
                <a:cubicBezTo>
                  <a:pt x="5493" y="153"/>
                  <a:pt x="5497" y="167"/>
                  <a:pt x="5500" y="182"/>
                </a:cubicBezTo>
                <a:cubicBezTo>
                  <a:pt x="5503" y="197"/>
                  <a:pt x="5504" y="211"/>
                  <a:pt x="5504" y="226"/>
                </a:cubicBezTo>
                <a:lnTo>
                  <a:pt x="5504" y="2234"/>
                </a:lnTo>
                <a:cubicBezTo>
                  <a:pt x="5504" y="2249"/>
                  <a:pt x="5503" y="2264"/>
                  <a:pt x="5500" y="2279"/>
                </a:cubicBezTo>
                <a:cubicBezTo>
                  <a:pt x="5497" y="2293"/>
                  <a:pt x="5493" y="2307"/>
                  <a:pt x="5487" y="2321"/>
                </a:cubicBezTo>
                <a:cubicBezTo>
                  <a:pt x="5481" y="2335"/>
                  <a:pt x="5474" y="2348"/>
                  <a:pt x="5466" y="2360"/>
                </a:cubicBezTo>
                <a:cubicBezTo>
                  <a:pt x="5458" y="2373"/>
                  <a:pt x="5448" y="2384"/>
                  <a:pt x="5438" y="2395"/>
                </a:cubicBezTo>
                <a:cubicBezTo>
                  <a:pt x="5427" y="2405"/>
                  <a:pt x="5416" y="2415"/>
                  <a:pt x="5403" y="2423"/>
                </a:cubicBezTo>
                <a:cubicBezTo>
                  <a:pt x="5391" y="2431"/>
                  <a:pt x="5378" y="2438"/>
                  <a:pt x="5364" y="2444"/>
                </a:cubicBezTo>
                <a:cubicBezTo>
                  <a:pt x="5350" y="2450"/>
                  <a:pt x="5336" y="2454"/>
                  <a:pt x="5322" y="2457"/>
                </a:cubicBezTo>
                <a:cubicBezTo>
                  <a:pt x="5307" y="2460"/>
                  <a:pt x="5292" y="2461"/>
                  <a:pt x="5277" y="2461"/>
                </a:cubicBezTo>
                <a:lnTo>
                  <a:pt x="227" y="2461"/>
                </a:lnTo>
                <a:cubicBezTo>
                  <a:pt x="212" y="2461"/>
                  <a:pt x="197" y="2460"/>
                  <a:pt x="182" y="2457"/>
                </a:cubicBezTo>
                <a:cubicBezTo>
                  <a:pt x="168" y="2454"/>
                  <a:pt x="154" y="2450"/>
                  <a:pt x="140" y="2444"/>
                </a:cubicBezTo>
                <a:cubicBezTo>
                  <a:pt x="126" y="2438"/>
                  <a:pt x="113" y="2431"/>
                  <a:pt x="101" y="2423"/>
                </a:cubicBezTo>
                <a:cubicBezTo>
                  <a:pt x="88" y="2415"/>
                  <a:pt x="77" y="2405"/>
                  <a:pt x="66" y="2395"/>
                </a:cubicBezTo>
                <a:cubicBezTo>
                  <a:pt x="56" y="2384"/>
                  <a:pt x="46" y="2373"/>
                  <a:pt x="38" y="2360"/>
                </a:cubicBezTo>
                <a:cubicBezTo>
                  <a:pt x="30" y="2348"/>
                  <a:pt x="23" y="2335"/>
                  <a:pt x="17" y="2321"/>
                </a:cubicBezTo>
                <a:cubicBezTo>
                  <a:pt x="11" y="2307"/>
                  <a:pt x="7" y="2293"/>
                  <a:pt x="4" y="2279"/>
                </a:cubicBezTo>
                <a:cubicBezTo>
                  <a:pt x="1" y="2264"/>
                  <a:pt x="0" y="2249"/>
                  <a:pt x="0" y="2234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7" name=""/>
          <p:cNvSpPr/>
          <p:nvPr/>
        </p:nvSpPr>
        <p:spPr>
          <a:xfrm>
            <a:off x="652320" y="7358040"/>
            <a:ext cx="1981440" cy="885960"/>
          </a:xfrm>
          <a:custGeom>
            <a:avLst/>
            <a:gdLst/>
            <a:ahLst/>
            <a:rect l="0" t="0" r="r" b="b"/>
            <a:pathLst>
              <a:path w="5504" h="2461">
                <a:moveTo>
                  <a:pt x="0" y="2234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7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5277" y="0"/>
                </a:lnTo>
                <a:cubicBezTo>
                  <a:pt x="5292" y="0"/>
                  <a:pt x="5307" y="1"/>
                  <a:pt x="5322" y="4"/>
                </a:cubicBezTo>
                <a:cubicBezTo>
                  <a:pt x="5336" y="7"/>
                  <a:pt x="5350" y="11"/>
                  <a:pt x="5364" y="17"/>
                </a:cubicBezTo>
                <a:cubicBezTo>
                  <a:pt x="5378" y="23"/>
                  <a:pt x="5391" y="30"/>
                  <a:pt x="5403" y="38"/>
                </a:cubicBezTo>
                <a:cubicBezTo>
                  <a:pt x="5416" y="46"/>
                  <a:pt x="5427" y="55"/>
                  <a:pt x="5438" y="66"/>
                </a:cubicBezTo>
                <a:cubicBezTo>
                  <a:pt x="5448" y="77"/>
                  <a:pt x="5458" y="88"/>
                  <a:pt x="5466" y="100"/>
                </a:cubicBezTo>
                <a:cubicBezTo>
                  <a:pt x="5474" y="113"/>
                  <a:pt x="5481" y="126"/>
                  <a:pt x="5487" y="140"/>
                </a:cubicBezTo>
                <a:cubicBezTo>
                  <a:pt x="5493" y="153"/>
                  <a:pt x="5497" y="167"/>
                  <a:pt x="5500" y="182"/>
                </a:cubicBezTo>
                <a:cubicBezTo>
                  <a:pt x="5503" y="197"/>
                  <a:pt x="5504" y="211"/>
                  <a:pt x="5504" y="226"/>
                </a:cubicBezTo>
                <a:lnTo>
                  <a:pt x="5504" y="2234"/>
                </a:lnTo>
                <a:cubicBezTo>
                  <a:pt x="5504" y="2249"/>
                  <a:pt x="5503" y="2264"/>
                  <a:pt x="5500" y="2279"/>
                </a:cubicBezTo>
                <a:cubicBezTo>
                  <a:pt x="5497" y="2293"/>
                  <a:pt x="5493" y="2307"/>
                  <a:pt x="5487" y="2321"/>
                </a:cubicBezTo>
                <a:cubicBezTo>
                  <a:pt x="5481" y="2335"/>
                  <a:pt x="5474" y="2348"/>
                  <a:pt x="5466" y="2360"/>
                </a:cubicBezTo>
                <a:cubicBezTo>
                  <a:pt x="5458" y="2373"/>
                  <a:pt x="5448" y="2384"/>
                  <a:pt x="5438" y="2395"/>
                </a:cubicBezTo>
                <a:cubicBezTo>
                  <a:pt x="5427" y="2405"/>
                  <a:pt x="5416" y="2415"/>
                  <a:pt x="5403" y="2423"/>
                </a:cubicBezTo>
                <a:cubicBezTo>
                  <a:pt x="5391" y="2431"/>
                  <a:pt x="5378" y="2438"/>
                  <a:pt x="5364" y="2444"/>
                </a:cubicBezTo>
                <a:cubicBezTo>
                  <a:pt x="5350" y="2450"/>
                  <a:pt x="5336" y="2454"/>
                  <a:pt x="5322" y="2457"/>
                </a:cubicBezTo>
                <a:cubicBezTo>
                  <a:pt x="5307" y="2460"/>
                  <a:pt x="5292" y="2461"/>
                  <a:pt x="5277" y="2461"/>
                </a:cubicBezTo>
                <a:lnTo>
                  <a:pt x="227" y="2461"/>
                </a:lnTo>
                <a:cubicBezTo>
                  <a:pt x="212" y="2461"/>
                  <a:pt x="197" y="2460"/>
                  <a:pt x="182" y="2457"/>
                </a:cubicBezTo>
                <a:cubicBezTo>
                  <a:pt x="168" y="2454"/>
                  <a:pt x="154" y="2450"/>
                  <a:pt x="140" y="2444"/>
                </a:cubicBezTo>
                <a:cubicBezTo>
                  <a:pt x="126" y="2438"/>
                  <a:pt x="113" y="2431"/>
                  <a:pt x="101" y="2423"/>
                </a:cubicBezTo>
                <a:cubicBezTo>
                  <a:pt x="88" y="2415"/>
                  <a:pt x="77" y="2405"/>
                  <a:pt x="66" y="2395"/>
                </a:cubicBezTo>
                <a:cubicBezTo>
                  <a:pt x="56" y="2384"/>
                  <a:pt x="46" y="2373"/>
                  <a:pt x="38" y="2360"/>
                </a:cubicBezTo>
                <a:cubicBezTo>
                  <a:pt x="30" y="2348"/>
                  <a:pt x="23" y="2335"/>
                  <a:pt x="17" y="2321"/>
                </a:cubicBezTo>
                <a:cubicBezTo>
                  <a:pt x="11" y="2307"/>
                  <a:pt x="7" y="2293"/>
                  <a:pt x="4" y="2279"/>
                </a:cubicBezTo>
                <a:cubicBezTo>
                  <a:pt x="1" y="2264"/>
                  <a:pt x="0" y="2249"/>
                  <a:pt x="0" y="2234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5111280" y="6740640"/>
            <a:ext cx="14133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Images and pages optimised.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9" name=""/>
          <p:cNvSpPr txBox="1"/>
          <p:nvPr/>
        </p:nvSpPr>
        <p:spPr>
          <a:xfrm>
            <a:off x="837000" y="7554600"/>
            <a:ext cx="111780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0e0e14"/>
                </a:solidFill>
                <a:latin typeface="Inter-Semi"/>
                <a:ea typeface="Inter-Semi"/>
              </a:rPr>
              <a:t>Email that lands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0" name=""/>
          <p:cNvSpPr txBox="1"/>
          <p:nvPr/>
        </p:nvSpPr>
        <p:spPr>
          <a:xfrm>
            <a:off x="837000" y="7788240"/>
            <a:ext cx="14317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SPF/DKIM set up so your mail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1" name=""/>
          <p:cNvSpPr/>
          <p:nvPr/>
        </p:nvSpPr>
        <p:spPr>
          <a:xfrm>
            <a:off x="2786040" y="7358040"/>
            <a:ext cx="1990800" cy="885960"/>
          </a:xfrm>
          <a:custGeom>
            <a:avLst/>
            <a:gdLst/>
            <a:ahLst/>
            <a:rect l="0" t="0" r="r" b="b"/>
            <a:pathLst>
              <a:path w="5530" h="2461">
                <a:moveTo>
                  <a:pt x="0" y="2234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7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5" y="77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lnTo>
                  <a:pt x="5304" y="0"/>
                </a:lnTo>
                <a:cubicBezTo>
                  <a:pt x="5318" y="0"/>
                  <a:pt x="5333" y="1"/>
                  <a:pt x="5348" y="4"/>
                </a:cubicBezTo>
                <a:cubicBezTo>
                  <a:pt x="5362" y="7"/>
                  <a:pt x="5377" y="11"/>
                  <a:pt x="5390" y="17"/>
                </a:cubicBezTo>
                <a:cubicBezTo>
                  <a:pt x="5404" y="23"/>
                  <a:pt x="5417" y="30"/>
                  <a:pt x="5430" y="38"/>
                </a:cubicBezTo>
                <a:cubicBezTo>
                  <a:pt x="5442" y="46"/>
                  <a:pt x="5453" y="55"/>
                  <a:pt x="5464" y="66"/>
                </a:cubicBezTo>
                <a:cubicBezTo>
                  <a:pt x="5474" y="77"/>
                  <a:pt x="5484" y="88"/>
                  <a:pt x="5492" y="100"/>
                </a:cubicBezTo>
                <a:cubicBezTo>
                  <a:pt x="5500" y="113"/>
                  <a:pt x="5507" y="126"/>
                  <a:pt x="5513" y="140"/>
                </a:cubicBezTo>
                <a:cubicBezTo>
                  <a:pt x="5519" y="153"/>
                  <a:pt x="5523" y="167"/>
                  <a:pt x="5526" y="182"/>
                </a:cubicBezTo>
                <a:cubicBezTo>
                  <a:pt x="5529" y="197"/>
                  <a:pt x="5530" y="211"/>
                  <a:pt x="5530" y="226"/>
                </a:cubicBezTo>
                <a:lnTo>
                  <a:pt x="5530" y="2234"/>
                </a:lnTo>
                <a:cubicBezTo>
                  <a:pt x="5530" y="2249"/>
                  <a:pt x="5529" y="2264"/>
                  <a:pt x="5526" y="2279"/>
                </a:cubicBezTo>
                <a:cubicBezTo>
                  <a:pt x="5523" y="2293"/>
                  <a:pt x="5519" y="2307"/>
                  <a:pt x="5513" y="2321"/>
                </a:cubicBezTo>
                <a:cubicBezTo>
                  <a:pt x="5507" y="2335"/>
                  <a:pt x="5500" y="2348"/>
                  <a:pt x="5492" y="2360"/>
                </a:cubicBezTo>
                <a:cubicBezTo>
                  <a:pt x="5484" y="2373"/>
                  <a:pt x="5474" y="2384"/>
                  <a:pt x="5464" y="2395"/>
                </a:cubicBezTo>
                <a:cubicBezTo>
                  <a:pt x="5453" y="2405"/>
                  <a:pt x="5442" y="2415"/>
                  <a:pt x="5430" y="2423"/>
                </a:cubicBezTo>
                <a:cubicBezTo>
                  <a:pt x="5417" y="2431"/>
                  <a:pt x="5404" y="2438"/>
                  <a:pt x="5390" y="2444"/>
                </a:cubicBezTo>
                <a:cubicBezTo>
                  <a:pt x="5377" y="2450"/>
                  <a:pt x="5362" y="2454"/>
                  <a:pt x="5348" y="2457"/>
                </a:cubicBezTo>
                <a:cubicBezTo>
                  <a:pt x="5333" y="2460"/>
                  <a:pt x="5318" y="2461"/>
                  <a:pt x="5304" y="2461"/>
                </a:cubicBezTo>
                <a:lnTo>
                  <a:pt x="226" y="2461"/>
                </a:lnTo>
                <a:cubicBezTo>
                  <a:pt x="211" y="2461"/>
                  <a:pt x="197" y="2460"/>
                  <a:pt x="182" y="2457"/>
                </a:cubicBezTo>
                <a:cubicBezTo>
                  <a:pt x="167" y="2454"/>
                  <a:pt x="153" y="2450"/>
                  <a:pt x="140" y="2444"/>
                </a:cubicBezTo>
                <a:cubicBezTo>
                  <a:pt x="126" y="2438"/>
                  <a:pt x="113" y="2431"/>
                  <a:pt x="100" y="2423"/>
                </a:cubicBezTo>
                <a:cubicBezTo>
                  <a:pt x="88" y="2415"/>
                  <a:pt x="77" y="2405"/>
                  <a:pt x="66" y="2395"/>
                </a:cubicBezTo>
                <a:cubicBezTo>
                  <a:pt x="55" y="2384"/>
                  <a:pt x="46" y="2373"/>
                  <a:pt x="38" y="2360"/>
                </a:cubicBezTo>
                <a:cubicBezTo>
                  <a:pt x="30" y="2348"/>
                  <a:pt x="23" y="2335"/>
                  <a:pt x="17" y="2321"/>
                </a:cubicBezTo>
                <a:cubicBezTo>
                  <a:pt x="11" y="2307"/>
                  <a:pt x="7" y="2293"/>
                  <a:pt x="4" y="2279"/>
                </a:cubicBezTo>
                <a:cubicBezTo>
                  <a:pt x="1" y="2264"/>
                  <a:pt x="0" y="2249"/>
                  <a:pt x="0" y="2234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2" name=""/>
          <p:cNvSpPr/>
          <p:nvPr/>
        </p:nvSpPr>
        <p:spPr>
          <a:xfrm>
            <a:off x="2786040" y="7358040"/>
            <a:ext cx="1990800" cy="885960"/>
          </a:xfrm>
          <a:custGeom>
            <a:avLst/>
            <a:gdLst/>
            <a:ahLst/>
            <a:rect l="0" t="0" r="r" b="b"/>
            <a:pathLst>
              <a:path w="5530" h="2461">
                <a:moveTo>
                  <a:pt x="0" y="2234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7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5" y="77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lnTo>
                  <a:pt x="5304" y="0"/>
                </a:lnTo>
                <a:cubicBezTo>
                  <a:pt x="5318" y="0"/>
                  <a:pt x="5333" y="1"/>
                  <a:pt x="5348" y="4"/>
                </a:cubicBezTo>
                <a:cubicBezTo>
                  <a:pt x="5362" y="7"/>
                  <a:pt x="5377" y="11"/>
                  <a:pt x="5390" y="17"/>
                </a:cubicBezTo>
                <a:cubicBezTo>
                  <a:pt x="5404" y="23"/>
                  <a:pt x="5417" y="30"/>
                  <a:pt x="5430" y="38"/>
                </a:cubicBezTo>
                <a:cubicBezTo>
                  <a:pt x="5442" y="46"/>
                  <a:pt x="5453" y="55"/>
                  <a:pt x="5464" y="66"/>
                </a:cubicBezTo>
                <a:cubicBezTo>
                  <a:pt x="5474" y="77"/>
                  <a:pt x="5484" y="88"/>
                  <a:pt x="5492" y="100"/>
                </a:cubicBezTo>
                <a:cubicBezTo>
                  <a:pt x="5500" y="113"/>
                  <a:pt x="5507" y="126"/>
                  <a:pt x="5513" y="140"/>
                </a:cubicBezTo>
                <a:cubicBezTo>
                  <a:pt x="5519" y="153"/>
                  <a:pt x="5523" y="167"/>
                  <a:pt x="5526" y="182"/>
                </a:cubicBezTo>
                <a:cubicBezTo>
                  <a:pt x="5529" y="197"/>
                  <a:pt x="5530" y="211"/>
                  <a:pt x="5530" y="226"/>
                </a:cubicBezTo>
                <a:lnTo>
                  <a:pt x="5530" y="2234"/>
                </a:lnTo>
                <a:cubicBezTo>
                  <a:pt x="5530" y="2249"/>
                  <a:pt x="5529" y="2264"/>
                  <a:pt x="5526" y="2279"/>
                </a:cubicBezTo>
                <a:cubicBezTo>
                  <a:pt x="5523" y="2293"/>
                  <a:pt x="5519" y="2307"/>
                  <a:pt x="5513" y="2321"/>
                </a:cubicBezTo>
                <a:cubicBezTo>
                  <a:pt x="5507" y="2335"/>
                  <a:pt x="5500" y="2348"/>
                  <a:pt x="5492" y="2360"/>
                </a:cubicBezTo>
                <a:cubicBezTo>
                  <a:pt x="5484" y="2373"/>
                  <a:pt x="5474" y="2384"/>
                  <a:pt x="5464" y="2395"/>
                </a:cubicBezTo>
                <a:cubicBezTo>
                  <a:pt x="5453" y="2405"/>
                  <a:pt x="5442" y="2415"/>
                  <a:pt x="5430" y="2423"/>
                </a:cubicBezTo>
                <a:cubicBezTo>
                  <a:pt x="5417" y="2431"/>
                  <a:pt x="5404" y="2438"/>
                  <a:pt x="5390" y="2444"/>
                </a:cubicBezTo>
                <a:cubicBezTo>
                  <a:pt x="5377" y="2450"/>
                  <a:pt x="5362" y="2454"/>
                  <a:pt x="5348" y="2457"/>
                </a:cubicBezTo>
                <a:cubicBezTo>
                  <a:pt x="5333" y="2460"/>
                  <a:pt x="5318" y="2461"/>
                  <a:pt x="5304" y="2461"/>
                </a:cubicBezTo>
                <a:lnTo>
                  <a:pt x="226" y="2461"/>
                </a:lnTo>
                <a:cubicBezTo>
                  <a:pt x="211" y="2461"/>
                  <a:pt x="197" y="2460"/>
                  <a:pt x="182" y="2457"/>
                </a:cubicBezTo>
                <a:cubicBezTo>
                  <a:pt x="167" y="2454"/>
                  <a:pt x="153" y="2450"/>
                  <a:pt x="140" y="2444"/>
                </a:cubicBezTo>
                <a:cubicBezTo>
                  <a:pt x="126" y="2438"/>
                  <a:pt x="113" y="2431"/>
                  <a:pt x="100" y="2423"/>
                </a:cubicBezTo>
                <a:cubicBezTo>
                  <a:pt x="88" y="2415"/>
                  <a:pt x="77" y="2405"/>
                  <a:pt x="66" y="2395"/>
                </a:cubicBezTo>
                <a:cubicBezTo>
                  <a:pt x="55" y="2384"/>
                  <a:pt x="46" y="2373"/>
                  <a:pt x="38" y="2360"/>
                </a:cubicBezTo>
                <a:cubicBezTo>
                  <a:pt x="30" y="2348"/>
                  <a:pt x="23" y="2335"/>
                  <a:pt x="17" y="2321"/>
                </a:cubicBezTo>
                <a:cubicBezTo>
                  <a:pt x="11" y="2307"/>
                  <a:pt x="7" y="2293"/>
                  <a:pt x="4" y="2279"/>
                </a:cubicBezTo>
                <a:cubicBezTo>
                  <a:pt x="1" y="2264"/>
                  <a:pt x="0" y="2249"/>
                  <a:pt x="0" y="2234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3" name=""/>
          <p:cNvSpPr txBox="1"/>
          <p:nvPr/>
        </p:nvSpPr>
        <p:spPr>
          <a:xfrm>
            <a:off x="837000" y="7950240"/>
            <a:ext cx="9594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doesn't go to spam.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4" name=""/>
          <p:cNvSpPr txBox="1"/>
          <p:nvPr/>
        </p:nvSpPr>
        <p:spPr>
          <a:xfrm>
            <a:off x="2974320" y="7554600"/>
            <a:ext cx="46692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0e0e14"/>
                </a:solidFill>
                <a:latin typeface="Inter-Semi"/>
                <a:ea typeface="Inter-Semi"/>
              </a:rPr>
              <a:t>Tested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5" name=""/>
          <p:cNvSpPr txBox="1"/>
          <p:nvPr/>
        </p:nvSpPr>
        <p:spPr>
          <a:xfrm>
            <a:off x="2974320" y="7788240"/>
            <a:ext cx="8010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Links, forms and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6" name=""/>
          <p:cNvSpPr/>
          <p:nvPr/>
        </p:nvSpPr>
        <p:spPr>
          <a:xfrm>
            <a:off x="4929120" y="7358040"/>
            <a:ext cx="1981440" cy="885960"/>
          </a:xfrm>
          <a:custGeom>
            <a:avLst/>
            <a:gdLst/>
            <a:ahLst/>
            <a:rect l="0" t="0" r="r" b="b"/>
            <a:pathLst>
              <a:path w="5504" h="2461">
                <a:moveTo>
                  <a:pt x="0" y="2234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7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7" y="66"/>
                </a:cubicBezTo>
                <a:cubicBezTo>
                  <a:pt x="78" y="55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7" y="0"/>
                </a:cubicBezTo>
                <a:lnTo>
                  <a:pt x="5277" y="0"/>
                </a:lnTo>
                <a:cubicBezTo>
                  <a:pt x="5292" y="0"/>
                  <a:pt x="5307" y="1"/>
                  <a:pt x="5321" y="4"/>
                </a:cubicBezTo>
                <a:cubicBezTo>
                  <a:pt x="5336" y="7"/>
                  <a:pt x="5350" y="11"/>
                  <a:pt x="5364" y="17"/>
                </a:cubicBezTo>
                <a:cubicBezTo>
                  <a:pt x="5378" y="23"/>
                  <a:pt x="5391" y="30"/>
                  <a:pt x="5403" y="38"/>
                </a:cubicBezTo>
                <a:cubicBezTo>
                  <a:pt x="5416" y="46"/>
                  <a:pt x="5427" y="55"/>
                  <a:pt x="5438" y="66"/>
                </a:cubicBezTo>
                <a:cubicBezTo>
                  <a:pt x="5448" y="77"/>
                  <a:pt x="5458" y="88"/>
                  <a:pt x="5466" y="100"/>
                </a:cubicBezTo>
                <a:cubicBezTo>
                  <a:pt x="5474" y="113"/>
                  <a:pt x="5481" y="126"/>
                  <a:pt x="5487" y="140"/>
                </a:cubicBezTo>
                <a:cubicBezTo>
                  <a:pt x="5492" y="153"/>
                  <a:pt x="5497" y="167"/>
                  <a:pt x="5500" y="182"/>
                </a:cubicBezTo>
                <a:cubicBezTo>
                  <a:pt x="5503" y="197"/>
                  <a:pt x="5504" y="211"/>
                  <a:pt x="5504" y="226"/>
                </a:cubicBezTo>
                <a:lnTo>
                  <a:pt x="5504" y="2234"/>
                </a:lnTo>
                <a:cubicBezTo>
                  <a:pt x="5504" y="2249"/>
                  <a:pt x="5503" y="2264"/>
                  <a:pt x="5500" y="2279"/>
                </a:cubicBezTo>
                <a:cubicBezTo>
                  <a:pt x="5497" y="2293"/>
                  <a:pt x="5492" y="2307"/>
                  <a:pt x="5487" y="2321"/>
                </a:cubicBezTo>
                <a:cubicBezTo>
                  <a:pt x="5481" y="2335"/>
                  <a:pt x="5474" y="2348"/>
                  <a:pt x="5466" y="2360"/>
                </a:cubicBezTo>
                <a:cubicBezTo>
                  <a:pt x="5458" y="2373"/>
                  <a:pt x="5448" y="2384"/>
                  <a:pt x="5438" y="2395"/>
                </a:cubicBezTo>
                <a:cubicBezTo>
                  <a:pt x="5427" y="2405"/>
                  <a:pt x="5416" y="2415"/>
                  <a:pt x="5403" y="2423"/>
                </a:cubicBezTo>
                <a:cubicBezTo>
                  <a:pt x="5391" y="2431"/>
                  <a:pt x="5378" y="2438"/>
                  <a:pt x="5364" y="2444"/>
                </a:cubicBezTo>
                <a:cubicBezTo>
                  <a:pt x="5350" y="2450"/>
                  <a:pt x="5336" y="2454"/>
                  <a:pt x="5321" y="2457"/>
                </a:cubicBezTo>
                <a:cubicBezTo>
                  <a:pt x="5307" y="2460"/>
                  <a:pt x="5292" y="2461"/>
                  <a:pt x="5277" y="2461"/>
                </a:cubicBezTo>
                <a:lnTo>
                  <a:pt x="227" y="2461"/>
                </a:lnTo>
                <a:cubicBezTo>
                  <a:pt x="213" y="2461"/>
                  <a:pt x="198" y="2460"/>
                  <a:pt x="183" y="2457"/>
                </a:cubicBezTo>
                <a:cubicBezTo>
                  <a:pt x="169" y="2454"/>
                  <a:pt x="154" y="2450"/>
                  <a:pt x="141" y="2444"/>
                </a:cubicBezTo>
                <a:cubicBezTo>
                  <a:pt x="127" y="2438"/>
                  <a:pt x="114" y="2431"/>
                  <a:pt x="101" y="2423"/>
                </a:cubicBezTo>
                <a:cubicBezTo>
                  <a:pt x="89" y="2415"/>
                  <a:pt x="78" y="2405"/>
                  <a:pt x="67" y="2395"/>
                </a:cubicBezTo>
                <a:cubicBezTo>
                  <a:pt x="56" y="2384"/>
                  <a:pt x="46" y="2373"/>
                  <a:pt x="38" y="2360"/>
                </a:cubicBezTo>
                <a:cubicBezTo>
                  <a:pt x="30" y="2348"/>
                  <a:pt x="23" y="2335"/>
                  <a:pt x="17" y="2321"/>
                </a:cubicBezTo>
                <a:cubicBezTo>
                  <a:pt x="11" y="2307"/>
                  <a:pt x="7" y="2293"/>
                  <a:pt x="4" y="2279"/>
                </a:cubicBezTo>
                <a:cubicBezTo>
                  <a:pt x="1" y="2264"/>
                  <a:pt x="0" y="2249"/>
                  <a:pt x="0" y="2234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7" name=""/>
          <p:cNvSpPr/>
          <p:nvPr/>
        </p:nvSpPr>
        <p:spPr>
          <a:xfrm>
            <a:off x="4929120" y="7358040"/>
            <a:ext cx="1981440" cy="885960"/>
          </a:xfrm>
          <a:custGeom>
            <a:avLst/>
            <a:gdLst/>
            <a:ahLst/>
            <a:rect l="0" t="0" r="r" b="b"/>
            <a:pathLst>
              <a:path w="5504" h="2461">
                <a:moveTo>
                  <a:pt x="0" y="2234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7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7" y="66"/>
                </a:cubicBezTo>
                <a:cubicBezTo>
                  <a:pt x="78" y="55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7" y="0"/>
                </a:cubicBezTo>
                <a:lnTo>
                  <a:pt x="5277" y="0"/>
                </a:lnTo>
                <a:cubicBezTo>
                  <a:pt x="5292" y="0"/>
                  <a:pt x="5307" y="1"/>
                  <a:pt x="5321" y="4"/>
                </a:cubicBezTo>
                <a:cubicBezTo>
                  <a:pt x="5336" y="7"/>
                  <a:pt x="5350" y="11"/>
                  <a:pt x="5364" y="17"/>
                </a:cubicBezTo>
                <a:cubicBezTo>
                  <a:pt x="5378" y="23"/>
                  <a:pt x="5391" y="30"/>
                  <a:pt x="5403" y="38"/>
                </a:cubicBezTo>
                <a:cubicBezTo>
                  <a:pt x="5416" y="46"/>
                  <a:pt x="5427" y="55"/>
                  <a:pt x="5438" y="66"/>
                </a:cubicBezTo>
                <a:cubicBezTo>
                  <a:pt x="5448" y="77"/>
                  <a:pt x="5458" y="88"/>
                  <a:pt x="5466" y="100"/>
                </a:cubicBezTo>
                <a:cubicBezTo>
                  <a:pt x="5474" y="113"/>
                  <a:pt x="5481" y="126"/>
                  <a:pt x="5487" y="140"/>
                </a:cubicBezTo>
                <a:cubicBezTo>
                  <a:pt x="5492" y="153"/>
                  <a:pt x="5497" y="167"/>
                  <a:pt x="5500" y="182"/>
                </a:cubicBezTo>
                <a:cubicBezTo>
                  <a:pt x="5503" y="197"/>
                  <a:pt x="5504" y="211"/>
                  <a:pt x="5504" y="226"/>
                </a:cubicBezTo>
                <a:lnTo>
                  <a:pt x="5504" y="2234"/>
                </a:lnTo>
                <a:cubicBezTo>
                  <a:pt x="5504" y="2249"/>
                  <a:pt x="5503" y="2264"/>
                  <a:pt x="5500" y="2279"/>
                </a:cubicBezTo>
                <a:cubicBezTo>
                  <a:pt x="5497" y="2293"/>
                  <a:pt x="5492" y="2307"/>
                  <a:pt x="5487" y="2321"/>
                </a:cubicBezTo>
                <a:cubicBezTo>
                  <a:pt x="5481" y="2335"/>
                  <a:pt x="5474" y="2348"/>
                  <a:pt x="5466" y="2360"/>
                </a:cubicBezTo>
                <a:cubicBezTo>
                  <a:pt x="5458" y="2373"/>
                  <a:pt x="5448" y="2384"/>
                  <a:pt x="5438" y="2395"/>
                </a:cubicBezTo>
                <a:cubicBezTo>
                  <a:pt x="5427" y="2405"/>
                  <a:pt x="5416" y="2415"/>
                  <a:pt x="5403" y="2423"/>
                </a:cubicBezTo>
                <a:cubicBezTo>
                  <a:pt x="5391" y="2431"/>
                  <a:pt x="5378" y="2438"/>
                  <a:pt x="5364" y="2444"/>
                </a:cubicBezTo>
                <a:cubicBezTo>
                  <a:pt x="5350" y="2450"/>
                  <a:pt x="5336" y="2454"/>
                  <a:pt x="5321" y="2457"/>
                </a:cubicBezTo>
                <a:cubicBezTo>
                  <a:pt x="5307" y="2460"/>
                  <a:pt x="5292" y="2461"/>
                  <a:pt x="5277" y="2461"/>
                </a:cubicBezTo>
                <a:lnTo>
                  <a:pt x="227" y="2461"/>
                </a:lnTo>
                <a:cubicBezTo>
                  <a:pt x="213" y="2461"/>
                  <a:pt x="198" y="2460"/>
                  <a:pt x="183" y="2457"/>
                </a:cubicBezTo>
                <a:cubicBezTo>
                  <a:pt x="169" y="2454"/>
                  <a:pt x="154" y="2450"/>
                  <a:pt x="141" y="2444"/>
                </a:cubicBezTo>
                <a:cubicBezTo>
                  <a:pt x="127" y="2438"/>
                  <a:pt x="114" y="2431"/>
                  <a:pt x="101" y="2423"/>
                </a:cubicBezTo>
                <a:cubicBezTo>
                  <a:pt x="89" y="2415"/>
                  <a:pt x="78" y="2405"/>
                  <a:pt x="67" y="2395"/>
                </a:cubicBezTo>
                <a:cubicBezTo>
                  <a:pt x="56" y="2384"/>
                  <a:pt x="46" y="2373"/>
                  <a:pt x="38" y="2360"/>
                </a:cubicBezTo>
                <a:cubicBezTo>
                  <a:pt x="30" y="2348"/>
                  <a:pt x="23" y="2335"/>
                  <a:pt x="17" y="2321"/>
                </a:cubicBezTo>
                <a:cubicBezTo>
                  <a:pt x="11" y="2307"/>
                  <a:pt x="7" y="2293"/>
                  <a:pt x="4" y="2279"/>
                </a:cubicBezTo>
                <a:cubicBezTo>
                  <a:pt x="1" y="2264"/>
                  <a:pt x="0" y="2249"/>
                  <a:pt x="0" y="2234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8" name=""/>
          <p:cNvSpPr txBox="1"/>
          <p:nvPr/>
        </p:nvSpPr>
        <p:spPr>
          <a:xfrm>
            <a:off x="2974320" y="7950240"/>
            <a:ext cx="12657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WhatsApp/phone buttons.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9" name=""/>
          <p:cNvSpPr txBox="1"/>
          <p:nvPr/>
        </p:nvSpPr>
        <p:spPr>
          <a:xfrm>
            <a:off x="5111280" y="7554600"/>
            <a:ext cx="87696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0e0e14"/>
                </a:solidFill>
                <a:latin typeface="Inter-Semi"/>
                <a:ea typeface="Inter-Semi"/>
              </a:rPr>
              <a:t>Handed over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0" name=""/>
          <p:cNvSpPr/>
          <p:nvPr/>
        </p:nvSpPr>
        <p:spPr>
          <a:xfrm>
            <a:off x="752400" y="1676160"/>
            <a:ext cx="9720" cy="4143960"/>
          </a:xfrm>
          <a:custGeom>
            <a:avLst/>
            <a:gdLst/>
            <a:ahLst/>
            <a:rect l="0" t="0" r="r" b="b"/>
            <a:pathLst>
              <a:path w="27" h="11511">
                <a:moveTo>
                  <a:pt x="0" y="0"/>
                </a:moveTo>
                <a:lnTo>
                  <a:pt x="27" y="0"/>
                </a:lnTo>
                <a:lnTo>
                  <a:pt x="27" y="11511"/>
                </a:lnTo>
                <a:lnTo>
                  <a:pt x="0" y="11511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1" name=""/>
          <p:cNvSpPr txBox="1"/>
          <p:nvPr/>
        </p:nvSpPr>
        <p:spPr>
          <a:xfrm>
            <a:off x="5111280" y="7788240"/>
            <a:ext cx="14151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All logins and a backup copy.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2" name=""/>
          <p:cNvSpPr txBox="1"/>
          <p:nvPr/>
        </p:nvSpPr>
        <p:spPr>
          <a:xfrm>
            <a:off x="1017000" y="1689120"/>
            <a:ext cx="10324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A L M O S T   D O N E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3" name=""/>
          <p:cNvSpPr txBox="1"/>
          <p:nvPr/>
        </p:nvSpPr>
        <p:spPr>
          <a:xfrm>
            <a:off x="1017000" y="1844280"/>
            <a:ext cx="9820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Website build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4" name=""/>
          <p:cNvSpPr/>
          <p:nvPr/>
        </p:nvSpPr>
        <p:spPr>
          <a:xfrm>
            <a:off x="690480" y="1719000"/>
            <a:ext cx="133560" cy="133920"/>
          </a:xfrm>
          <a:custGeom>
            <a:avLst/>
            <a:gdLst/>
            <a:ahLst/>
            <a:rect l="0" t="0" r="r" b="b"/>
            <a:pathLst>
              <a:path w="371" h="372">
                <a:moveTo>
                  <a:pt x="371" y="185"/>
                </a:moveTo>
                <a:cubicBezTo>
                  <a:pt x="371" y="198"/>
                  <a:pt x="370" y="210"/>
                  <a:pt x="368" y="223"/>
                </a:cubicBezTo>
                <a:cubicBezTo>
                  <a:pt x="365" y="234"/>
                  <a:pt x="362" y="246"/>
                  <a:pt x="357" y="257"/>
                </a:cubicBezTo>
                <a:cubicBezTo>
                  <a:pt x="352" y="269"/>
                  <a:pt x="347" y="279"/>
                  <a:pt x="340" y="289"/>
                </a:cubicBezTo>
                <a:cubicBezTo>
                  <a:pt x="333" y="299"/>
                  <a:pt x="325" y="309"/>
                  <a:pt x="317" y="317"/>
                </a:cubicBezTo>
                <a:cubicBezTo>
                  <a:pt x="308" y="326"/>
                  <a:pt x="299" y="334"/>
                  <a:pt x="289" y="340"/>
                </a:cubicBezTo>
                <a:cubicBezTo>
                  <a:pt x="279" y="347"/>
                  <a:pt x="268" y="353"/>
                  <a:pt x="257" y="358"/>
                </a:cubicBezTo>
                <a:cubicBezTo>
                  <a:pt x="246" y="362"/>
                  <a:pt x="234" y="366"/>
                  <a:pt x="222" y="368"/>
                </a:cubicBezTo>
                <a:cubicBezTo>
                  <a:pt x="210" y="370"/>
                  <a:pt x="198" y="372"/>
                  <a:pt x="186" y="372"/>
                </a:cubicBezTo>
                <a:cubicBezTo>
                  <a:pt x="174" y="372"/>
                  <a:pt x="162" y="370"/>
                  <a:pt x="150" y="368"/>
                </a:cubicBezTo>
                <a:cubicBezTo>
                  <a:pt x="138" y="366"/>
                  <a:pt x="126" y="362"/>
                  <a:pt x="114" y="358"/>
                </a:cubicBezTo>
                <a:cubicBezTo>
                  <a:pt x="103" y="353"/>
                  <a:pt x="92" y="347"/>
                  <a:pt x="82" y="340"/>
                </a:cubicBezTo>
                <a:cubicBezTo>
                  <a:pt x="72" y="334"/>
                  <a:pt x="63" y="326"/>
                  <a:pt x="54" y="317"/>
                </a:cubicBezTo>
                <a:cubicBezTo>
                  <a:pt x="45" y="309"/>
                  <a:pt x="38" y="299"/>
                  <a:pt x="31" y="289"/>
                </a:cubicBezTo>
                <a:cubicBezTo>
                  <a:pt x="24" y="279"/>
                  <a:pt x="18" y="269"/>
                  <a:pt x="14" y="257"/>
                </a:cubicBezTo>
                <a:cubicBezTo>
                  <a:pt x="9" y="246"/>
                  <a:pt x="6" y="234"/>
                  <a:pt x="3" y="223"/>
                </a:cubicBezTo>
                <a:cubicBezTo>
                  <a:pt x="1" y="210"/>
                  <a:pt x="0" y="198"/>
                  <a:pt x="0" y="185"/>
                </a:cubicBez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6" y="10"/>
                  <a:pt x="138" y="6"/>
                  <a:pt x="150" y="4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4"/>
                </a:cubicBezTo>
                <a:cubicBezTo>
                  <a:pt x="234" y="6"/>
                  <a:pt x="246" y="10"/>
                  <a:pt x="257" y="14"/>
                </a:cubicBezTo>
                <a:cubicBezTo>
                  <a:pt x="268" y="19"/>
                  <a:pt x="279" y="25"/>
                  <a:pt x="289" y="31"/>
                </a:cubicBezTo>
                <a:cubicBezTo>
                  <a:pt x="299" y="38"/>
                  <a:pt x="308" y="46"/>
                  <a:pt x="317" y="54"/>
                </a:cubicBezTo>
                <a:cubicBezTo>
                  <a:pt x="325" y="63"/>
                  <a:pt x="333" y="72"/>
                  <a:pt x="340" y="83"/>
                </a:cubicBezTo>
                <a:cubicBezTo>
                  <a:pt x="347" y="93"/>
                  <a:pt x="352" y="103"/>
                  <a:pt x="357" y="115"/>
                </a:cubicBezTo>
                <a:cubicBezTo>
                  <a:pt x="362" y="126"/>
                  <a:pt x="365" y="137"/>
                  <a:pt x="368" y="149"/>
                </a:cubicBezTo>
                <a:cubicBezTo>
                  <a:pt x="370" y="161"/>
                  <a:pt x="371" y="173"/>
                  <a:pt x="371" y="185"/>
                </a:cubicBezTo>
                <a:close/>
              </a:path>
            </a:pathLst>
          </a:custGeom>
          <a:solidFill>
            <a:srgbClr val="6a26d8"/>
          </a:solidFill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85" name=""/>
          <p:cNvSpPr txBox="1"/>
          <p:nvPr/>
        </p:nvSpPr>
        <p:spPr>
          <a:xfrm>
            <a:off x="1017000" y="2054160"/>
            <a:ext cx="29008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All 7 pages built from your content. Final touches underway.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6" name=""/>
          <p:cNvSpPr txBox="1"/>
          <p:nvPr/>
        </p:nvSpPr>
        <p:spPr>
          <a:xfrm>
            <a:off x="1017000" y="2384640"/>
            <a:ext cx="39096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D AY   0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7" name=""/>
          <p:cNvSpPr txBox="1"/>
          <p:nvPr/>
        </p:nvSpPr>
        <p:spPr>
          <a:xfrm>
            <a:off x="1017000" y="2530080"/>
            <a:ext cx="837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Onboarding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8" name=""/>
          <p:cNvSpPr/>
          <p:nvPr/>
        </p:nvSpPr>
        <p:spPr>
          <a:xfrm>
            <a:off x="690480" y="2404800"/>
            <a:ext cx="133560" cy="143280"/>
          </a:xfrm>
          <a:custGeom>
            <a:avLst/>
            <a:gdLst/>
            <a:ahLst/>
            <a:rect l="0" t="0" r="r" b="b"/>
            <a:pathLst>
              <a:path w="371" h="398">
                <a:moveTo>
                  <a:pt x="0" y="21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6" y="10"/>
                  <a:pt x="138" y="6"/>
                  <a:pt x="150" y="4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4"/>
                </a:cubicBezTo>
                <a:cubicBezTo>
                  <a:pt x="234" y="6"/>
                  <a:pt x="246" y="10"/>
                  <a:pt x="257" y="14"/>
                </a:cubicBezTo>
                <a:cubicBezTo>
                  <a:pt x="268" y="19"/>
                  <a:pt x="279" y="25"/>
                  <a:pt x="289" y="31"/>
                </a:cubicBezTo>
                <a:cubicBezTo>
                  <a:pt x="299" y="38"/>
                  <a:pt x="308" y="46"/>
                  <a:pt x="317" y="54"/>
                </a:cubicBezTo>
                <a:cubicBezTo>
                  <a:pt x="325" y="63"/>
                  <a:pt x="333" y="72"/>
                  <a:pt x="340" y="83"/>
                </a:cubicBezTo>
                <a:cubicBezTo>
                  <a:pt x="347" y="93"/>
                  <a:pt x="352" y="103"/>
                  <a:pt x="357" y="115"/>
                </a:cubicBezTo>
                <a:cubicBezTo>
                  <a:pt x="362" y="126"/>
                  <a:pt x="365" y="137"/>
                  <a:pt x="368" y="149"/>
                </a:cubicBezTo>
                <a:cubicBezTo>
                  <a:pt x="370" y="161"/>
                  <a:pt x="371" y="173"/>
                  <a:pt x="371" y="185"/>
                </a:cubicBezTo>
                <a:lnTo>
                  <a:pt x="371" y="212"/>
                </a:lnTo>
                <a:cubicBezTo>
                  <a:pt x="371" y="224"/>
                  <a:pt x="370" y="236"/>
                  <a:pt x="368" y="248"/>
                </a:cubicBezTo>
                <a:cubicBezTo>
                  <a:pt x="365" y="261"/>
                  <a:pt x="362" y="273"/>
                  <a:pt x="357" y="284"/>
                </a:cubicBezTo>
                <a:cubicBezTo>
                  <a:pt x="352" y="295"/>
                  <a:pt x="347" y="306"/>
                  <a:pt x="340" y="316"/>
                </a:cubicBezTo>
                <a:cubicBezTo>
                  <a:pt x="333" y="326"/>
                  <a:pt x="325" y="335"/>
                  <a:pt x="317" y="344"/>
                </a:cubicBezTo>
                <a:cubicBezTo>
                  <a:pt x="308" y="352"/>
                  <a:pt x="299" y="360"/>
                  <a:pt x="289" y="367"/>
                </a:cubicBezTo>
                <a:cubicBezTo>
                  <a:pt x="279" y="374"/>
                  <a:pt x="268" y="379"/>
                  <a:pt x="257" y="384"/>
                </a:cubicBezTo>
                <a:cubicBezTo>
                  <a:pt x="246" y="389"/>
                  <a:pt x="234" y="392"/>
                  <a:pt x="222" y="395"/>
                </a:cubicBezTo>
                <a:cubicBezTo>
                  <a:pt x="210" y="397"/>
                  <a:pt x="198" y="398"/>
                  <a:pt x="186" y="398"/>
                </a:cubicBezTo>
                <a:cubicBezTo>
                  <a:pt x="174" y="398"/>
                  <a:pt x="162" y="397"/>
                  <a:pt x="150" y="395"/>
                </a:cubicBezTo>
                <a:cubicBezTo>
                  <a:pt x="138" y="392"/>
                  <a:pt x="126" y="389"/>
                  <a:pt x="114" y="384"/>
                </a:cubicBezTo>
                <a:cubicBezTo>
                  <a:pt x="103" y="379"/>
                  <a:pt x="92" y="374"/>
                  <a:pt x="82" y="367"/>
                </a:cubicBezTo>
                <a:cubicBezTo>
                  <a:pt x="72" y="360"/>
                  <a:pt x="63" y="352"/>
                  <a:pt x="54" y="344"/>
                </a:cubicBezTo>
                <a:cubicBezTo>
                  <a:pt x="45" y="335"/>
                  <a:pt x="38" y="326"/>
                  <a:pt x="31" y="316"/>
                </a:cubicBezTo>
                <a:cubicBezTo>
                  <a:pt x="24" y="306"/>
                  <a:pt x="18" y="295"/>
                  <a:pt x="14" y="284"/>
                </a:cubicBezTo>
                <a:cubicBezTo>
                  <a:pt x="9" y="273"/>
                  <a:pt x="6" y="261"/>
                  <a:pt x="3" y="248"/>
                </a:cubicBezTo>
                <a:cubicBezTo>
                  <a:pt x="1" y="236"/>
                  <a:pt x="0" y="224"/>
                  <a:pt x="0" y="21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9" name=""/>
          <p:cNvSpPr/>
          <p:nvPr/>
        </p:nvSpPr>
        <p:spPr>
          <a:xfrm>
            <a:off x="690480" y="2404800"/>
            <a:ext cx="133560" cy="143280"/>
          </a:xfrm>
          <a:custGeom>
            <a:avLst/>
            <a:gdLst/>
            <a:ahLst/>
            <a:rect l="0" t="0" r="r" b="b"/>
            <a:pathLst>
              <a:path w="371" h="398">
                <a:moveTo>
                  <a:pt x="0" y="21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6" y="10"/>
                  <a:pt x="138" y="6"/>
                  <a:pt x="150" y="4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4"/>
                </a:cubicBezTo>
                <a:cubicBezTo>
                  <a:pt x="234" y="6"/>
                  <a:pt x="246" y="10"/>
                  <a:pt x="257" y="14"/>
                </a:cubicBezTo>
                <a:cubicBezTo>
                  <a:pt x="268" y="19"/>
                  <a:pt x="279" y="25"/>
                  <a:pt x="289" y="31"/>
                </a:cubicBezTo>
                <a:cubicBezTo>
                  <a:pt x="299" y="38"/>
                  <a:pt x="308" y="46"/>
                  <a:pt x="317" y="54"/>
                </a:cubicBezTo>
                <a:cubicBezTo>
                  <a:pt x="325" y="63"/>
                  <a:pt x="333" y="72"/>
                  <a:pt x="340" y="83"/>
                </a:cubicBezTo>
                <a:cubicBezTo>
                  <a:pt x="347" y="93"/>
                  <a:pt x="352" y="103"/>
                  <a:pt x="357" y="115"/>
                </a:cubicBezTo>
                <a:cubicBezTo>
                  <a:pt x="362" y="126"/>
                  <a:pt x="365" y="137"/>
                  <a:pt x="368" y="149"/>
                </a:cubicBezTo>
                <a:cubicBezTo>
                  <a:pt x="370" y="161"/>
                  <a:pt x="371" y="173"/>
                  <a:pt x="371" y="185"/>
                </a:cubicBezTo>
                <a:lnTo>
                  <a:pt x="371" y="212"/>
                </a:lnTo>
                <a:cubicBezTo>
                  <a:pt x="371" y="224"/>
                  <a:pt x="370" y="236"/>
                  <a:pt x="368" y="248"/>
                </a:cubicBezTo>
                <a:cubicBezTo>
                  <a:pt x="365" y="261"/>
                  <a:pt x="362" y="273"/>
                  <a:pt x="357" y="284"/>
                </a:cubicBezTo>
                <a:cubicBezTo>
                  <a:pt x="352" y="295"/>
                  <a:pt x="347" y="306"/>
                  <a:pt x="340" y="316"/>
                </a:cubicBezTo>
                <a:cubicBezTo>
                  <a:pt x="333" y="326"/>
                  <a:pt x="325" y="335"/>
                  <a:pt x="317" y="344"/>
                </a:cubicBezTo>
                <a:cubicBezTo>
                  <a:pt x="308" y="352"/>
                  <a:pt x="299" y="360"/>
                  <a:pt x="289" y="367"/>
                </a:cubicBezTo>
                <a:cubicBezTo>
                  <a:pt x="279" y="374"/>
                  <a:pt x="268" y="379"/>
                  <a:pt x="257" y="384"/>
                </a:cubicBezTo>
                <a:cubicBezTo>
                  <a:pt x="246" y="389"/>
                  <a:pt x="234" y="392"/>
                  <a:pt x="222" y="395"/>
                </a:cubicBezTo>
                <a:cubicBezTo>
                  <a:pt x="210" y="397"/>
                  <a:pt x="198" y="398"/>
                  <a:pt x="186" y="398"/>
                </a:cubicBezTo>
                <a:cubicBezTo>
                  <a:pt x="174" y="398"/>
                  <a:pt x="162" y="397"/>
                  <a:pt x="150" y="395"/>
                </a:cubicBezTo>
                <a:cubicBezTo>
                  <a:pt x="138" y="392"/>
                  <a:pt x="126" y="389"/>
                  <a:pt x="114" y="384"/>
                </a:cubicBezTo>
                <a:cubicBezTo>
                  <a:pt x="103" y="379"/>
                  <a:pt x="92" y="374"/>
                  <a:pt x="82" y="367"/>
                </a:cubicBezTo>
                <a:cubicBezTo>
                  <a:pt x="72" y="360"/>
                  <a:pt x="63" y="352"/>
                  <a:pt x="54" y="344"/>
                </a:cubicBezTo>
                <a:cubicBezTo>
                  <a:pt x="45" y="335"/>
                  <a:pt x="38" y="326"/>
                  <a:pt x="31" y="316"/>
                </a:cubicBezTo>
                <a:cubicBezTo>
                  <a:pt x="24" y="306"/>
                  <a:pt x="18" y="295"/>
                  <a:pt x="14" y="284"/>
                </a:cubicBezTo>
                <a:cubicBezTo>
                  <a:pt x="9" y="273"/>
                  <a:pt x="6" y="261"/>
                  <a:pt x="3" y="248"/>
                </a:cubicBezTo>
                <a:cubicBezTo>
                  <a:pt x="1" y="236"/>
                  <a:pt x="0" y="224"/>
                  <a:pt x="0" y="212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0" name=""/>
          <p:cNvSpPr txBox="1"/>
          <p:nvPr/>
        </p:nvSpPr>
        <p:spPr>
          <a:xfrm>
            <a:off x="1017000" y="2749680"/>
            <a:ext cx="33213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Fill in the short form, sign the agreement and pay the first instalment.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1" name=""/>
          <p:cNvSpPr txBox="1"/>
          <p:nvPr/>
        </p:nvSpPr>
        <p:spPr>
          <a:xfrm>
            <a:off x="1017000" y="3070440"/>
            <a:ext cx="6804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D AY   1   –   2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2" name=""/>
          <p:cNvSpPr txBox="1"/>
          <p:nvPr/>
        </p:nvSpPr>
        <p:spPr>
          <a:xfrm>
            <a:off x="1017000" y="3225600"/>
            <a:ext cx="1278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Domain &amp; hosting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3" name=""/>
          <p:cNvSpPr txBox="1"/>
          <p:nvPr/>
        </p:nvSpPr>
        <p:spPr>
          <a:xfrm>
            <a:off x="1017000" y="3435480"/>
            <a:ext cx="15919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On a quick call, we help you buy 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4" name=""/>
          <p:cNvSpPr txBox="1"/>
          <p:nvPr/>
        </p:nvSpPr>
        <p:spPr>
          <a:xfrm>
            <a:off x="2596320" y="3439440"/>
            <a:ext cx="50832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0e0e14"/>
                </a:solidFill>
                <a:latin typeface="Inter-Semi"/>
                <a:ea typeface="Inter-Semi"/>
              </a:rPr>
              <a:t>gfxt.com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5" name=""/>
          <p:cNvSpPr/>
          <p:nvPr/>
        </p:nvSpPr>
        <p:spPr>
          <a:xfrm>
            <a:off x="690480" y="3100320"/>
            <a:ext cx="133560" cy="133560"/>
          </a:xfrm>
          <a:custGeom>
            <a:avLst/>
            <a:gdLst/>
            <a:ahLst/>
            <a:rect l="0" t="0" r="r" b="b"/>
            <a:pathLst>
              <a:path w="371" h="371">
                <a:moveTo>
                  <a:pt x="371" y="186"/>
                </a:moveTo>
                <a:cubicBezTo>
                  <a:pt x="371" y="198"/>
                  <a:pt x="370" y="210"/>
                  <a:pt x="368" y="222"/>
                </a:cubicBezTo>
                <a:cubicBezTo>
                  <a:pt x="365" y="234"/>
                  <a:pt x="362" y="246"/>
                  <a:pt x="357" y="257"/>
                </a:cubicBezTo>
                <a:cubicBezTo>
                  <a:pt x="352" y="268"/>
                  <a:pt x="347" y="279"/>
                  <a:pt x="340" y="289"/>
                </a:cubicBezTo>
                <a:cubicBezTo>
                  <a:pt x="333" y="299"/>
                  <a:pt x="325" y="308"/>
                  <a:pt x="317" y="317"/>
                </a:cubicBezTo>
                <a:cubicBezTo>
                  <a:pt x="308" y="325"/>
                  <a:pt x="299" y="333"/>
                  <a:pt x="289" y="340"/>
                </a:cubicBezTo>
                <a:cubicBezTo>
                  <a:pt x="279" y="347"/>
                  <a:pt x="268" y="352"/>
                  <a:pt x="257" y="357"/>
                </a:cubicBezTo>
                <a:cubicBezTo>
                  <a:pt x="246" y="362"/>
                  <a:pt x="234" y="365"/>
                  <a:pt x="222" y="368"/>
                </a:cubicBezTo>
                <a:cubicBezTo>
                  <a:pt x="210" y="370"/>
                  <a:pt x="198" y="371"/>
                  <a:pt x="186" y="371"/>
                </a:cubicBezTo>
                <a:cubicBezTo>
                  <a:pt x="174" y="371"/>
                  <a:pt x="162" y="370"/>
                  <a:pt x="150" y="368"/>
                </a:cubicBezTo>
                <a:cubicBezTo>
                  <a:pt x="138" y="365"/>
                  <a:pt x="126" y="362"/>
                  <a:pt x="114" y="357"/>
                </a:cubicBezTo>
                <a:cubicBezTo>
                  <a:pt x="103" y="352"/>
                  <a:pt x="92" y="347"/>
                  <a:pt x="82" y="340"/>
                </a:cubicBezTo>
                <a:cubicBezTo>
                  <a:pt x="72" y="333"/>
                  <a:pt x="63" y="325"/>
                  <a:pt x="54" y="317"/>
                </a:cubicBezTo>
                <a:cubicBezTo>
                  <a:pt x="45" y="308"/>
                  <a:pt x="38" y="299"/>
                  <a:pt x="31" y="289"/>
                </a:cubicBezTo>
                <a:cubicBezTo>
                  <a:pt x="24" y="279"/>
                  <a:pt x="18" y="268"/>
                  <a:pt x="14" y="257"/>
                </a:cubicBezTo>
                <a:cubicBezTo>
                  <a:pt x="9" y="246"/>
                  <a:pt x="6" y="234"/>
                  <a:pt x="3" y="222"/>
                </a:cubicBezTo>
                <a:cubicBezTo>
                  <a:pt x="1" y="210"/>
                  <a:pt x="0" y="198"/>
                  <a:pt x="0" y="186"/>
                </a:cubicBezTo>
                <a:cubicBezTo>
                  <a:pt x="0" y="174"/>
                  <a:pt x="1" y="162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6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3"/>
                </a:cubicBezTo>
                <a:cubicBezTo>
                  <a:pt x="234" y="6"/>
                  <a:pt x="246" y="9"/>
                  <a:pt x="257" y="14"/>
                </a:cubicBezTo>
                <a:cubicBezTo>
                  <a:pt x="268" y="18"/>
                  <a:pt x="279" y="24"/>
                  <a:pt x="289" y="31"/>
                </a:cubicBezTo>
                <a:cubicBezTo>
                  <a:pt x="299" y="38"/>
                  <a:pt x="308" y="45"/>
                  <a:pt x="317" y="54"/>
                </a:cubicBezTo>
                <a:cubicBezTo>
                  <a:pt x="325" y="63"/>
                  <a:pt x="333" y="72"/>
                  <a:pt x="340" y="82"/>
                </a:cubicBezTo>
                <a:cubicBezTo>
                  <a:pt x="347" y="93"/>
                  <a:pt x="352" y="104"/>
                  <a:pt x="357" y="115"/>
                </a:cubicBezTo>
                <a:cubicBezTo>
                  <a:pt x="362" y="126"/>
                  <a:pt x="365" y="138"/>
                  <a:pt x="368" y="150"/>
                </a:cubicBezTo>
                <a:cubicBezTo>
                  <a:pt x="370" y="162"/>
                  <a:pt x="371" y="174"/>
                  <a:pt x="371" y="18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6" name=""/>
          <p:cNvSpPr/>
          <p:nvPr/>
        </p:nvSpPr>
        <p:spPr>
          <a:xfrm>
            <a:off x="690480" y="3100320"/>
            <a:ext cx="133560" cy="133560"/>
          </a:xfrm>
          <a:custGeom>
            <a:avLst/>
            <a:gdLst/>
            <a:ahLst/>
            <a:rect l="0" t="0" r="r" b="b"/>
            <a:pathLst>
              <a:path w="371" h="371">
                <a:moveTo>
                  <a:pt x="371" y="186"/>
                </a:moveTo>
                <a:cubicBezTo>
                  <a:pt x="371" y="198"/>
                  <a:pt x="370" y="210"/>
                  <a:pt x="368" y="222"/>
                </a:cubicBezTo>
                <a:cubicBezTo>
                  <a:pt x="365" y="234"/>
                  <a:pt x="362" y="246"/>
                  <a:pt x="357" y="257"/>
                </a:cubicBezTo>
                <a:cubicBezTo>
                  <a:pt x="352" y="268"/>
                  <a:pt x="347" y="279"/>
                  <a:pt x="340" y="289"/>
                </a:cubicBezTo>
                <a:cubicBezTo>
                  <a:pt x="333" y="299"/>
                  <a:pt x="325" y="308"/>
                  <a:pt x="317" y="317"/>
                </a:cubicBezTo>
                <a:cubicBezTo>
                  <a:pt x="308" y="325"/>
                  <a:pt x="299" y="333"/>
                  <a:pt x="289" y="340"/>
                </a:cubicBezTo>
                <a:cubicBezTo>
                  <a:pt x="279" y="347"/>
                  <a:pt x="268" y="352"/>
                  <a:pt x="257" y="357"/>
                </a:cubicBezTo>
                <a:cubicBezTo>
                  <a:pt x="246" y="362"/>
                  <a:pt x="234" y="365"/>
                  <a:pt x="222" y="368"/>
                </a:cubicBezTo>
                <a:cubicBezTo>
                  <a:pt x="210" y="370"/>
                  <a:pt x="198" y="371"/>
                  <a:pt x="186" y="371"/>
                </a:cubicBezTo>
                <a:cubicBezTo>
                  <a:pt x="174" y="371"/>
                  <a:pt x="162" y="370"/>
                  <a:pt x="150" y="368"/>
                </a:cubicBezTo>
                <a:cubicBezTo>
                  <a:pt x="138" y="365"/>
                  <a:pt x="126" y="362"/>
                  <a:pt x="114" y="357"/>
                </a:cubicBezTo>
                <a:cubicBezTo>
                  <a:pt x="103" y="352"/>
                  <a:pt x="92" y="347"/>
                  <a:pt x="82" y="340"/>
                </a:cubicBezTo>
                <a:cubicBezTo>
                  <a:pt x="72" y="333"/>
                  <a:pt x="63" y="325"/>
                  <a:pt x="54" y="317"/>
                </a:cubicBezTo>
                <a:cubicBezTo>
                  <a:pt x="45" y="308"/>
                  <a:pt x="38" y="299"/>
                  <a:pt x="31" y="289"/>
                </a:cubicBezTo>
                <a:cubicBezTo>
                  <a:pt x="24" y="279"/>
                  <a:pt x="18" y="268"/>
                  <a:pt x="14" y="257"/>
                </a:cubicBezTo>
                <a:cubicBezTo>
                  <a:pt x="9" y="246"/>
                  <a:pt x="6" y="234"/>
                  <a:pt x="3" y="222"/>
                </a:cubicBezTo>
                <a:cubicBezTo>
                  <a:pt x="1" y="210"/>
                  <a:pt x="0" y="198"/>
                  <a:pt x="0" y="186"/>
                </a:cubicBezTo>
                <a:cubicBezTo>
                  <a:pt x="0" y="174"/>
                  <a:pt x="1" y="162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6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3"/>
                </a:cubicBezTo>
                <a:cubicBezTo>
                  <a:pt x="234" y="6"/>
                  <a:pt x="246" y="9"/>
                  <a:pt x="257" y="14"/>
                </a:cubicBezTo>
                <a:cubicBezTo>
                  <a:pt x="268" y="18"/>
                  <a:pt x="279" y="24"/>
                  <a:pt x="289" y="31"/>
                </a:cubicBezTo>
                <a:cubicBezTo>
                  <a:pt x="299" y="38"/>
                  <a:pt x="308" y="45"/>
                  <a:pt x="317" y="54"/>
                </a:cubicBezTo>
                <a:cubicBezTo>
                  <a:pt x="325" y="63"/>
                  <a:pt x="333" y="72"/>
                  <a:pt x="340" y="82"/>
                </a:cubicBezTo>
                <a:cubicBezTo>
                  <a:pt x="347" y="93"/>
                  <a:pt x="352" y="104"/>
                  <a:pt x="357" y="115"/>
                </a:cubicBezTo>
                <a:cubicBezTo>
                  <a:pt x="362" y="126"/>
                  <a:pt x="365" y="138"/>
                  <a:pt x="368" y="150"/>
                </a:cubicBezTo>
                <a:cubicBezTo>
                  <a:pt x="370" y="162"/>
                  <a:pt x="371" y="174"/>
                  <a:pt x="371" y="186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7" name=""/>
          <p:cNvSpPr txBox="1"/>
          <p:nvPr/>
        </p:nvSpPr>
        <p:spPr>
          <a:xfrm>
            <a:off x="3039480" y="3435480"/>
            <a:ext cx="28231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 </a:t>
            </a:r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(or the closest available option) and hosting in your name.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1017000" y="3765600"/>
            <a:ext cx="6804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D AY   2   –   4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9" name=""/>
          <p:cNvSpPr txBox="1"/>
          <p:nvPr/>
        </p:nvSpPr>
        <p:spPr>
          <a:xfrm>
            <a:off x="1017000" y="3920760"/>
            <a:ext cx="4183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Setup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0" name=""/>
          <p:cNvSpPr/>
          <p:nvPr/>
        </p:nvSpPr>
        <p:spPr>
          <a:xfrm>
            <a:off x="690480" y="3786120"/>
            <a:ext cx="133560" cy="143280"/>
          </a:xfrm>
          <a:custGeom>
            <a:avLst/>
            <a:gdLst/>
            <a:ahLst/>
            <a:rect l="0" t="0" r="r" b="b"/>
            <a:pathLst>
              <a:path w="371" h="398">
                <a:moveTo>
                  <a:pt x="0" y="211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6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3"/>
                </a:cubicBezTo>
                <a:cubicBezTo>
                  <a:pt x="234" y="6"/>
                  <a:pt x="246" y="9"/>
                  <a:pt x="257" y="14"/>
                </a:cubicBezTo>
                <a:cubicBezTo>
                  <a:pt x="268" y="18"/>
                  <a:pt x="279" y="24"/>
                  <a:pt x="289" y="31"/>
                </a:cubicBezTo>
                <a:cubicBezTo>
                  <a:pt x="299" y="38"/>
                  <a:pt x="308" y="45"/>
                  <a:pt x="317" y="54"/>
                </a:cubicBezTo>
                <a:cubicBezTo>
                  <a:pt x="325" y="63"/>
                  <a:pt x="333" y="72"/>
                  <a:pt x="340" y="82"/>
                </a:cubicBezTo>
                <a:cubicBezTo>
                  <a:pt x="347" y="92"/>
                  <a:pt x="352" y="103"/>
                  <a:pt x="357" y="114"/>
                </a:cubicBezTo>
                <a:cubicBezTo>
                  <a:pt x="362" y="125"/>
                  <a:pt x="365" y="137"/>
                  <a:pt x="368" y="149"/>
                </a:cubicBezTo>
                <a:cubicBezTo>
                  <a:pt x="370" y="161"/>
                  <a:pt x="371" y="173"/>
                  <a:pt x="371" y="185"/>
                </a:cubicBezTo>
                <a:lnTo>
                  <a:pt x="371" y="211"/>
                </a:lnTo>
                <a:cubicBezTo>
                  <a:pt x="371" y="224"/>
                  <a:pt x="370" y="236"/>
                  <a:pt x="368" y="247"/>
                </a:cubicBezTo>
                <a:cubicBezTo>
                  <a:pt x="365" y="259"/>
                  <a:pt x="362" y="271"/>
                  <a:pt x="357" y="282"/>
                </a:cubicBezTo>
                <a:cubicBezTo>
                  <a:pt x="352" y="293"/>
                  <a:pt x="347" y="304"/>
                  <a:pt x="340" y="314"/>
                </a:cubicBezTo>
                <a:cubicBezTo>
                  <a:pt x="333" y="324"/>
                  <a:pt x="325" y="334"/>
                  <a:pt x="317" y="342"/>
                </a:cubicBezTo>
                <a:cubicBezTo>
                  <a:pt x="308" y="351"/>
                  <a:pt x="299" y="359"/>
                  <a:pt x="289" y="365"/>
                </a:cubicBezTo>
                <a:cubicBezTo>
                  <a:pt x="279" y="372"/>
                  <a:pt x="268" y="379"/>
                  <a:pt x="257" y="383"/>
                </a:cubicBezTo>
                <a:cubicBezTo>
                  <a:pt x="246" y="388"/>
                  <a:pt x="234" y="392"/>
                  <a:pt x="222" y="394"/>
                </a:cubicBezTo>
                <a:cubicBezTo>
                  <a:pt x="210" y="396"/>
                  <a:pt x="198" y="398"/>
                  <a:pt x="186" y="398"/>
                </a:cubicBezTo>
                <a:cubicBezTo>
                  <a:pt x="174" y="398"/>
                  <a:pt x="162" y="396"/>
                  <a:pt x="150" y="394"/>
                </a:cubicBezTo>
                <a:cubicBezTo>
                  <a:pt x="138" y="392"/>
                  <a:pt x="126" y="388"/>
                  <a:pt x="114" y="383"/>
                </a:cubicBezTo>
                <a:cubicBezTo>
                  <a:pt x="103" y="379"/>
                  <a:pt x="92" y="372"/>
                  <a:pt x="82" y="365"/>
                </a:cubicBezTo>
                <a:cubicBezTo>
                  <a:pt x="72" y="359"/>
                  <a:pt x="63" y="351"/>
                  <a:pt x="54" y="342"/>
                </a:cubicBezTo>
                <a:cubicBezTo>
                  <a:pt x="45" y="334"/>
                  <a:pt x="38" y="324"/>
                  <a:pt x="31" y="314"/>
                </a:cubicBezTo>
                <a:cubicBezTo>
                  <a:pt x="24" y="304"/>
                  <a:pt x="18" y="293"/>
                  <a:pt x="14" y="282"/>
                </a:cubicBezTo>
                <a:cubicBezTo>
                  <a:pt x="9" y="271"/>
                  <a:pt x="6" y="259"/>
                  <a:pt x="3" y="247"/>
                </a:cubicBezTo>
                <a:cubicBezTo>
                  <a:pt x="1" y="236"/>
                  <a:pt x="0" y="224"/>
                  <a:pt x="0" y="21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1" name=""/>
          <p:cNvSpPr/>
          <p:nvPr/>
        </p:nvSpPr>
        <p:spPr>
          <a:xfrm>
            <a:off x="690480" y="3786120"/>
            <a:ext cx="133560" cy="143280"/>
          </a:xfrm>
          <a:custGeom>
            <a:avLst/>
            <a:gdLst/>
            <a:ahLst/>
            <a:rect l="0" t="0" r="r" b="b"/>
            <a:pathLst>
              <a:path w="371" h="398">
                <a:moveTo>
                  <a:pt x="0" y="211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6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3"/>
                </a:cubicBezTo>
                <a:cubicBezTo>
                  <a:pt x="234" y="6"/>
                  <a:pt x="246" y="9"/>
                  <a:pt x="257" y="14"/>
                </a:cubicBezTo>
                <a:cubicBezTo>
                  <a:pt x="268" y="18"/>
                  <a:pt x="279" y="24"/>
                  <a:pt x="289" y="31"/>
                </a:cubicBezTo>
                <a:cubicBezTo>
                  <a:pt x="299" y="38"/>
                  <a:pt x="308" y="45"/>
                  <a:pt x="317" y="54"/>
                </a:cubicBezTo>
                <a:cubicBezTo>
                  <a:pt x="325" y="63"/>
                  <a:pt x="333" y="72"/>
                  <a:pt x="340" y="82"/>
                </a:cubicBezTo>
                <a:cubicBezTo>
                  <a:pt x="347" y="92"/>
                  <a:pt x="352" y="103"/>
                  <a:pt x="357" y="114"/>
                </a:cubicBezTo>
                <a:cubicBezTo>
                  <a:pt x="362" y="125"/>
                  <a:pt x="365" y="137"/>
                  <a:pt x="368" y="149"/>
                </a:cubicBezTo>
                <a:cubicBezTo>
                  <a:pt x="370" y="161"/>
                  <a:pt x="371" y="173"/>
                  <a:pt x="371" y="185"/>
                </a:cubicBezTo>
                <a:lnTo>
                  <a:pt x="371" y="211"/>
                </a:lnTo>
                <a:cubicBezTo>
                  <a:pt x="371" y="224"/>
                  <a:pt x="370" y="236"/>
                  <a:pt x="368" y="247"/>
                </a:cubicBezTo>
                <a:cubicBezTo>
                  <a:pt x="365" y="259"/>
                  <a:pt x="362" y="271"/>
                  <a:pt x="357" y="282"/>
                </a:cubicBezTo>
                <a:cubicBezTo>
                  <a:pt x="352" y="293"/>
                  <a:pt x="347" y="304"/>
                  <a:pt x="340" y="314"/>
                </a:cubicBezTo>
                <a:cubicBezTo>
                  <a:pt x="333" y="324"/>
                  <a:pt x="325" y="334"/>
                  <a:pt x="317" y="342"/>
                </a:cubicBezTo>
                <a:cubicBezTo>
                  <a:pt x="308" y="351"/>
                  <a:pt x="299" y="359"/>
                  <a:pt x="289" y="365"/>
                </a:cubicBezTo>
                <a:cubicBezTo>
                  <a:pt x="279" y="372"/>
                  <a:pt x="268" y="379"/>
                  <a:pt x="257" y="383"/>
                </a:cubicBezTo>
                <a:cubicBezTo>
                  <a:pt x="246" y="388"/>
                  <a:pt x="234" y="392"/>
                  <a:pt x="222" y="394"/>
                </a:cubicBezTo>
                <a:cubicBezTo>
                  <a:pt x="210" y="396"/>
                  <a:pt x="198" y="398"/>
                  <a:pt x="186" y="398"/>
                </a:cubicBezTo>
                <a:cubicBezTo>
                  <a:pt x="174" y="398"/>
                  <a:pt x="162" y="396"/>
                  <a:pt x="150" y="394"/>
                </a:cubicBezTo>
                <a:cubicBezTo>
                  <a:pt x="138" y="392"/>
                  <a:pt x="126" y="388"/>
                  <a:pt x="114" y="383"/>
                </a:cubicBezTo>
                <a:cubicBezTo>
                  <a:pt x="103" y="379"/>
                  <a:pt x="92" y="372"/>
                  <a:pt x="82" y="365"/>
                </a:cubicBezTo>
                <a:cubicBezTo>
                  <a:pt x="72" y="359"/>
                  <a:pt x="63" y="351"/>
                  <a:pt x="54" y="342"/>
                </a:cubicBezTo>
                <a:cubicBezTo>
                  <a:pt x="45" y="334"/>
                  <a:pt x="38" y="324"/>
                  <a:pt x="31" y="314"/>
                </a:cubicBezTo>
                <a:cubicBezTo>
                  <a:pt x="24" y="304"/>
                  <a:pt x="18" y="293"/>
                  <a:pt x="14" y="282"/>
                </a:cubicBezTo>
                <a:cubicBezTo>
                  <a:pt x="9" y="271"/>
                  <a:pt x="6" y="259"/>
                  <a:pt x="3" y="247"/>
                </a:cubicBezTo>
                <a:cubicBezTo>
                  <a:pt x="1" y="236"/>
                  <a:pt x="0" y="224"/>
                  <a:pt x="0" y="211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2" name=""/>
          <p:cNvSpPr txBox="1"/>
          <p:nvPr/>
        </p:nvSpPr>
        <p:spPr>
          <a:xfrm>
            <a:off x="1017000" y="4130640"/>
            <a:ext cx="49248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Website goes live with SSL, and we set up info@gfxt.com and your team's email on phone and laptop.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3" name=""/>
          <p:cNvSpPr txBox="1"/>
          <p:nvPr/>
        </p:nvSpPr>
        <p:spPr>
          <a:xfrm>
            <a:off x="1017000" y="4451400"/>
            <a:ext cx="39096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D AY   5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4" name=""/>
          <p:cNvSpPr txBox="1"/>
          <p:nvPr/>
        </p:nvSpPr>
        <p:spPr>
          <a:xfrm>
            <a:off x="1017000" y="4606560"/>
            <a:ext cx="13831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Launch &amp; handover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5" name=""/>
          <p:cNvSpPr/>
          <p:nvPr/>
        </p:nvSpPr>
        <p:spPr>
          <a:xfrm>
            <a:off x="690480" y="4481280"/>
            <a:ext cx="133560" cy="143280"/>
          </a:xfrm>
          <a:custGeom>
            <a:avLst/>
            <a:gdLst/>
            <a:ahLst/>
            <a:rect l="0" t="0" r="r" b="b"/>
            <a:pathLst>
              <a:path w="371" h="398">
                <a:moveTo>
                  <a:pt x="0" y="213"/>
                </a:moveTo>
                <a:lnTo>
                  <a:pt x="0" y="186"/>
                </a:lnTo>
                <a:cubicBezTo>
                  <a:pt x="0" y="174"/>
                  <a:pt x="1" y="162"/>
                  <a:pt x="3" y="150"/>
                </a:cubicBezTo>
                <a:cubicBezTo>
                  <a:pt x="6" y="138"/>
                  <a:pt x="9" y="127"/>
                  <a:pt x="14" y="115"/>
                </a:cubicBezTo>
                <a:cubicBezTo>
                  <a:pt x="18" y="104"/>
                  <a:pt x="24" y="94"/>
                  <a:pt x="31" y="83"/>
                </a:cubicBezTo>
                <a:cubicBezTo>
                  <a:pt x="38" y="73"/>
                  <a:pt x="45" y="64"/>
                  <a:pt x="54" y="55"/>
                </a:cubicBezTo>
                <a:cubicBezTo>
                  <a:pt x="63" y="47"/>
                  <a:pt x="72" y="39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6" y="10"/>
                  <a:pt x="138" y="6"/>
                  <a:pt x="150" y="4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4"/>
                </a:cubicBezTo>
                <a:cubicBezTo>
                  <a:pt x="234" y="6"/>
                  <a:pt x="246" y="10"/>
                  <a:pt x="257" y="14"/>
                </a:cubicBezTo>
                <a:cubicBezTo>
                  <a:pt x="268" y="19"/>
                  <a:pt x="279" y="25"/>
                  <a:pt x="289" y="32"/>
                </a:cubicBezTo>
                <a:cubicBezTo>
                  <a:pt x="299" y="39"/>
                  <a:pt x="308" y="47"/>
                  <a:pt x="317" y="55"/>
                </a:cubicBezTo>
                <a:cubicBezTo>
                  <a:pt x="325" y="64"/>
                  <a:pt x="333" y="73"/>
                  <a:pt x="340" y="83"/>
                </a:cubicBezTo>
                <a:cubicBezTo>
                  <a:pt x="347" y="94"/>
                  <a:pt x="352" y="104"/>
                  <a:pt x="357" y="115"/>
                </a:cubicBezTo>
                <a:cubicBezTo>
                  <a:pt x="362" y="127"/>
                  <a:pt x="365" y="138"/>
                  <a:pt x="368" y="150"/>
                </a:cubicBezTo>
                <a:cubicBezTo>
                  <a:pt x="370" y="162"/>
                  <a:pt x="371" y="174"/>
                  <a:pt x="371" y="186"/>
                </a:cubicBezTo>
                <a:lnTo>
                  <a:pt x="371" y="213"/>
                </a:lnTo>
                <a:cubicBezTo>
                  <a:pt x="371" y="225"/>
                  <a:pt x="370" y="237"/>
                  <a:pt x="368" y="249"/>
                </a:cubicBezTo>
                <a:cubicBezTo>
                  <a:pt x="365" y="261"/>
                  <a:pt x="362" y="272"/>
                  <a:pt x="357" y="284"/>
                </a:cubicBezTo>
                <a:cubicBezTo>
                  <a:pt x="352" y="295"/>
                  <a:pt x="347" y="306"/>
                  <a:pt x="340" y="316"/>
                </a:cubicBezTo>
                <a:cubicBezTo>
                  <a:pt x="333" y="326"/>
                  <a:pt x="325" y="335"/>
                  <a:pt x="317" y="344"/>
                </a:cubicBezTo>
                <a:cubicBezTo>
                  <a:pt x="308" y="352"/>
                  <a:pt x="299" y="360"/>
                  <a:pt x="289" y="367"/>
                </a:cubicBezTo>
                <a:cubicBezTo>
                  <a:pt x="279" y="374"/>
                  <a:pt x="268" y="379"/>
                  <a:pt x="257" y="384"/>
                </a:cubicBezTo>
                <a:cubicBezTo>
                  <a:pt x="246" y="389"/>
                  <a:pt x="234" y="392"/>
                  <a:pt x="222" y="394"/>
                </a:cubicBezTo>
                <a:cubicBezTo>
                  <a:pt x="210" y="397"/>
                  <a:pt x="198" y="398"/>
                  <a:pt x="186" y="398"/>
                </a:cubicBezTo>
                <a:cubicBezTo>
                  <a:pt x="174" y="398"/>
                  <a:pt x="162" y="397"/>
                  <a:pt x="150" y="394"/>
                </a:cubicBezTo>
                <a:cubicBezTo>
                  <a:pt x="138" y="392"/>
                  <a:pt x="126" y="389"/>
                  <a:pt x="114" y="384"/>
                </a:cubicBezTo>
                <a:cubicBezTo>
                  <a:pt x="103" y="379"/>
                  <a:pt x="92" y="374"/>
                  <a:pt x="82" y="367"/>
                </a:cubicBezTo>
                <a:cubicBezTo>
                  <a:pt x="72" y="360"/>
                  <a:pt x="63" y="352"/>
                  <a:pt x="54" y="344"/>
                </a:cubicBezTo>
                <a:cubicBezTo>
                  <a:pt x="45" y="335"/>
                  <a:pt x="38" y="326"/>
                  <a:pt x="31" y="316"/>
                </a:cubicBezTo>
                <a:cubicBezTo>
                  <a:pt x="24" y="306"/>
                  <a:pt x="18" y="295"/>
                  <a:pt x="14" y="284"/>
                </a:cubicBezTo>
                <a:cubicBezTo>
                  <a:pt x="9" y="272"/>
                  <a:pt x="6" y="261"/>
                  <a:pt x="3" y="249"/>
                </a:cubicBezTo>
                <a:cubicBezTo>
                  <a:pt x="1" y="237"/>
                  <a:pt x="0" y="225"/>
                  <a:pt x="0" y="21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6" name=""/>
          <p:cNvSpPr/>
          <p:nvPr/>
        </p:nvSpPr>
        <p:spPr>
          <a:xfrm>
            <a:off x="690480" y="4481280"/>
            <a:ext cx="133560" cy="143280"/>
          </a:xfrm>
          <a:custGeom>
            <a:avLst/>
            <a:gdLst/>
            <a:ahLst/>
            <a:rect l="0" t="0" r="r" b="b"/>
            <a:pathLst>
              <a:path w="371" h="398">
                <a:moveTo>
                  <a:pt x="0" y="213"/>
                </a:moveTo>
                <a:lnTo>
                  <a:pt x="0" y="186"/>
                </a:lnTo>
                <a:cubicBezTo>
                  <a:pt x="0" y="174"/>
                  <a:pt x="1" y="162"/>
                  <a:pt x="3" y="150"/>
                </a:cubicBezTo>
                <a:cubicBezTo>
                  <a:pt x="6" y="138"/>
                  <a:pt x="9" y="127"/>
                  <a:pt x="14" y="115"/>
                </a:cubicBezTo>
                <a:cubicBezTo>
                  <a:pt x="18" y="104"/>
                  <a:pt x="24" y="94"/>
                  <a:pt x="31" y="83"/>
                </a:cubicBezTo>
                <a:cubicBezTo>
                  <a:pt x="38" y="73"/>
                  <a:pt x="45" y="64"/>
                  <a:pt x="54" y="55"/>
                </a:cubicBezTo>
                <a:cubicBezTo>
                  <a:pt x="63" y="47"/>
                  <a:pt x="72" y="39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6" y="10"/>
                  <a:pt x="138" y="6"/>
                  <a:pt x="150" y="4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4"/>
                </a:cubicBezTo>
                <a:cubicBezTo>
                  <a:pt x="234" y="6"/>
                  <a:pt x="246" y="10"/>
                  <a:pt x="257" y="14"/>
                </a:cubicBezTo>
                <a:cubicBezTo>
                  <a:pt x="268" y="19"/>
                  <a:pt x="279" y="25"/>
                  <a:pt x="289" y="32"/>
                </a:cubicBezTo>
                <a:cubicBezTo>
                  <a:pt x="299" y="39"/>
                  <a:pt x="308" y="47"/>
                  <a:pt x="317" y="55"/>
                </a:cubicBezTo>
                <a:cubicBezTo>
                  <a:pt x="325" y="64"/>
                  <a:pt x="333" y="73"/>
                  <a:pt x="340" y="83"/>
                </a:cubicBezTo>
                <a:cubicBezTo>
                  <a:pt x="347" y="94"/>
                  <a:pt x="352" y="104"/>
                  <a:pt x="357" y="115"/>
                </a:cubicBezTo>
                <a:cubicBezTo>
                  <a:pt x="362" y="127"/>
                  <a:pt x="365" y="138"/>
                  <a:pt x="368" y="150"/>
                </a:cubicBezTo>
                <a:cubicBezTo>
                  <a:pt x="370" y="162"/>
                  <a:pt x="371" y="174"/>
                  <a:pt x="371" y="186"/>
                </a:cubicBezTo>
                <a:lnTo>
                  <a:pt x="371" y="213"/>
                </a:lnTo>
                <a:cubicBezTo>
                  <a:pt x="371" y="225"/>
                  <a:pt x="370" y="237"/>
                  <a:pt x="368" y="249"/>
                </a:cubicBezTo>
                <a:cubicBezTo>
                  <a:pt x="365" y="261"/>
                  <a:pt x="362" y="272"/>
                  <a:pt x="357" y="284"/>
                </a:cubicBezTo>
                <a:cubicBezTo>
                  <a:pt x="352" y="295"/>
                  <a:pt x="347" y="306"/>
                  <a:pt x="340" y="316"/>
                </a:cubicBezTo>
                <a:cubicBezTo>
                  <a:pt x="333" y="326"/>
                  <a:pt x="325" y="335"/>
                  <a:pt x="317" y="344"/>
                </a:cubicBezTo>
                <a:cubicBezTo>
                  <a:pt x="308" y="352"/>
                  <a:pt x="299" y="360"/>
                  <a:pt x="289" y="367"/>
                </a:cubicBezTo>
                <a:cubicBezTo>
                  <a:pt x="279" y="374"/>
                  <a:pt x="268" y="379"/>
                  <a:pt x="257" y="384"/>
                </a:cubicBezTo>
                <a:cubicBezTo>
                  <a:pt x="246" y="389"/>
                  <a:pt x="234" y="392"/>
                  <a:pt x="222" y="394"/>
                </a:cubicBezTo>
                <a:cubicBezTo>
                  <a:pt x="210" y="397"/>
                  <a:pt x="198" y="398"/>
                  <a:pt x="186" y="398"/>
                </a:cubicBezTo>
                <a:cubicBezTo>
                  <a:pt x="174" y="398"/>
                  <a:pt x="162" y="397"/>
                  <a:pt x="150" y="394"/>
                </a:cubicBezTo>
                <a:cubicBezTo>
                  <a:pt x="138" y="392"/>
                  <a:pt x="126" y="389"/>
                  <a:pt x="114" y="384"/>
                </a:cubicBezTo>
                <a:cubicBezTo>
                  <a:pt x="103" y="379"/>
                  <a:pt x="92" y="374"/>
                  <a:pt x="82" y="367"/>
                </a:cubicBezTo>
                <a:cubicBezTo>
                  <a:pt x="72" y="360"/>
                  <a:pt x="63" y="352"/>
                  <a:pt x="54" y="344"/>
                </a:cubicBezTo>
                <a:cubicBezTo>
                  <a:pt x="45" y="335"/>
                  <a:pt x="38" y="326"/>
                  <a:pt x="31" y="316"/>
                </a:cubicBezTo>
                <a:cubicBezTo>
                  <a:pt x="24" y="306"/>
                  <a:pt x="18" y="295"/>
                  <a:pt x="14" y="284"/>
                </a:cubicBezTo>
                <a:cubicBezTo>
                  <a:pt x="9" y="272"/>
                  <a:pt x="6" y="261"/>
                  <a:pt x="3" y="249"/>
                </a:cubicBezTo>
                <a:cubicBezTo>
                  <a:pt x="1" y="237"/>
                  <a:pt x="0" y="225"/>
                  <a:pt x="0" y="213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7" name=""/>
          <p:cNvSpPr txBox="1"/>
          <p:nvPr/>
        </p:nvSpPr>
        <p:spPr>
          <a:xfrm>
            <a:off x="1017000" y="4816440"/>
            <a:ext cx="2425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Final check together, then we hand over all logins.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1017000" y="5146920"/>
            <a:ext cx="2026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U N T I L   3 0   S E P T E M B E R   2 0 2 7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9" name=""/>
          <p:cNvSpPr txBox="1"/>
          <p:nvPr/>
        </p:nvSpPr>
        <p:spPr>
          <a:xfrm>
            <a:off x="1017000" y="5301720"/>
            <a:ext cx="829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Care period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0" name=""/>
          <p:cNvSpPr/>
          <p:nvPr/>
        </p:nvSpPr>
        <p:spPr>
          <a:xfrm>
            <a:off x="690480" y="5176800"/>
            <a:ext cx="133560" cy="133560"/>
          </a:xfrm>
          <a:custGeom>
            <a:avLst/>
            <a:gdLst/>
            <a:ahLst/>
            <a:rect l="0" t="0" r="r" b="b"/>
            <a:pathLst>
              <a:path w="371" h="371">
                <a:moveTo>
                  <a:pt x="371" y="185"/>
                </a:moveTo>
                <a:cubicBezTo>
                  <a:pt x="371" y="197"/>
                  <a:pt x="370" y="209"/>
                  <a:pt x="368" y="221"/>
                </a:cubicBezTo>
                <a:cubicBezTo>
                  <a:pt x="365" y="233"/>
                  <a:pt x="362" y="245"/>
                  <a:pt x="357" y="257"/>
                </a:cubicBezTo>
                <a:cubicBezTo>
                  <a:pt x="352" y="268"/>
                  <a:pt x="347" y="279"/>
                  <a:pt x="340" y="289"/>
                </a:cubicBezTo>
                <a:cubicBezTo>
                  <a:pt x="333" y="299"/>
                  <a:pt x="325" y="308"/>
                  <a:pt x="317" y="317"/>
                </a:cubicBezTo>
                <a:cubicBezTo>
                  <a:pt x="308" y="325"/>
                  <a:pt x="299" y="333"/>
                  <a:pt x="289" y="340"/>
                </a:cubicBezTo>
                <a:cubicBezTo>
                  <a:pt x="279" y="347"/>
                  <a:pt x="268" y="352"/>
                  <a:pt x="257" y="357"/>
                </a:cubicBezTo>
                <a:cubicBezTo>
                  <a:pt x="246" y="362"/>
                  <a:pt x="234" y="365"/>
                  <a:pt x="222" y="367"/>
                </a:cubicBezTo>
                <a:cubicBezTo>
                  <a:pt x="210" y="370"/>
                  <a:pt x="198" y="371"/>
                  <a:pt x="186" y="371"/>
                </a:cubicBezTo>
                <a:cubicBezTo>
                  <a:pt x="174" y="371"/>
                  <a:pt x="162" y="370"/>
                  <a:pt x="150" y="367"/>
                </a:cubicBezTo>
                <a:cubicBezTo>
                  <a:pt x="138" y="365"/>
                  <a:pt x="126" y="362"/>
                  <a:pt x="114" y="357"/>
                </a:cubicBezTo>
                <a:cubicBezTo>
                  <a:pt x="103" y="352"/>
                  <a:pt x="92" y="347"/>
                  <a:pt x="82" y="340"/>
                </a:cubicBezTo>
                <a:cubicBezTo>
                  <a:pt x="72" y="333"/>
                  <a:pt x="63" y="325"/>
                  <a:pt x="54" y="317"/>
                </a:cubicBezTo>
                <a:cubicBezTo>
                  <a:pt x="45" y="308"/>
                  <a:pt x="38" y="299"/>
                  <a:pt x="31" y="289"/>
                </a:cubicBezTo>
                <a:cubicBezTo>
                  <a:pt x="24" y="279"/>
                  <a:pt x="18" y="268"/>
                  <a:pt x="14" y="257"/>
                </a:cubicBezTo>
                <a:cubicBezTo>
                  <a:pt x="9" y="245"/>
                  <a:pt x="6" y="233"/>
                  <a:pt x="3" y="221"/>
                </a:cubicBezTo>
                <a:cubicBezTo>
                  <a:pt x="1" y="209"/>
                  <a:pt x="0" y="197"/>
                  <a:pt x="0" y="185"/>
                </a:cubicBez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6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3"/>
                </a:cubicBezTo>
                <a:cubicBezTo>
                  <a:pt x="234" y="6"/>
                  <a:pt x="246" y="9"/>
                  <a:pt x="257" y="14"/>
                </a:cubicBezTo>
                <a:cubicBezTo>
                  <a:pt x="268" y="18"/>
                  <a:pt x="279" y="24"/>
                  <a:pt x="289" y="31"/>
                </a:cubicBezTo>
                <a:cubicBezTo>
                  <a:pt x="299" y="38"/>
                  <a:pt x="308" y="45"/>
                  <a:pt x="317" y="54"/>
                </a:cubicBezTo>
                <a:cubicBezTo>
                  <a:pt x="325" y="62"/>
                  <a:pt x="333" y="72"/>
                  <a:pt x="340" y="82"/>
                </a:cubicBezTo>
                <a:cubicBezTo>
                  <a:pt x="347" y="92"/>
                  <a:pt x="352" y="103"/>
                  <a:pt x="357" y="114"/>
                </a:cubicBezTo>
                <a:cubicBezTo>
                  <a:pt x="362" y="125"/>
                  <a:pt x="365" y="137"/>
                  <a:pt x="368" y="149"/>
                </a:cubicBezTo>
                <a:cubicBezTo>
                  <a:pt x="370" y="161"/>
                  <a:pt x="371" y="173"/>
                  <a:pt x="371" y="18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1" name=""/>
          <p:cNvSpPr/>
          <p:nvPr/>
        </p:nvSpPr>
        <p:spPr>
          <a:xfrm>
            <a:off x="690480" y="5176800"/>
            <a:ext cx="133560" cy="133560"/>
          </a:xfrm>
          <a:custGeom>
            <a:avLst/>
            <a:gdLst/>
            <a:ahLst/>
            <a:rect l="0" t="0" r="r" b="b"/>
            <a:pathLst>
              <a:path w="371" h="371">
                <a:moveTo>
                  <a:pt x="371" y="185"/>
                </a:moveTo>
                <a:cubicBezTo>
                  <a:pt x="371" y="197"/>
                  <a:pt x="370" y="209"/>
                  <a:pt x="368" y="221"/>
                </a:cubicBezTo>
                <a:cubicBezTo>
                  <a:pt x="365" y="233"/>
                  <a:pt x="362" y="245"/>
                  <a:pt x="357" y="257"/>
                </a:cubicBezTo>
                <a:cubicBezTo>
                  <a:pt x="352" y="268"/>
                  <a:pt x="347" y="279"/>
                  <a:pt x="340" y="289"/>
                </a:cubicBezTo>
                <a:cubicBezTo>
                  <a:pt x="333" y="299"/>
                  <a:pt x="325" y="308"/>
                  <a:pt x="317" y="317"/>
                </a:cubicBezTo>
                <a:cubicBezTo>
                  <a:pt x="308" y="325"/>
                  <a:pt x="299" y="333"/>
                  <a:pt x="289" y="340"/>
                </a:cubicBezTo>
                <a:cubicBezTo>
                  <a:pt x="279" y="347"/>
                  <a:pt x="268" y="352"/>
                  <a:pt x="257" y="357"/>
                </a:cubicBezTo>
                <a:cubicBezTo>
                  <a:pt x="246" y="362"/>
                  <a:pt x="234" y="365"/>
                  <a:pt x="222" y="367"/>
                </a:cubicBezTo>
                <a:cubicBezTo>
                  <a:pt x="210" y="370"/>
                  <a:pt x="198" y="371"/>
                  <a:pt x="186" y="371"/>
                </a:cubicBezTo>
                <a:cubicBezTo>
                  <a:pt x="174" y="371"/>
                  <a:pt x="162" y="370"/>
                  <a:pt x="150" y="367"/>
                </a:cubicBezTo>
                <a:cubicBezTo>
                  <a:pt x="138" y="365"/>
                  <a:pt x="126" y="362"/>
                  <a:pt x="114" y="357"/>
                </a:cubicBezTo>
                <a:cubicBezTo>
                  <a:pt x="103" y="352"/>
                  <a:pt x="92" y="347"/>
                  <a:pt x="82" y="340"/>
                </a:cubicBezTo>
                <a:cubicBezTo>
                  <a:pt x="72" y="333"/>
                  <a:pt x="63" y="325"/>
                  <a:pt x="54" y="317"/>
                </a:cubicBezTo>
                <a:cubicBezTo>
                  <a:pt x="45" y="308"/>
                  <a:pt x="38" y="299"/>
                  <a:pt x="31" y="289"/>
                </a:cubicBezTo>
                <a:cubicBezTo>
                  <a:pt x="24" y="279"/>
                  <a:pt x="18" y="268"/>
                  <a:pt x="14" y="257"/>
                </a:cubicBezTo>
                <a:cubicBezTo>
                  <a:pt x="9" y="245"/>
                  <a:pt x="6" y="233"/>
                  <a:pt x="3" y="221"/>
                </a:cubicBezTo>
                <a:cubicBezTo>
                  <a:pt x="1" y="209"/>
                  <a:pt x="0" y="197"/>
                  <a:pt x="0" y="185"/>
                </a:cubicBez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6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3"/>
                </a:cubicBezTo>
                <a:cubicBezTo>
                  <a:pt x="234" y="6"/>
                  <a:pt x="246" y="9"/>
                  <a:pt x="257" y="14"/>
                </a:cubicBezTo>
                <a:cubicBezTo>
                  <a:pt x="268" y="18"/>
                  <a:pt x="279" y="24"/>
                  <a:pt x="289" y="31"/>
                </a:cubicBezTo>
                <a:cubicBezTo>
                  <a:pt x="299" y="38"/>
                  <a:pt x="308" y="45"/>
                  <a:pt x="317" y="54"/>
                </a:cubicBezTo>
                <a:cubicBezTo>
                  <a:pt x="325" y="62"/>
                  <a:pt x="333" y="72"/>
                  <a:pt x="340" y="82"/>
                </a:cubicBezTo>
                <a:cubicBezTo>
                  <a:pt x="347" y="92"/>
                  <a:pt x="352" y="103"/>
                  <a:pt x="357" y="114"/>
                </a:cubicBezTo>
                <a:cubicBezTo>
                  <a:pt x="362" y="125"/>
                  <a:pt x="365" y="137"/>
                  <a:pt x="368" y="149"/>
                </a:cubicBezTo>
                <a:cubicBezTo>
                  <a:pt x="370" y="161"/>
                  <a:pt x="371" y="173"/>
                  <a:pt x="371" y="185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1017000" y="5511960"/>
            <a:ext cx="44629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We look after the website, and minor changes are free for the first 30 days Complete Care).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3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4" name=""/>
          <p:cNvSpPr txBox="1"/>
          <p:nvPr/>
        </p:nvSpPr>
        <p:spPr>
          <a:xfrm>
            <a:off x="647640" y="647280"/>
            <a:ext cx="107352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WELCOME PACK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6" name=""/>
          <p:cNvSpPr txBox="1"/>
          <p:nvPr/>
        </p:nvSpPr>
        <p:spPr>
          <a:xfrm>
            <a:off x="6355080" y="10286640"/>
            <a:ext cx="47916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5 of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7" name=""/>
          <p:cNvSpPr/>
          <p:nvPr/>
        </p:nvSpPr>
        <p:spPr>
          <a:xfrm>
            <a:off x="647640" y="143820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8" name=""/>
          <p:cNvSpPr/>
          <p:nvPr/>
        </p:nvSpPr>
        <p:spPr>
          <a:xfrm>
            <a:off x="647640" y="1438200"/>
            <a:ext cx="8280" cy="8280"/>
          </a:xfrm>
          <a:custGeom>
            <a:avLst/>
            <a:gdLst/>
            <a:ahLst/>
            <a:rect l="0" t="0" r="r" b="b"/>
            <a:pathLst>
              <a:path w="23" h="23">
                <a:moveTo>
                  <a:pt x="11" y="0"/>
                </a:moveTo>
                <a:lnTo>
                  <a:pt x="0" y="11"/>
                </a:lnTo>
                <a:lnTo>
                  <a:pt x="0" y="23"/>
                </a:lnTo>
                <a:lnTo>
                  <a:pt x="23" y="0"/>
                </a:lnTo>
                <a:lnTo>
                  <a:pt x="11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9" name=""/>
          <p:cNvSpPr/>
          <p:nvPr/>
        </p:nvSpPr>
        <p:spPr>
          <a:xfrm>
            <a:off x="647640" y="143820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3" y="0"/>
                </a:moveTo>
                <a:lnTo>
                  <a:pt x="0" y="22"/>
                </a:lnTo>
                <a:lnTo>
                  <a:pt x="0" y="35"/>
                </a:lnTo>
                <a:lnTo>
                  <a:pt x="35" y="0"/>
                </a:lnTo>
                <a:lnTo>
                  <a:pt x="23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0" name=""/>
          <p:cNvSpPr/>
          <p:nvPr/>
        </p:nvSpPr>
        <p:spPr>
          <a:xfrm>
            <a:off x="647640" y="1438200"/>
            <a:ext cx="16560" cy="16560"/>
          </a:xfrm>
          <a:custGeom>
            <a:avLst/>
            <a:gdLst/>
            <a:ahLst/>
            <a:rect l="0" t="0" r="r" b="b"/>
            <a:pathLst>
              <a:path w="46" h="46">
                <a:moveTo>
                  <a:pt x="35" y="0"/>
                </a:moveTo>
                <a:lnTo>
                  <a:pt x="0" y="35"/>
                </a:lnTo>
                <a:lnTo>
                  <a:pt x="0" y="46"/>
                </a:lnTo>
                <a:lnTo>
                  <a:pt x="46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1" name=""/>
          <p:cNvSpPr/>
          <p:nvPr/>
        </p:nvSpPr>
        <p:spPr>
          <a:xfrm>
            <a:off x="647640" y="143820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5" y="0"/>
                </a:moveTo>
                <a:lnTo>
                  <a:pt x="0" y="46"/>
                </a:lnTo>
                <a:lnTo>
                  <a:pt x="0" y="54"/>
                </a:lnTo>
                <a:lnTo>
                  <a:pt x="54" y="0"/>
                </a:lnTo>
                <a:lnTo>
                  <a:pt x="45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2" name=""/>
          <p:cNvSpPr/>
          <p:nvPr/>
        </p:nvSpPr>
        <p:spPr>
          <a:xfrm>
            <a:off x="6476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4" y="54"/>
                </a:lnTo>
                <a:lnTo>
                  <a:pt x="5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3" name=""/>
          <p:cNvSpPr/>
          <p:nvPr/>
        </p:nvSpPr>
        <p:spPr>
          <a:xfrm>
            <a:off x="64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4" name=""/>
          <p:cNvSpPr/>
          <p:nvPr/>
        </p:nvSpPr>
        <p:spPr>
          <a:xfrm>
            <a:off x="65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5" name=""/>
          <p:cNvSpPr/>
          <p:nvPr/>
        </p:nvSpPr>
        <p:spPr>
          <a:xfrm>
            <a:off x="65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6" name=""/>
          <p:cNvSpPr/>
          <p:nvPr/>
        </p:nvSpPr>
        <p:spPr>
          <a:xfrm>
            <a:off x="66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7" name=""/>
          <p:cNvSpPr/>
          <p:nvPr/>
        </p:nvSpPr>
        <p:spPr>
          <a:xfrm>
            <a:off x="66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8" name=""/>
          <p:cNvSpPr/>
          <p:nvPr/>
        </p:nvSpPr>
        <p:spPr>
          <a:xfrm>
            <a:off x="669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9" name=""/>
          <p:cNvSpPr/>
          <p:nvPr/>
        </p:nvSpPr>
        <p:spPr>
          <a:xfrm>
            <a:off x="67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0" name=""/>
          <p:cNvSpPr/>
          <p:nvPr/>
        </p:nvSpPr>
        <p:spPr>
          <a:xfrm>
            <a:off x="6775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1" name=""/>
          <p:cNvSpPr/>
          <p:nvPr/>
        </p:nvSpPr>
        <p:spPr>
          <a:xfrm>
            <a:off x="68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2" name=""/>
          <p:cNvSpPr/>
          <p:nvPr/>
        </p:nvSpPr>
        <p:spPr>
          <a:xfrm>
            <a:off x="68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3" name=""/>
          <p:cNvSpPr/>
          <p:nvPr/>
        </p:nvSpPr>
        <p:spPr>
          <a:xfrm>
            <a:off x="68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4" name=""/>
          <p:cNvSpPr/>
          <p:nvPr/>
        </p:nvSpPr>
        <p:spPr>
          <a:xfrm>
            <a:off x="69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5" name=""/>
          <p:cNvSpPr/>
          <p:nvPr/>
        </p:nvSpPr>
        <p:spPr>
          <a:xfrm>
            <a:off x="69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6" name=""/>
          <p:cNvSpPr/>
          <p:nvPr/>
        </p:nvSpPr>
        <p:spPr>
          <a:xfrm>
            <a:off x="702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7" name=""/>
          <p:cNvSpPr/>
          <p:nvPr/>
        </p:nvSpPr>
        <p:spPr>
          <a:xfrm>
            <a:off x="70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8" name=""/>
          <p:cNvSpPr/>
          <p:nvPr/>
        </p:nvSpPr>
        <p:spPr>
          <a:xfrm>
            <a:off x="710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9" name=""/>
          <p:cNvSpPr/>
          <p:nvPr/>
        </p:nvSpPr>
        <p:spPr>
          <a:xfrm>
            <a:off x="714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0" name=""/>
          <p:cNvSpPr/>
          <p:nvPr/>
        </p:nvSpPr>
        <p:spPr>
          <a:xfrm>
            <a:off x="71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1" name=""/>
          <p:cNvSpPr/>
          <p:nvPr/>
        </p:nvSpPr>
        <p:spPr>
          <a:xfrm>
            <a:off x="72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2" name=""/>
          <p:cNvSpPr/>
          <p:nvPr/>
        </p:nvSpPr>
        <p:spPr>
          <a:xfrm>
            <a:off x="72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3" name=""/>
          <p:cNvSpPr/>
          <p:nvPr/>
        </p:nvSpPr>
        <p:spPr>
          <a:xfrm>
            <a:off x="73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4" name=""/>
          <p:cNvSpPr/>
          <p:nvPr/>
        </p:nvSpPr>
        <p:spPr>
          <a:xfrm>
            <a:off x="73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5" name=""/>
          <p:cNvSpPr/>
          <p:nvPr/>
        </p:nvSpPr>
        <p:spPr>
          <a:xfrm>
            <a:off x="73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6" name=""/>
          <p:cNvSpPr/>
          <p:nvPr/>
        </p:nvSpPr>
        <p:spPr>
          <a:xfrm>
            <a:off x="74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7" name=""/>
          <p:cNvSpPr/>
          <p:nvPr/>
        </p:nvSpPr>
        <p:spPr>
          <a:xfrm>
            <a:off x="74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8" name=""/>
          <p:cNvSpPr/>
          <p:nvPr/>
        </p:nvSpPr>
        <p:spPr>
          <a:xfrm>
            <a:off x="75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9" name=""/>
          <p:cNvSpPr/>
          <p:nvPr/>
        </p:nvSpPr>
        <p:spPr>
          <a:xfrm>
            <a:off x="75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0" name=""/>
          <p:cNvSpPr/>
          <p:nvPr/>
        </p:nvSpPr>
        <p:spPr>
          <a:xfrm>
            <a:off x="75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1" name=""/>
          <p:cNvSpPr/>
          <p:nvPr/>
        </p:nvSpPr>
        <p:spPr>
          <a:xfrm>
            <a:off x="76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2" name=""/>
          <p:cNvSpPr/>
          <p:nvPr/>
        </p:nvSpPr>
        <p:spPr>
          <a:xfrm>
            <a:off x="767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3" name=""/>
          <p:cNvSpPr/>
          <p:nvPr/>
        </p:nvSpPr>
        <p:spPr>
          <a:xfrm>
            <a:off x="77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4" name=""/>
          <p:cNvSpPr/>
          <p:nvPr/>
        </p:nvSpPr>
        <p:spPr>
          <a:xfrm>
            <a:off x="77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5" name=""/>
          <p:cNvSpPr/>
          <p:nvPr/>
        </p:nvSpPr>
        <p:spPr>
          <a:xfrm>
            <a:off x="77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6" name=""/>
          <p:cNvSpPr/>
          <p:nvPr/>
        </p:nvSpPr>
        <p:spPr>
          <a:xfrm>
            <a:off x="78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7" name=""/>
          <p:cNvSpPr/>
          <p:nvPr/>
        </p:nvSpPr>
        <p:spPr>
          <a:xfrm>
            <a:off x="78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8" name=""/>
          <p:cNvSpPr/>
          <p:nvPr/>
        </p:nvSpPr>
        <p:spPr>
          <a:xfrm>
            <a:off x="792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9" name=""/>
          <p:cNvSpPr/>
          <p:nvPr/>
        </p:nvSpPr>
        <p:spPr>
          <a:xfrm>
            <a:off x="79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0" name=""/>
          <p:cNvSpPr/>
          <p:nvPr/>
        </p:nvSpPr>
        <p:spPr>
          <a:xfrm>
            <a:off x="800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1" name=""/>
          <p:cNvSpPr/>
          <p:nvPr/>
        </p:nvSpPr>
        <p:spPr>
          <a:xfrm>
            <a:off x="804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2" name=""/>
          <p:cNvSpPr/>
          <p:nvPr/>
        </p:nvSpPr>
        <p:spPr>
          <a:xfrm>
            <a:off x="80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3" name=""/>
          <p:cNvSpPr/>
          <p:nvPr/>
        </p:nvSpPr>
        <p:spPr>
          <a:xfrm>
            <a:off x="81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4" name=""/>
          <p:cNvSpPr/>
          <p:nvPr/>
        </p:nvSpPr>
        <p:spPr>
          <a:xfrm>
            <a:off x="81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5" name=""/>
          <p:cNvSpPr/>
          <p:nvPr/>
        </p:nvSpPr>
        <p:spPr>
          <a:xfrm>
            <a:off x="82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6" name=""/>
          <p:cNvSpPr/>
          <p:nvPr/>
        </p:nvSpPr>
        <p:spPr>
          <a:xfrm>
            <a:off x="82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7" name=""/>
          <p:cNvSpPr/>
          <p:nvPr/>
        </p:nvSpPr>
        <p:spPr>
          <a:xfrm>
            <a:off x="82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8" name=""/>
          <p:cNvSpPr/>
          <p:nvPr/>
        </p:nvSpPr>
        <p:spPr>
          <a:xfrm>
            <a:off x="83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9" name=""/>
          <p:cNvSpPr/>
          <p:nvPr/>
        </p:nvSpPr>
        <p:spPr>
          <a:xfrm>
            <a:off x="837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0" name=""/>
          <p:cNvSpPr/>
          <p:nvPr/>
        </p:nvSpPr>
        <p:spPr>
          <a:xfrm>
            <a:off x="84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1" name=""/>
          <p:cNvSpPr/>
          <p:nvPr/>
        </p:nvSpPr>
        <p:spPr>
          <a:xfrm>
            <a:off x="845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2" name=""/>
          <p:cNvSpPr/>
          <p:nvPr/>
        </p:nvSpPr>
        <p:spPr>
          <a:xfrm>
            <a:off x="84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3" name=""/>
          <p:cNvSpPr/>
          <p:nvPr/>
        </p:nvSpPr>
        <p:spPr>
          <a:xfrm>
            <a:off x="85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4" name=""/>
          <p:cNvSpPr/>
          <p:nvPr/>
        </p:nvSpPr>
        <p:spPr>
          <a:xfrm>
            <a:off x="857520" y="143820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5" name=""/>
          <p:cNvSpPr/>
          <p:nvPr/>
        </p:nvSpPr>
        <p:spPr>
          <a:xfrm>
            <a:off x="86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6" name=""/>
          <p:cNvSpPr/>
          <p:nvPr/>
        </p:nvSpPr>
        <p:spPr>
          <a:xfrm>
            <a:off x="867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7" name=""/>
          <p:cNvSpPr/>
          <p:nvPr/>
        </p:nvSpPr>
        <p:spPr>
          <a:xfrm>
            <a:off x="87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8" name=""/>
          <p:cNvSpPr/>
          <p:nvPr/>
        </p:nvSpPr>
        <p:spPr>
          <a:xfrm>
            <a:off x="87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9" name=""/>
          <p:cNvSpPr/>
          <p:nvPr/>
        </p:nvSpPr>
        <p:spPr>
          <a:xfrm>
            <a:off x="8740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0" name=""/>
          <p:cNvSpPr/>
          <p:nvPr/>
        </p:nvSpPr>
        <p:spPr>
          <a:xfrm>
            <a:off x="87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1" name=""/>
          <p:cNvSpPr/>
          <p:nvPr/>
        </p:nvSpPr>
        <p:spPr>
          <a:xfrm>
            <a:off x="87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2" name=""/>
          <p:cNvSpPr/>
          <p:nvPr/>
        </p:nvSpPr>
        <p:spPr>
          <a:xfrm>
            <a:off x="88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3" name=""/>
          <p:cNvSpPr/>
          <p:nvPr/>
        </p:nvSpPr>
        <p:spPr>
          <a:xfrm>
            <a:off x="88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4" name=""/>
          <p:cNvSpPr/>
          <p:nvPr/>
        </p:nvSpPr>
        <p:spPr>
          <a:xfrm>
            <a:off x="88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5" name=""/>
          <p:cNvSpPr/>
          <p:nvPr/>
        </p:nvSpPr>
        <p:spPr>
          <a:xfrm>
            <a:off x="88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6" name=""/>
          <p:cNvSpPr/>
          <p:nvPr/>
        </p:nvSpPr>
        <p:spPr>
          <a:xfrm>
            <a:off x="88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7" name=""/>
          <p:cNvSpPr/>
          <p:nvPr/>
        </p:nvSpPr>
        <p:spPr>
          <a:xfrm>
            <a:off x="89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8" name=""/>
          <p:cNvSpPr/>
          <p:nvPr/>
        </p:nvSpPr>
        <p:spPr>
          <a:xfrm>
            <a:off x="89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9" name=""/>
          <p:cNvSpPr/>
          <p:nvPr/>
        </p:nvSpPr>
        <p:spPr>
          <a:xfrm>
            <a:off x="89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0" name=""/>
          <p:cNvSpPr/>
          <p:nvPr/>
        </p:nvSpPr>
        <p:spPr>
          <a:xfrm>
            <a:off x="896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1" name=""/>
          <p:cNvSpPr/>
          <p:nvPr/>
        </p:nvSpPr>
        <p:spPr>
          <a:xfrm>
            <a:off x="89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2" name=""/>
          <p:cNvSpPr/>
          <p:nvPr/>
        </p:nvSpPr>
        <p:spPr>
          <a:xfrm>
            <a:off x="90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3" name=""/>
          <p:cNvSpPr/>
          <p:nvPr/>
        </p:nvSpPr>
        <p:spPr>
          <a:xfrm>
            <a:off x="9025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4" name=""/>
          <p:cNvSpPr/>
          <p:nvPr/>
        </p:nvSpPr>
        <p:spPr>
          <a:xfrm>
            <a:off x="90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5" name=""/>
          <p:cNvSpPr/>
          <p:nvPr/>
        </p:nvSpPr>
        <p:spPr>
          <a:xfrm>
            <a:off x="906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6" name=""/>
          <p:cNvSpPr/>
          <p:nvPr/>
        </p:nvSpPr>
        <p:spPr>
          <a:xfrm>
            <a:off x="90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7" name=""/>
          <p:cNvSpPr/>
          <p:nvPr/>
        </p:nvSpPr>
        <p:spPr>
          <a:xfrm>
            <a:off x="91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8" name=""/>
          <p:cNvSpPr/>
          <p:nvPr/>
        </p:nvSpPr>
        <p:spPr>
          <a:xfrm>
            <a:off x="912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9" name=""/>
          <p:cNvSpPr/>
          <p:nvPr/>
        </p:nvSpPr>
        <p:spPr>
          <a:xfrm>
            <a:off x="91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0" name=""/>
          <p:cNvSpPr/>
          <p:nvPr/>
        </p:nvSpPr>
        <p:spPr>
          <a:xfrm>
            <a:off x="91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1" name=""/>
          <p:cNvSpPr/>
          <p:nvPr/>
        </p:nvSpPr>
        <p:spPr>
          <a:xfrm>
            <a:off x="91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2" name=""/>
          <p:cNvSpPr/>
          <p:nvPr/>
        </p:nvSpPr>
        <p:spPr>
          <a:xfrm>
            <a:off x="92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3" name=""/>
          <p:cNvSpPr/>
          <p:nvPr/>
        </p:nvSpPr>
        <p:spPr>
          <a:xfrm>
            <a:off x="92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4" name=""/>
          <p:cNvSpPr/>
          <p:nvPr/>
        </p:nvSpPr>
        <p:spPr>
          <a:xfrm>
            <a:off x="92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5" name=""/>
          <p:cNvSpPr/>
          <p:nvPr/>
        </p:nvSpPr>
        <p:spPr>
          <a:xfrm>
            <a:off x="92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6" name=""/>
          <p:cNvSpPr/>
          <p:nvPr/>
        </p:nvSpPr>
        <p:spPr>
          <a:xfrm>
            <a:off x="92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7" name=""/>
          <p:cNvSpPr/>
          <p:nvPr/>
        </p:nvSpPr>
        <p:spPr>
          <a:xfrm>
            <a:off x="93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8" name=""/>
          <p:cNvSpPr/>
          <p:nvPr/>
        </p:nvSpPr>
        <p:spPr>
          <a:xfrm>
            <a:off x="93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9" name=""/>
          <p:cNvSpPr/>
          <p:nvPr/>
        </p:nvSpPr>
        <p:spPr>
          <a:xfrm>
            <a:off x="935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0" name=""/>
          <p:cNvSpPr/>
          <p:nvPr/>
        </p:nvSpPr>
        <p:spPr>
          <a:xfrm>
            <a:off x="93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1" name=""/>
          <p:cNvSpPr/>
          <p:nvPr/>
        </p:nvSpPr>
        <p:spPr>
          <a:xfrm>
            <a:off x="93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2" name=""/>
          <p:cNvSpPr/>
          <p:nvPr/>
        </p:nvSpPr>
        <p:spPr>
          <a:xfrm>
            <a:off x="941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3" name=""/>
          <p:cNvSpPr/>
          <p:nvPr/>
        </p:nvSpPr>
        <p:spPr>
          <a:xfrm>
            <a:off x="94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4" name=""/>
          <p:cNvSpPr/>
          <p:nvPr/>
        </p:nvSpPr>
        <p:spPr>
          <a:xfrm>
            <a:off x="945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5" name=""/>
          <p:cNvSpPr/>
          <p:nvPr/>
        </p:nvSpPr>
        <p:spPr>
          <a:xfrm>
            <a:off x="94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6" name=""/>
          <p:cNvSpPr/>
          <p:nvPr/>
        </p:nvSpPr>
        <p:spPr>
          <a:xfrm>
            <a:off x="949680" y="143820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7" name=""/>
          <p:cNvSpPr/>
          <p:nvPr/>
        </p:nvSpPr>
        <p:spPr>
          <a:xfrm>
            <a:off x="951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8" name=""/>
          <p:cNvSpPr/>
          <p:nvPr/>
        </p:nvSpPr>
        <p:spPr>
          <a:xfrm>
            <a:off x="95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9" name=""/>
          <p:cNvSpPr/>
          <p:nvPr/>
        </p:nvSpPr>
        <p:spPr>
          <a:xfrm>
            <a:off x="95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0" name=""/>
          <p:cNvSpPr/>
          <p:nvPr/>
        </p:nvSpPr>
        <p:spPr>
          <a:xfrm>
            <a:off x="95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1" name=""/>
          <p:cNvSpPr/>
          <p:nvPr/>
        </p:nvSpPr>
        <p:spPr>
          <a:xfrm>
            <a:off x="96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2" name=""/>
          <p:cNvSpPr/>
          <p:nvPr/>
        </p:nvSpPr>
        <p:spPr>
          <a:xfrm>
            <a:off x="96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3" name=""/>
          <p:cNvSpPr/>
          <p:nvPr/>
        </p:nvSpPr>
        <p:spPr>
          <a:xfrm>
            <a:off x="96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4" name=""/>
          <p:cNvSpPr/>
          <p:nvPr/>
        </p:nvSpPr>
        <p:spPr>
          <a:xfrm>
            <a:off x="96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5" name=""/>
          <p:cNvSpPr/>
          <p:nvPr/>
        </p:nvSpPr>
        <p:spPr>
          <a:xfrm>
            <a:off x="96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6" name=""/>
          <p:cNvSpPr/>
          <p:nvPr/>
        </p:nvSpPr>
        <p:spPr>
          <a:xfrm>
            <a:off x="97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7" name=""/>
          <p:cNvSpPr/>
          <p:nvPr/>
        </p:nvSpPr>
        <p:spPr>
          <a:xfrm>
            <a:off x="97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8" name=""/>
          <p:cNvSpPr/>
          <p:nvPr/>
        </p:nvSpPr>
        <p:spPr>
          <a:xfrm>
            <a:off x="97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9" name=""/>
          <p:cNvSpPr/>
          <p:nvPr/>
        </p:nvSpPr>
        <p:spPr>
          <a:xfrm>
            <a:off x="97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0" name=""/>
          <p:cNvSpPr/>
          <p:nvPr/>
        </p:nvSpPr>
        <p:spPr>
          <a:xfrm>
            <a:off x="97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1" name=""/>
          <p:cNvSpPr/>
          <p:nvPr/>
        </p:nvSpPr>
        <p:spPr>
          <a:xfrm>
            <a:off x="98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2" name=""/>
          <p:cNvSpPr/>
          <p:nvPr/>
        </p:nvSpPr>
        <p:spPr>
          <a:xfrm>
            <a:off x="98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3" name=""/>
          <p:cNvSpPr/>
          <p:nvPr/>
        </p:nvSpPr>
        <p:spPr>
          <a:xfrm>
            <a:off x="98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4" name=""/>
          <p:cNvSpPr/>
          <p:nvPr/>
        </p:nvSpPr>
        <p:spPr>
          <a:xfrm>
            <a:off x="98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5" name=""/>
          <p:cNvSpPr/>
          <p:nvPr/>
        </p:nvSpPr>
        <p:spPr>
          <a:xfrm>
            <a:off x="98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6" name=""/>
          <p:cNvSpPr/>
          <p:nvPr/>
        </p:nvSpPr>
        <p:spPr>
          <a:xfrm>
            <a:off x="99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7" name=""/>
          <p:cNvSpPr/>
          <p:nvPr/>
        </p:nvSpPr>
        <p:spPr>
          <a:xfrm>
            <a:off x="99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8" name=""/>
          <p:cNvSpPr/>
          <p:nvPr/>
        </p:nvSpPr>
        <p:spPr>
          <a:xfrm>
            <a:off x="99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9" name=""/>
          <p:cNvSpPr/>
          <p:nvPr/>
        </p:nvSpPr>
        <p:spPr>
          <a:xfrm>
            <a:off x="99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0" name=""/>
          <p:cNvSpPr/>
          <p:nvPr/>
        </p:nvSpPr>
        <p:spPr>
          <a:xfrm>
            <a:off x="99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1" name=""/>
          <p:cNvSpPr/>
          <p:nvPr/>
        </p:nvSpPr>
        <p:spPr>
          <a:xfrm>
            <a:off x="100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2" name=""/>
          <p:cNvSpPr/>
          <p:nvPr/>
        </p:nvSpPr>
        <p:spPr>
          <a:xfrm>
            <a:off x="100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3" name=""/>
          <p:cNvSpPr/>
          <p:nvPr/>
        </p:nvSpPr>
        <p:spPr>
          <a:xfrm>
            <a:off x="100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4" name=""/>
          <p:cNvSpPr/>
          <p:nvPr/>
        </p:nvSpPr>
        <p:spPr>
          <a:xfrm>
            <a:off x="100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5" name=""/>
          <p:cNvSpPr/>
          <p:nvPr/>
        </p:nvSpPr>
        <p:spPr>
          <a:xfrm>
            <a:off x="100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6" name=""/>
          <p:cNvSpPr/>
          <p:nvPr/>
        </p:nvSpPr>
        <p:spPr>
          <a:xfrm>
            <a:off x="101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7" name=""/>
          <p:cNvSpPr/>
          <p:nvPr/>
        </p:nvSpPr>
        <p:spPr>
          <a:xfrm>
            <a:off x="101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8" name=""/>
          <p:cNvSpPr/>
          <p:nvPr/>
        </p:nvSpPr>
        <p:spPr>
          <a:xfrm>
            <a:off x="101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9" name=""/>
          <p:cNvSpPr/>
          <p:nvPr/>
        </p:nvSpPr>
        <p:spPr>
          <a:xfrm>
            <a:off x="101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0" name=""/>
          <p:cNvSpPr/>
          <p:nvPr/>
        </p:nvSpPr>
        <p:spPr>
          <a:xfrm>
            <a:off x="101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1" name=""/>
          <p:cNvSpPr/>
          <p:nvPr/>
        </p:nvSpPr>
        <p:spPr>
          <a:xfrm>
            <a:off x="102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2" name=""/>
          <p:cNvSpPr/>
          <p:nvPr/>
        </p:nvSpPr>
        <p:spPr>
          <a:xfrm>
            <a:off x="102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3" name=""/>
          <p:cNvSpPr/>
          <p:nvPr/>
        </p:nvSpPr>
        <p:spPr>
          <a:xfrm>
            <a:off x="102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4" name=""/>
          <p:cNvSpPr/>
          <p:nvPr/>
        </p:nvSpPr>
        <p:spPr>
          <a:xfrm>
            <a:off x="102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5" name=""/>
          <p:cNvSpPr/>
          <p:nvPr/>
        </p:nvSpPr>
        <p:spPr>
          <a:xfrm>
            <a:off x="102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6" name=""/>
          <p:cNvSpPr/>
          <p:nvPr/>
        </p:nvSpPr>
        <p:spPr>
          <a:xfrm>
            <a:off x="103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7" name=""/>
          <p:cNvSpPr/>
          <p:nvPr/>
        </p:nvSpPr>
        <p:spPr>
          <a:xfrm>
            <a:off x="103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8" name=""/>
          <p:cNvSpPr/>
          <p:nvPr/>
        </p:nvSpPr>
        <p:spPr>
          <a:xfrm>
            <a:off x="103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9" name=""/>
          <p:cNvSpPr/>
          <p:nvPr/>
        </p:nvSpPr>
        <p:spPr>
          <a:xfrm>
            <a:off x="103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0" name=""/>
          <p:cNvSpPr/>
          <p:nvPr/>
        </p:nvSpPr>
        <p:spPr>
          <a:xfrm>
            <a:off x="103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1" name=""/>
          <p:cNvSpPr/>
          <p:nvPr/>
        </p:nvSpPr>
        <p:spPr>
          <a:xfrm>
            <a:off x="1041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2" name=""/>
          <p:cNvSpPr/>
          <p:nvPr/>
        </p:nvSpPr>
        <p:spPr>
          <a:xfrm>
            <a:off x="104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3" name=""/>
          <p:cNvSpPr/>
          <p:nvPr/>
        </p:nvSpPr>
        <p:spPr>
          <a:xfrm>
            <a:off x="104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4" name=""/>
          <p:cNvSpPr/>
          <p:nvPr/>
        </p:nvSpPr>
        <p:spPr>
          <a:xfrm>
            <a:off x="104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5" name=""/>
          <p:cNvSpPr/>
          <p:nvPr/>
        </p:nvSpPr>
        <p:spPr>
          <a:xfrm>
            <a:off x="105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6" name=""/>
          <p:cNvSpPr/>
          <p:nvPr/>
        </p:nvSpPr>
        <p:spPr>
          <a:xfrm>
            <a:off x="105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7" name=""/>
          <p:cNvSpPr/>
          <p:nvPr/>
        </p:nvSpPr>
        <p:spPr>
          <a:xfrm>
            <a:off x="105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8" name=""/>
          <p:cNvSpPr/>
          <p:nvPr/>
        </p:nvSpPr>
        <p:spPr>
          <a:xfrm>
            <a:off x="105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9" name=""/>
          <p:cNvSpPr/>
          <p:nvPr/>
        </p:nvSpPr>
        <p:spPr>
          <a:xfrm>
            <a:off x="105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0" name=""/>
          <p:cNvSpPr/>
          <p:nvPr/>
        </p:nvSpPr>
        <p:spPr>
          <a:xfrm>
            <a:off x="106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1" name=""/>
          <p:cNvSpPr/>
          <p:nvPr/>
        </p:nvSpPr>
        <p:spPr>
          <a:xfrm>
            <a:off x="106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2" name=""/>
          <p:cNvSpPr/>
          <p:nvPr/>
        </p:nvSpPr>
        <p:spPr>
          <a:xfrm>
            <a:off x="1064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3" name=""/>
          <p:cNvSpPr/>
          <p:nvPr/>
        </p:nvSpPr>
        <p:spPr>
          <a:xfrm>
            <a:off x="106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4" name=""/>
          <p:cNvSpPr/>
          <p:nvPr/>
        </p:nvSpPr>
        <p:spPr>
          <a:xfrm>
            <a:off x="106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5" name=""/>
          <p:cNvSpPr/>
          <p:nvPr/>
        </p:nvSpPr>
        <p:spPr>
          <a:xfrm>
            <a:off x="1070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6" name=""/>
          <p:cNvSpPr/>
          <p:nvPr/>
        </p:nvSpPr>
        <p:spPr>
          <a:xfrm>
            <a:off x="107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7" name=""/>
          <p:cNvSpPr/>
          <p:nvPr/>
        </p:nvSpPr>
        <p:spPr>
          <a:xfrm>
            <a:off x="1074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8" name=""/>
          <p:cNvSpPr/>
          <p:nvPr/>
        </p:nvSpPr>
        <p:spPr>
          <a:xfrm>
            <a:off x="107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9" name=""/>
          <p:cNvSpPr/>
          <p:nvPr/>
        </p:nvSpPr>
        <p:spPr>
          <a:xfrm>
            <a:off x="107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0" name=""/>
          <p:cNvSpPr/>
          <p:nvPr/>
        </p:nvSpPr>
        <p:spPr>
          <a:xfrm>
            <a:off x="1080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1" name=""/>
          <p:cNvSpPr/>
          <p:nvPr/>
        </p:nvSpPr>
        <p:spPr>
          <a:xfrm>
            <a:off x="108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2" name=""/>
          <p:cNvSpPr/>
          <p:nvPr/>
        </p:nvSpPr>
        <p:spPr>
          <a:xfrm>
            <a:off x="108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3" name=""/>
          <p:cNvSpPr/>
          <p:nvPr/>
        </p:nvSpPr>
        <p:spPr>
          <a:xfrm>
            <a:off x="108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4" name=""/>
          <p:cNvSpPr/>
          <p:nvPr/>
        </p:nvSpPr>
        <p:spPr>
          <a:xfrm>
            <a:off x="108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5" name=""/>
          <p:cNvSpPr/>
          <p:nvPr/>
        </p:nvSpPr>
        <p:spPr>
          <a:xfrm>
            <a:off x="109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6" name=""/>
          <p:cNvSpPr/>
          <p:nvPr/>
        </p:nvSpPr>
        <p:spPr>
          <a:xfrm>
            <a:off x="109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7" name=""/>
          <p:cNvSpPr/>
          <p:nvPr/>
        </p:nvSpPr>
        <p:spPr>
          <a:xfrm>
            <a:off x="109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8" name=""/>
          <p:cNvSpPr/>
          <p:nvPr/>
        </p:nvSpPr>
        <p:spPr>
          <a:xfrm>
            <a:off x="109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9" name=""/>
          <p:cNvSpPr/>
          <p:nvPr/>
        </p:nvSpPr>
        <p:spPr>
          <a:xfrm>
            <a:off x="109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0" name=""/>
          <p:cNvSpPr/>
          <p:nvPr/>
        </p:nvSpPr>
        <p:spPr>
          <a:xfrm>
            <a:off x="110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1" name=""/>
          <p:cNvSpPr/>
          <p:nvPr/>
        </p:nvSpPr>
        <p:spPr>
          <a:xfrm>
            <a:off x="11034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2" name=""/>
          <p:cNvSpPr/>
          <p:nvPr/>
        </p:nvSpPr>
        <p:spPr>
          <a:xfrm>
            <a:off x="110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3" name=""/>
          <p:cNvSpPr/>
          <p:nvPr/>
        </p:nvSpPr>
        <p:spPr>
          <a:xfrm>
            <a:off x="11073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4" name=""/>
          <p:cNvSpPr/>
          <p:nvPr/>
        </p:nvSpPr>
        <p:spPr>
          <a:xfrm>
            <a:off x="1109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5" name=""/>
          <p:cNvSpPr/>
          <p:nvPr/>
        </p:nvSpPr>
        <p:spPr>
          <a:xfrm>
            <a:off x="111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6" name=""/>
          <p:cNvSpPr/>
          <p:nvPr/>
        </p:nvSpPr>
        <p:spPr>
          <a:xfrm>
            <a:off x="11134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7" name=""/>
          <p:cNvSpPr/>
          <p:nvPr/>
        </p:nvSpPr>
        <p:spPr>
          <a:xfrm>
            <a:off x="111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8" name=""/>
          <p:cNvSpPr/>
          <p:nvPr/>
        </p:nvSpPr>
        <p:spPr>
          <a:xfrm>
            <a:off x="111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9" name=""/>
          <p:cNvSpPr/>
          <p:nvPr/>
        </p:nvSpPr>
        <p:spPr>
          <a:xfrm>
            <a:off x="1119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0" name=""/>
          <p:cNvSpPr/>
          <p:nvPr/>
        </p:nvSpPr>
        <p:spPr>
          <a:xfrm>
            <a:off x="112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1" name=""/>
          <p:cNvSpPr/>
          <p:nvPr/>
        </p:nvSpPr>
        <p:spPr>
          <a:xfrm>
            <a:off x="112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2" name=""/>
          <p:cNvSpPr/>
          <p:nvPr/>
        </p:nvSpPr>
        <p:spPr>
          <a:xfrm>
            <a:off x="112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3" name=""/>
          <p:cNvSpPr/>
          <p:nvPr/>
        </p:nvSpPr>
        <p:spPr>
          <a:xfrm>
            <a:off x="112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4" name=""/>
          <p:cNvSpPr/>
          <p:nvPr/>
        </p:nvSpPr>
        <p:spPr>
          <a:xfrm>
            <a:off x="112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5" name=""/>
          <p:cNvSpPr/>
          <p:nvPr/>
        </p:nvSpPr>
        <p:spPr>
          <a:xfrm>
            <a:off x="11318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8" y="1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6" name=""/>
          <p:cNvSpPr/>
          <p:nvPr/>
        </p:nvSpPr>
        <p:spPr>
          <a:xfrm>
            <a:off x="1134000" y="1438560"/>
            <a:ext cx="18720" cy="19080"/>
          </a:xfrm>
          <a:custGeom>
            <a:avLst/>
            <a:gdLst/>
            <a:ahLst/>
            <a:rect l="0" t="0" r="r" b="b"/>
            <a:pathLst>
              <a:path w="52" h="53">
                <a:moveTo>
                  <a:pt x="52" y="0"/>
                </a:moveTo>
                <a:lnTo>
                  <a:pt x="0" y="53"/>
                </a:lnTo>
                <a:lnTo>
                  <a:pt x="5" y="53"/>
                </a:lnTo>
                <a:lnTo>
                  <a:pt x="52" y="6"/>
                </a:lnTo>
                <a:lnTo>
                  <a:pt x="52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7" name=""/>
          <p:cNvSpPr/>
          <p:nvPr/>
        </p:nvSpPr>
        <p:spPr>
          <a:xfrm>
            <a:off x="1135800" y="144072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47" y="0"/>
                </a:moveTo>
                <a:lnTo>
                  <a:pt x="0" y="47"/>
                </a:lnTo>
                <a:lnTo>
                  <a:pt x="6" y="47"/>
                </a:lnTo>
                <a:lnTo>
                  <a:pt x="47" y="6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8" name=""/>
          <p:cNvSpPr/>
          <p:nvPr/>
        </p:nvSpPr>
        <p:spPr>
          <a:xfrm>
            <a:off x="1137960" y="1442880"/>
            <a:ext cx="14760" cy="14760"/>
          </a:xfrm>
          <a:custGeom>
            <a:avLst/>
            <a:gdLst/>
            <a:ahLst/>
            <a:rect l="0" t="0" r="r" b="b"/>
            <a:pathLst>
              <a:path w="41" h="41">
                <a:moveTo>
                  <a:pt x="41" y="0"/>
                </a:moveTo>
                <a:lnTo>
                  <a:pt x="0" y="41"/>
                </a:lnTo>
                <a:lnTo>
                  <a:pt x="6" y="41"/>
                </a:lnTo>
                <a:lnTo>
                  <a:pt x="41" y="6"/>
                </a:lnTo>
                <a:lnTo>
                  <a:pt x="41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9" name=""/>
          <p:cNvSpPr/>
          <p:nvPr/>
        </p:nvSpPr>
        <p:spPr>
          <a:xfrm>
            <a:off x="1140120" y="144504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35" y="0"/>
                </a:moveTo>
                <a:lnTo>
                  <a:pt x="0" y="35"/>
                </a:lnTo>
                <a:lnTo>
                  <a:pt x="6" y="35"/>
                </a:lnTo>
                <a:lnTo>
                  <a:pt x="35" y="5"/>
                </a:lnTo>
                <a:lnTo>
                  <a:pt x="35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0" name=""/>
          <p:cNvSpPr/>
          <p:nvPr/>
        </p:nvSpPr>
        <p:spPr>
          <a:xfrm>
            <a:off x="1142280" y="1446840"/>
            <a:ext cx="10440" cy="10800"/>
          </a:xfrm>
          <a:custGeom>
            <a:avLst/>
            <a:gdLst/>
            <a:ahLst/>
            <a:rect l="0" t="0" r="r" b="b"/>
            <a:pathLst>
              <a:path w="29" h="30">
                <a:moveTo>
                  <a:pt x="29" y="0"/>
                </a:moveTo>
                <a:lnTo>
                  <a:pt x="0" y="30"/>
                </a:lnTo>
                <a:lnTo>
                  <a:pt x="6" y="30"/>
                </a:lnTo>
                <a:lnTo>
                  <a:pt x="29" y="6"/>
                </a:lnTo>
                <a:lnTo>
                  <a:pt x="29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1" name=""/>
          <p:cNvSpPr/>
          <p:nvPr/>
        </p:nvSpPr>
        <p:spPr>
          <a:xfrm>
            <a:off x="1144080" y="1449000"/>
            <a:ext cx="9000" cy="8640"/>
          </a:xfrm>
          <a:custGeom>
            <a:avLst/>
            <a:gdLst/>
            <a:ahLst/>
            <a:rect l="0" t="0" r="r" b="b"/>
            <a:pathLst>
              <a:path w="25" h="24">
                <a:moveTo>
                  <a:pt x="25" y="0"/>
                </a:moveTo>
                <a:lnTo>
                  <a:pt x="0" y="24"/>
                </a:lnTo>
                <a:lnTo>
                  <a:pt x="7" y="24"/>
                </a:lnTo>
                <a:lnTo>
                  <a:pt x="25" y="6"/>
                </a:lnTo>
                <a:lnTo>
                  <a:pt x="25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2" name=""/>
          <p:cNvSpPr/>
          <p:nvPr/>
        </p:nvSpPr>
        <p:spPr>
          <a:xfrm>
            <a:off x="1146240" y="145116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7" y="18"/>
                </a:lnTo>
                <a:lnTo>
                  <a:pt x="18" y="5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3" name=""/>
          <p:cNvSpPr/>
          <p:nvPr/>
        </p:nvSpPr>
        <p:spPr>
          <a:xfrm>
            <a:off x="1148400" y="1452960"/>
            <a:ext cx="4320" cy="4680"/>
          </a:xfrm>
          <a:custGeom>
            <a:avLst/>
            <a:gdLst/>
            <a:ahLst/>
            <a:rect l="0" t="0" r="r" b="b"/>
            <a:pathLst>
              <a:path w="12" h="13">
                <a:moveTo>
                  <a:pt x="12" y="0"/>
                </a:moveTo>
                <a:lnTo>
                  <a:pt x="0" y="13"/>
                </a:lnTo>
                <a:lnTo>
                  <a:pt x="5" y="13"/>
                </a:lnTo>
                <a:lnTo>
                  <a:pt x="12" y="6"/>
                </a:lnTo>
                <a:lnTo>
                  <a:pt x="12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4" name=""/>
          <p:cNvSpPr/>
          <p:nvPr/>
        </p:nvSpPr>
        <p:spPr>
          <a:xfrm>
            <a:off x="1150200" y="14551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7" y="0"/>
                </a:moveTo>
                <a:lnTo>
                  <a:pt x="0" y="8"/>
                </a:lnTo>
                <a:lnTo>
                  <a:pt x="7" y="8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5" name=""/>
          <p:cNvSpPr/>
          <p:nvPr/>
        </p:nvSpPr>
        <p:spPr>
          <a:xfrm>
            <a:off x="647640" y="2257200"/>
            <a:ext cx="3438720" cy="10080"/>
          </a:xfrm>
          <a:custGeom>
            <a:avLst/>
            <a:gdLst/>
            <a:ahLst/>
            <a:rect l="0" t="0" r="r" b="b"/>
            <a:pathLst>
              <a:path w="9552" h="28">
                <a:moveTo>
                  <a:pt x="0" y="0"/>
                </a:moveTo>
                <a:lnTo>
                  <a:pt x="9552" y="0"/>
                </a:lnTo>
                <a:lnTo>
                  <a:pt x="95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6" name=""/>
          <p:cNvSpPr/>
          <p:nvPr/>
        </p:nvSpPr>
        <p:spPr>
          <a:xfrm>
            <a:off x="4086000" y="2257200"/>
            <a:ext cx="1448280" cy="10080"/>
          </a:xfrm>
          <a:custGeom>
            <a:avLst/>
            <a:gdLst/>
            <a:ahLst/>
            <a:rect l="0" t="0" r="r" b="b"/>
            <a:pathLst>
              <a:path w="4023" h="28">
                <a:moveTo>
                  <a:pt x="0" y="0"/>
                </a:moveTo>
                <a:lnTo>
                  <a:pt x="4023" y="0"/>
                </a:lnTo>
                <a:lnTo>
                  <a:pt x="40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7" name=""/>
          <p:cNvSpPr/>
          <p:nvPr/>
        </p:nvSpPr>
        <p:spPr>
          <a:xfrm>
            <a:off x="5533920" y="2257200"/>
            <a:ext cx="1381320" cy="10080"/>
          </a:xfrm>
          <a:custGeom>
            <a:avLst/>
            <a:gdLst/>
            <a:ahLst/>
            <a:rect l="0" t="0" r="r" b="b"/>
            <a:pathLst>
              <a:path w="3837" h="28">
                <a:moveTo>
                  <a:pt x="0" y="0"/>
                </a:moveTo>
                <a:lnTo>
                  <a:pt x="3837" y="0"/>
                </a:lnTo>
                <a:lnTo>
                  <a:pt x="38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8" name=""/>
          <p:cNvSpPr/>
          <p:nvPr/>
        </p:nvSpPr>
        <p:spPr>
          <a:xfrm>
            <a:off x="647640" y="2638080"/>
            <a:ext cx="3438720" cy="10080"/>
          </a:xfrm>
          <a:custGeom>
            <a:avLst/>
            <a:gdLst/>
            <a:ahLst/>
            <a:rect l="0" t="0" r="r" b="b"/>
            <a:pathLst>
              <a:path w="9552" h="28">
                <a:moveTo>
                  <a:pt x="0" y="0"/>
                </a:moveTo>
                <a:lnTo>
                  <a:pt x="9552" y="0"/>
                </a:lnTo>
                <a:lnTo>
                  <a:pt x="95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9" name=""/>
          <p:cNvSpPr/>
          <p:nvPr/>
        </p:nvSpPr>
        <p:spPr>
          <a:xfrm>
            <a:off x="4086000" y="2638080"/>
            <a:ext cx="1448280" cy="10080"/>
          </a:xfrm>
          <a:custGeom>
            <a:avLst/>
            <a:gdLst/>
            <a:ahLst/>
            <a:rect l="0" t="0" r="r" b="b"/>
            <a:pathLst>
              <a:path w="4023" h="28">
                <a:moveTo>
                  <a:pt x="0" y="0"/>
                </a:moveTo>
                <a:lnTo>
                  <a:pt x="4023" y="0"/>
                </a:lnTo>
                <a:lnTo>
                  <a:pt x="40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0" name=""/>
          <p:cNvSpPr/>
          <p:nvPr/>
        </p:nvSpPr>
        <p:spPr>
          <a:xfrm>
            <a:off x="5533920" y="2638080"/>
            <a:ext cx="1381320" cy="10080"/>
          </a:xfrm>
          <a:custGeom>
            <a:avLst/>
            <a:gdLst/>
            <a:ahLst/>
            <a:rect l="0" t="0" r="r" b="b"/>
            <a:pathLst>
              <a:path w="3837" h="28">
                <a:moveTo>
                  <a:pt x="0" y="0"/>
                </a:moveTo>
                <a:lnTo>
                  <a:pt x="3837" y="0"/>
                </a:lnTo>
                <a:lnTo>
                  <a:pt x="38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1" name=""/>
          <p:cNvSpPr/>
          <p:nvPr/>
        </p:nvSpPr>
        <p:spPr>
          <a:xfrm>
            <a:off x="647640" y="3019320"/>
            <a:ext cx="3438720" cy="9720"/>
          </a:xfrm>
          <a:custGeom>
            <a:avLst/>
            <a:gdLst/>
            <a:ahLst/>
            <a:rect l="0" t="0" r="r" b="b"/>
            <a:pathLst>
              <a:path w="9552" h="27">
                <a:moveTo>
                  <a:pt x="0" y="0"/>
                </a:moveTo>
                <a:lnTo>
                  <a:pt x="9552" y="0"/>
                </a:lnTo>
                <a:lnTo>
                  <a:pt x="95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2" name=""/>
          <p:cNvSpPr/>
          <p:nvPr/>
        </p:nvSpPr>
        <p:spPr>
          <a:xfrm>
            <a:off x="4086000" y="3019320"/>
            <a:ext cx="1448280" cy="9720"/>
          </a:xfrm>
          <a:custGeom>
            <a:avLst/>
            <a:gdLst/>
            <a:ahLst/>
            <a:rect l="0" t="0" r="r" b="b"/>
            <a:pathLst>
              <a:path w="4023" h="27">
                <a:moveTo>
                  <a:pt x="0" y="0"/>
                </a:moveTo>
                <a:lnTo>
                  <a:pt x="4023" y="0"/>
                </a:lnTo>
                <a:lnTo>
                  <a:pt x="40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3" name=""/>
          <p:cNvSpPr/>
          <p:nvPr/>
        </p:nvSpPr>
        <p:spPr>
          <a:xfrm>
            <a:off x="5533920" y="3019320"/>
            <a:ext cx="1381320" cy="9720"/>
          </a:xfrm>
          <a:custGeom>
            <a:avLst/>
            <a:gdLst/>
            <a:ahLst/>
            <a:rect l="0" t="0" r="r" b="b"/>
            <a:pathLst>
              <a:path w="3837" h="27">
                <a:moveTo>
                  <a:pt x="0" y="0"/>
                </a:moveTo>
                <a:lnTo>
                  <a:pt x="3837" y="0"/>
                </a:lnTo>
                <a:lnTo>
                  <a:pt x="38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4" name=""/>
          <p:cNvSpPr/>
          <p:nvPr/>
        </p:nvSpPr>
        <p:spPr>
          <a:xfrm>
            <a:off x="647640" y="3400200"/>
            <a:ext cx="3438720" cy="10080"/>
          </a:xfrm>
          <a:custGeom>
            <a:avLst/>
            <a:gdLst/>
            <a:ahLst/>
            <a:rect l="0" t="0" r="r" b="b"/>
            <a:pathLst>
              <a:path w="9552" h="28">
                <a:moveTo>
                  <a:pt x="0" y="0"/>
                </a:moveTo>
                <a:lnTo>
                  <a:pt x="9552" y="0"/>
                </a:lnTo>
                <a:lnTo>
                  <a:pt x="95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5" name=""/>
          <p:cNvSpPr/>
          <p:nvPr/>
        </p:nvSpPr>
        <p:spPr>
          <a:xfrm>
            <a:off x="4086000" y="3400200"/>
            <a:ext cx="1448280" cy="10080"/>
          </a:xfrm>
          <a:custGeom>
            <a:avLst/>
            <a:gdLst/>
            <a:ahLst/>
            <a:rect l="0" t="0" r="r" b="b"/>
            <a:pathLst>
              <a:path w="4023" h="28">
                <a:moveTo>
                  <a:pt x="0" y="0"/>
                </a:moveTo>
                <a:lnTo>
                  <a:pt x="4023" y="0"/>
                </a:lnTo>
                <a:lnTo>
                  <a:pt x="40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6" name=""/>
          <p:cNvSpPr/>
          <p:nvPr/>
        </p:nvSpPr>
        <p:spPr>
          <a:xfrm>
            <a:off x="5533920" y="3400200"/>
            <a:ext cx="1381320" cy="10080"/>
          </a:xfrm>
          <a:custGeom>
            <a:avLst/>
            <a:gdLst/>
            <a:ahLst/>
            <a:rect l="0" t="0" r="r" b="b"/>
            <a:pathLst>
              <a:path w="3837" h="28">
                <a:moveTo>
                  <a:pt x="0" y="0"/>
                </a:moveTo>
                <a:lnTo>
                  <a:pt x="3837" y="0"/>
                </a:lnTo>
                <a:lnTo>
                  <a:pt x="38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7" name=""/>
          <p:cNvSpPr/>
          <p:nvPr/>
        </p:nvSpPr>
        <p:spPr>
          <a:xfrm>
            <a:off x="657000" y="7391160"/>
            <a:ext cx="6258240" cy="686160"/>
          </a:xfrm>
          <a:custGeom>
            <a:avLst/>
            <a:gdLst/>
            <a:ahLst/>
            <a:rect l="0" t="0" r="r" b="b"/>
            <a:pathLst>
              <a:path w="17384" h="1906">
                <a:moveTo>
                  <a:pt x="0" y="1906"/>
                </a:moveTo>
                <a:lnTo>
                  <a:pt x="0" y="0"/>
                </a:lnTo>
                <a:lnTo>
                  <a:pt x="17184" y="0"/>
                </a:lnTo>
                <a:cubicBezTo>
                  <a:pt x="17197" y="0"/>
                  <a:pt x="17210" y="1"/>
                  <a:pt x="17223" y="4"/>
                </a:cubicBezTo>
                <a:cubicBezTo>
                  <a:pt x="17236" y="7"/>
                  <a:pt x="17249" y="10"/>
                  <a:pt x="17261" y="15"/>
                </a:cubicBezTo>
                <a:cubicBezTo>
                  <a:pt x="17273" y="20"/>
                  <a:pt x="17284" y="27"/>
                  <a:pt x="17295" y="34"/>
                </a:cubicBezTo>
                <a:cubicBezTo>
                  <a:pt x="17306" y="41"/>
                  <a:pt x="17316" y="49"/>
                  <a:pt x="17326" y="59"/>
                </a:cubicBezTo>
                <a:cubicBezTo>
                  <a:pt x="17335" y="68"/>
                  <a:pt x="17343" y="78"/>
                  <a:pt x="17351" y="89"/>
                </a:cubicBezTo>
                <a:cubicBezTo>
                  <a:pt x="17358" y="100"/>
                  <a:pt x="17364" y="111"/>
                  <a:pt x="17369" y="124"/>
                </a:cubicBezTo>
                <a:cubicBezTo>
                  <a:pt x="17374" y="136"/>
                  <a:pt x="17378" y="148"/>
                  <a:pt x="17380" y="161"/>
                </a:cubicBezTo>
                <a:cubicBezTo>
                  <a:pt x="17383" y="174"/>
                  <a:pt x="17384" y="187"/>
                  <a:pt x="17384" y="200"/>
                </a:cubicBezTo>
                <a:lnTo>
                  <a:pt x="17384" y="1706"/>
                </a:lnTo>
                <a:cubicBezTo>
                  <a:pt x="17384" y="1719"/>
                  <a:pt x="17383" y="1732"/>
                  <a:pt x="17380" y="1745"/>
                </a:cubicBezTo>
                <a:cubicBezTo>
                  <a:pt x="17378" y="1758"/>
                  <a:pt x="17374" y="1771"/>
                  <a:pt x="17369" y="1783"/>
                </a:cubicBezTo>
                <a:cubicBezTo>
                  <a:pt x="17364" y="1795"/>
                  <a:pt x="17358" y="1806"/>
                  <a:pt x="17351" y="1817"/>
                </a:cubicBezTo>
                <a:cubicBezTo>
                  <a:pt x="17343" y="1828"/>
                  <a:pt x="17335" y="1838"/>
                  <a:pt x="17326" y="1848"/>
                </a:cubicBezTo>
                <a:cubicBezTo>
                  <a:pt x="17316" y="1857"/>
                  <a:pt x="17306" y="1865"/>
                  <a:pt x="17295" y="1872"/>
                </a:cubicBezTo>
                <a:cubicBezTo>
                  <a:pt x="17284" y="1880"/>
                  <a:pt x="17273" y="1886"/>
                  <a:pt x="17261" y="1891"/>
                </a:cubicBezTo>
                <a:cubicBezTo>
                  <a:pt x="17249" y="1896"/>
                  <a:pt x="17236" y="1900"/>
                  <a:pt x="17223" y="1902"/>
                </a:cubicBezTo>
                <a:cubicBezTo>
                  <a:pt x="17210" y="1905"/>
                  <a:pt x="17197" y="1906"/>
                  <a:pt x="17184" y="1906"/>
                </a:cubicBezTo>
                <a:lnTo>
                  <a:pt x="0" y="1906"/>
                </a:ln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8" name=""/>
          <p:cNvSpPr/>
          <p:nvPr/>
        </p:nvSpPr>
        <p:spPr>
          <a:xfrm>
            <a:off x="647640" y="7391160"/>
            <a:ext cx="19440" cy="686160"/>
          </a:xfrm>
          <a:custGeom>
            <a:avLst/>
            <a:gdLst/>
            <a:ahLst/>
            <a:rect l="0" t="0" r="r" b="b"/>
            <a:pathLst>
              <a:path w="54" h="1906">
                <a:moveTo>
                  <a:pt x="0" y="0"/>
                </a:moveTo>
                <a:lnTo>
                  <a:pt x="54" y="0"/>
                </a:lnTo>
                <a:lnTo>
                  <a:pt x="54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6a2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9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0" name=""/>
          <p:cNvSpPr txBox="1"/>
          <p:nvPr/>
        </p:nvSpPr>
        <p:spPr>
          <a:xfrm>
            <a:off x="647640" y="858240"/>
            <a:ext cx="149112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6a26d8"/>
                </a:solidFill>
                <a:latin typeface="Inter-Semi"/>
                <a:ea typeface="Inter-Semi"/>
              </a:rPr>
              <a:t>0 4   ·   I N V E S T M E N T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1" name=""/>
          <p:cNvSpPr txBox="1"/>
          <p:nvPr/>
        </p:nvSpPr>
        <p:spPr>
          <a:xfrm>
            <a:off x="647640" y="1052280"/>
            <a:ext cx="397224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Special rates, thanks to Isha.</a:t>
            </a:r>
            <a:endParaRPr b="0" lang="en-US" sz="1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2" name=""/>
          <p:cNvSpPr txBox="1"/>
          <p:nvPr/>
        </p:nvSpPr>
        <p:spPr>
          <a:xfrm>
            <a:off x="647640" y="1653480"/>
            <a:ext cx="19317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Because you came to us through 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3" name=""/>
          <p:cNvSpPr txBox="1"/>
          <p:nvPr/>
        </p:nvSpPr>
        <p:spPr>
          <a:xfrm>
            <a:off x="2575440" y="1658520"/>
            <a:ext cx="137088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6a26d8"/>
                </a:solidFill>
                <a:latin typeface="Inter-Semi"/>
                <a:ea typeface="Inter-Semi"/>
              </a:rPr>
              <a:t>Isha Wajeeha Baig)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4" name=""/>
          <p:cNvSpPr txBox="1"/>
          <p:nvPr/>
        </p:nvSpPr>
        <p:spPr>
          <a:xfrm>
            <a:off x="3740040" y="1653480"/>
            <a:ext cx="2443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, you get rates below our standard pricing.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5" name=""/>
          <p:cNvSpPr txBox="1"/>
          <p:nvPr/>
        </p:nvSpPr>
        <p:spPr>
          <a:xfrm>
            <a:off x="755640" y="2044080"/>
            <a:ext cx="59364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S E R V I C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6" name=""/>
          <p:cNvSpPr txBox="1"/>
          <p:nvPr/>
        </p:nvSpPr>
        <p:spPr>
          <a:xfrm>
            <a:off x="4833360" y="2044080"/>
            <a:ext cx="69120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S TA N DA R D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7" name=""/>
          <p:cNvSpPr txBox="1"/>
          <p:nvPr/>
        </p:nvSpPr>
        <p:spPr>
          <a:xfrm>
            <a:off x="6181200" y="2044080"/>
            <a:ext cx="76896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Y O U R   R 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8" name=""/>
          <p:cNvSpPr txBox="1"/>
          <p:nvPr/>
        </p:nvSpPr>
        <p:spPr>
          <a:xfrm>
            <a:off x="755640" y="2379960"/>
            <a:ext cx="14072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Website development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9" name=""/>
          <p:cNvSpPr/>
          <p:nvPr/>
        </p:nvSpPr>
        <p:spPr>
          <a:xfrm>
            <a:off x="1990440" y="2381040"/>
            <a:ext cx="743400" cy="162360"/>
          </a:xfrm>
          <a:custGeom>
            <a:avLst/>
            <a:gdLst/>
            <a:ahLst/>
            <a:rect l="0" t="0" r="r" b="b"/>
            <a:pathLst>
              <a:path w="2065" h="451">
                <a:moveTo>
                  <a:pt x="0" y="225"/>
                </a:moveTo>
                <a:cubicBezTo>
                  <a:pt x="0" y="210"/>
                  <a:pt x="2" y="196"/>
                  <a:pt x="5" y="181"/>
                </a:cubicBezTo>
                <a:cubicBezTo>
                  <a:pt x="7" y="167"/>
                  <a:pt x="12" y="153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6"/>
                  <a:pt x="88" y="46"/>
                  <a:pt x="100" y="38"/>
                </a:cubicBezTo>
                <a:cubicBezTo>
                  <a:pt x="113" y="30"/>
                  <a:pt x="125" y="23"/>
                  <a:pt x="139" y="17"/>
                </a:cubicBezTo>
                <a:cubicBezTo>
                  <a:pt x="153" y="12"/>
                  <a:pt x="167" y="7"/>
                  <a:pt x="181" y="4"/>
                </a:cubicBezTo>
                <a:cubicBezTo>
                  <a:pt x="196" y="2"/>
                  <a:pt x="210" y="0"/>
                  <a:pt x="225" y="0"/>
                </a:cubicBezTo>
                <a:lnTo>
                  <a:pt x="1840" y="0"/>
                </a:lnTo>
                <a:cubicBezTo>
                  <a:pt x="1855" y="0"/>
                  <a:pt x="1870" y="2"/>
                  <a:pt x="1884" y="4"/>
                </a:cubicBezTo>
                <a:cubicBezTo>
                  <a:pt x="1899" y="7"/>
                  <a:pt x="1913" y="12"/>
                  <a:pt x="1926" y="17"/>
                </a:cubicBezTo>
                <a:cubicBezTo>
                  <a:pt x="1940" y="23"/>
                  <a:pt x="1953" y="30"/>
                  <a:pt x="1965" y="38"/>
                </a:cubicBezTo>
                <a:cubicBezTo>
                  <a:pt x="1977" y="46"/>
                  <a:pt x="1989" y="56"/>
                  <a:pt x="1999" y="66"/>
                </a:cubicBezTo>
                <a:cubicBezTo>
                  <a:pt x="2010" y="76"/>
                  <a:pt x="2019" y="88"/>
                  <a:pt x="2027" y="100"/>
                </a:cubicBezTo>
                <a:cubicBezTo>
                  <a:pt x="2035" y="112"/>
                  <a:pt x="2042" y="125"/>
                  <a:pt x="2048" y="139"/>
                </a:cubicBezTo>
                <a:cubicBezTo>
                  <a:pt x="2054" y="153"/>
                  <a:pt x="2058" y="167"/>
                  <a:pt x="2061" y="181"/>
                </a:cubicBezTo>
                <a:cubicBezTo>
                  <a:pt x="2064" y="196"/>
                  <a:pt x="2065" y="210"/>
                  <a:pt x="2065" y="225"/>
                </a:cubicBezTo>
                <a:cubicBezTo>
                  <a:pt x="2065" y="240"/>
                  <a:pt x="2064" y="254"/>
                  <a:pt x="2061" y="269"/>
                </a:cubicBezTo>
                <a:cubicBezTo>
                  <a:pt x="2058" y="283"/>
                  <a:pt x="2054" y="297"/>
                  <a:pt x="2048" y="311"/>
                </a:cubicBezTo>
                <a:cubicBezTo>
                  <a:pt x="2042" y="325"/>
                  <a:pt x="2035" y="338"/>
                  <a:pt x="2027" y="351"/>
                </a:cubicBezTo>
                <a:cubicBezTo>
                  <a:pt x="2019" y="363"/>
                  <a:pt x="2010" y="375"/>
                  <a:pt x="1999" y="385"/>
                </a:cubicBezTo>
                <a:cubicBezTo>
                  <a:pt x="1989" y="395"/>
                  <a:pt x="1977" y="405"/>
                  <a:pt x="1965" y="413"/>
                </a:cubicBezTo>
                <a:cubicBezTo>
                  <a:pt x="1953" y="421"/>
                  <a:pt x="1940" y="428"/>
                  <a:pt x="1926" y="434"/>
                </a:cubicBezTo>
                <a:cubicBezTo>
                  <a:pt x="1913" y="439"/>
                  <a:pt x="1899" y="444"/>
                  <a:pt x="1884" y="447"/>
                </a:cubicBezTo>
                <a:cubicBezTo>
                  <a:pt x="1870" y="449"/>
                  <a:pt x="1855" y="451"/>
                  <a:pt x="1840" y="451"/>
                </a:cubicBezTo>
                <a:lnTo>
                  <a:pt x="225" y="451"/>
                </a:lnTo>
                <a:cubicBezTo>
                  <a:pt x="210" y="451"/>
                  <a:pt x="196" y="449"/>
                  <a:pt x="181" y="447"/>
                </a:cubicBezTo>
                <a:cubicBezTo>
                  <a:pt x="167" y="444"/>
                  <a:pt x="153" y="439"/>
                  <a:pt x="139" y="434"/>
                </a:cubicBezTo>
                <a:cubicBezTo>
                  <a:pt x="125" y="428"/>
                  <a:pt x="113" y="421"/>
                  <a:pt x="100" y="413"/>
                </a:cubicBezTo>
                <a:cubicBezTo>
                  <a:pt x="88" y="405"/>
                  <a:pt x="77" y="395"/>
                  <a:pt x="66" y="385"/>
                </a:cubicBezTo>
                <a:cubicBezTo>
                  <a:pt x="56" y="375"/>
                  <a:pt x="46" y="363"/>
                  <a:pt x="38" y="351"/>
                </a:cubicBezTo>
                <a:cubicBezTo>
                  <a:pt x="30" y="338"/>
                  <a:pt x="23" y="325"/>
                  <a:pt x="17" y="311"/>
                </a:cubicBezTo>
                <a:cubicBezTo>
                  <a:pt x="12" y="297"/>
                  <a:pt x="7" y="283"/>
                  <a:pt x="5" y="269"/>
                </a:cubicBezTo>
                <a:cubicBezTo>
                  <a:pt x="2" y="254"/>
                  <a:pt x="0" y="240"/>
                  <a:pt x="0" y="225"/>
                </a:cubicBezTo>
                <a:close/>
              </a:path>
            </a:pathLst>
          </a:custGeom>
          <a:solidFill>
            <a:srgbClr val="f1eb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0" name=""/>
          <p:cNvSpPr txBox="1"/>
          <p:nvPr/>
        </p:nvSpPr>
        <p:spPr>
          <a:xfrm>
            <a:off x="1954800" y="2375280"/>
            <a:ext cx="11376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1" name=""/>
          <p:cNvSpPr txBox="1"/>
          <p:nvPr/>
        </p:nvSpPr>
        <p:spPr>
          <a:xfrm>
            <a:off x="2058840" y="2408400"/>
            <a:ext cx="62712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60" spc="-1" strike="noStrike">
                <a:solidFill>
                  <a:srgbClr val="6a26d8"/>
                </a:solidFill>
                <a:latin typeface="Inter-Semi"/>
                <a:ea typeface="Inter-Semi"/>
              </a:rPr>
              <a:t>Almost ready</a:t>
            </a:r>
            <a:endParaRPr b="0" lang="en-US" sz="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2" name=""/>
          <p:cNvSpPr/>
          <p:nvPr/>
        </p:nvSpPr>
        <p:spPr>
          <a:xfrm>
            <a:off x="4722120" y="2438280"/>
            <a:ext cx="636840" cy="9720"/>
          </a:xfrm>
          <a:custGeom>
            <a:avLst/>
            <a:gdLst/>
            <a:ahLst/>
            <a:rect l="0" t="0" r="r" b="b"/>
            <a:pathLst>
              <a:path w="1769" h="27">
                <a:moveTo>
                  <a:pt x="0" y="0"/>
                </a:moveTo>
                <a:lnTo>
                  <a:pt x="1769" y="0"/>
                </a:lnTo>
                <a:lnTo>
                  <a:pt x="17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a29c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3" name=""/>
          <p:cNvSpPr txBox="1"/>
          <p:nvPr/>
        </p:nvSpPr>
        <p:spPr>
          <a:xfrm>
            <a:off x="4722480" y="2375280"/>
            <a:ext cx="64224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a29c9e"/>
                </a:solidFill>
                <a:latin typeface="Inter"/>
                <a:ea typeface="Inter"/>
              </a:rPr>
              <a:t>PKR 25,000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4" name=""/>
          <p:cNvSpPr txBox="1"/>
          <p:nvPr/>
        </p:nvSpPr>
        <p:spPr>
          <a:xfrm>
            <a:off x="6174720" y="2379960"/>
            <a:ext cx="7412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PKR 15,000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5" name=""/>
          <p:cNvSpPr txBox="1"/>
          <p:nvPr/>
        </p:nvSpPr>
        <p:spPr>
          <a:xfrm>
            <a:off x="755640" y="2770560"/>
            <a:ext cx="149436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Launch: Complete Care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6" name=""/>
          <p:cNvSpPr txBox="1"/>
          <p:nvPr/>
        </p:nvSpPr>
        <p:spPr>
          <a:xfrm>
            <a:off x="2049120" y="2765880"/>
            <a:ext cx="11376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7" name=""/>
          <p:cNvSpPr txBox="1"/>
          <p:nvPr/>
        </p:nvSpPr>
        <p:spPr>
          <a:xfrm>
            <a:off x="2081160" y="2778120"/>
            <a:ext cx="4197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Option A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8" name=""/>
          <p:cNvSpPr/>
          <p:nvPr/>
        </p:nvSpPr>
        <p:spPr>
          <a:xfrm>
            <a:off x="4722120" y="2828880"/>
            <a:ext cx="636840" cy="9720"/>
          </a:xfrm>
          <a:custGeom>
            <a:avLst/>
            <a:gdLst/>
            <a:ahLst/>
            <a:rect l="0" t="0" r="r" b="b"/>
            <a:pathLst>
              <a:path w="1769" h="27">
                <a:moveTo>
                  <a:pt x="0" y="0"/>
                </a:moveTo>
                <a:lnTo>
                  <a:pt x="1769" y="0"/>
                </a:lnTo>
                <a:lnTo>
                  <a:pt x="17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a29c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9" name=""/>
          <p:cNvSpPr txBox="1"/>
          <p:nvPr/>
        </p:nvSpPr>
        <p:spPr>
          <a:xfrm>
            <a:off x="4722480" y="2765880"/>
            <a:ext cx="64224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a29c9e"/>
                </a:solidFill>
                <a:latin typeface="Inter"/>
                <a:ea typeface="Inter"/>
              </a:rPr>
              <a:t>PKR 25,000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0" name=""/>
          <p:cNvSpPr txBox="1"/>
          <p:nvPr/>
        </p:nvSpPr>
        <p:spPr>
          <a:xfrm>
            <a:off x="6147000" y="2770560"/>
            <a:ext cx="7412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PKR 20,000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1" name=""/>
          <p:cNvSpPr txBox="1"/>
          <p:nvPr/>
        </p:nvSpPr>
        <p:spPr>
          <a:xfrm>
            <a:off x="755640" y="3151440"/>
            <a:ext cx="169992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Launch: Launch Essentials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2" name=""/>
          <p:cNvSpPr txBox="1"/>
          <p:nvPr/>
        </p:nvSpPr>
        <p:spPr>
          <a:xfrm>
            <a:off x="2224080" y="3146760"/>
            <a:ext cx="11376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3" name=""/>
          <p:cNvSpPr txBox="1"/>
          <p:nvPr/>
        </p:nvSpPr>
        <p:spPr>
          <a:xfrm>
            <a:off x="2256120" y="3159000"/>
            <a:ext cx="4150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Option B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4" name=""/>
          <p:cNvSpPr/>
          <p:nvPr/>
        </p:nvSpPr>
        <p:spPr>
          <a:xfrm>
            <a:off x="4722120" y="3209760"/>
            <a:ext cx="636840" cy="9720"/>
          </a:xfrm>
          <a:custGeom>
            <a:avLst/>
            <a:gdLst/>
            <a:ahLst/>
            <a:rect l="0" t="0" r="r" b="b"/>
            <a:pathLst>
              <a:path w="1769" h="27">
                <a:moveTo>
                  <a:pt x="0" y="0"/>
                </a:moveTo>
                <a:lnTo>
                  <a:pt x="1769" y="0"/>
                </a:lnTo>
                <a:lnTo>
                  <a:pt x="17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a29c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5" name=""/>
          <p:cNvSpPr txBox="1"/>
          <p:nvPr/>
        </p:nvSpPr>
        <p:spPr>
          <a:xfrm>
            <a:off x="4722480" y="3146760"/>
            <a:ext cx="64224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a29c9e"/>
                </a:solidFill>
                <a:latin typeface="Inter"/>
                <a:ea typeface="Inter"/>
              </a:rPr>
              <a:t>PKR 25,000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6" name=""/>
          <p:cNvSpPr/>
          <p:nvPr/>
        </p:nvSpPr>
        <p:spPr>
          <a:xfrm>
            <a:off x="652320" y="3624120"/>
            <a:ext cx="3038760" cy="3619800"/>
          </a:xfrm>
          <a:custGeom>
            <a:avLst/>
            <a:gdLst/>
            <a:ahLst/>
            <a:rect l="0" t="0" r="r" b="b"/>
            <a:pathLst>
              <a:path w="8441" h="10055">
                <a:moveTo>
                  <a:pt x="0" y="9828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9" y="4"/>
                </a:cubicBezTo>
                <a:cubicBezTo>
                  <a:pt x="8273" y="7"/>
                  <a:pt x="8287" y="11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30" y="154"/>
                  <a:pt x="8434" y="168"/>
                  <a:pt x="8437" y="182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9828"/>
                </a:lnTo>
                <a:cubicBezTo>
                  <a:pt x="8441" y="9843"/>
                  <a:pt x="8440" y="9858"/>
                  <a:pt x="8437" y="9873"/>
                </a:cubicBezTo>
                <a:cubicBezTo>
                  <a:pt x="8434" y="9887"/>
                  <a:pt x="8430" y="9901"/>
                  <a:pt x="8424" y="9915"/>
                </a:cubicBezTo>
                <a:cubicBezTo>
                  <a:pt x="8418" y="9929"/>
                  <a:pt x="8411" y="9942"/>
                  <a:pt x="8403" y="9954"/>
                </a:cubicBezTo>
                <a:cubicBezTo>
                  <a:pt x="8395" y="9967"/>
                  <a:pt x="8385" y="9978"/>
                  <a:pt x="8375" y="9989"/>
                </a:cubicBezTo>
                <a:cubicBezTo>
                  <a:pt x="8364" y="9999"/>
                  <a:pt x="8353" y="10009"/>
                  <a:pt x="8340" y="10017"/>
                </a:cubicBezTo>
                <a:cubicBezTo>
                  <a:pt x="8328" y="10025"/>
                  <a:pt x="8315" y="10032"/>
                  <a:pt x="8301" y="10038"/>
                </a:cubicBezTo>
                <a:cubicBezTo>
                  <a:pt x="8287" y="10043"/>
                  <a:pt x="8273" y="10048"/>
                  <a:pt x="8259" y="10051"/>
                </a:cubicBezTo>
                <a:cubicBezTo>
                  <a:pt x="8244" y="10054"/>
                  <a:pt x="8229" y="10055"/>
                  <a:pt x="8214" y="10055"/>
                </a:cubicBezTo>
                <a:lnTo>
                  <a:pt x="227" y="10055"/>
                </a:lnTo>
                <a:cubicBezTo>
                  <a:pt x="212" y="10055"/>
                  <a:pt x="197" y="10054"/>
                  <a:pt x="182" y="10051"/>
                </a:cubicBezTo>
                <a:cubicBezTo>
                  <a:pt x="168" y="10048"/>
                  <a:pt x="154" y="10043"/>
                  <a:pt x="140" y="10038"/>
                </a:cubicBezTo>
                <a:cubicBezTo>
                  <a:pt x="126" y="10032"/>
                  <a:pt x="113" y="10025"/>
                  <a:pt x="101" y="10017"/>
                </a:cubicBezTo>
                <a:cubicBezTo>
                  <a:pt x="88" y="10009"/>
                  <a:pt x="77" y="9999"/>
                  <a:pt x="66" y="9989"/>
                </a:cubicBezTo>
                <a:cubicBezTo>
                  <a:pt x="56" y="9978"/>
                  <a:pt x="46" y="9967"/>
                  <a:pt x="38" y="9954"/>
                </a:cubicBezTo>
                <a:cubicBezTo>
                  <a:pt x="30" y="9942"/>
                  <a:pt x="23" y="9929"/>
                  <a:pt x="17" y="9915"/>
                </a:cubicBezTo>
                <a:cubicBezTo>
                  <a:pt x="11" y="9901"/>
                  <a:pt x="7" y="9887"/>
                  <a:pt x="4" y="9873"/>
                </a:cubicBezTo>
                <a:cubicBezTo>
                  <a:pt x="1" y="9858"/>
                  <a:pt x="0" y="9843"/>
                  <a:pt x="0" y="982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7" name=""/>
          <p:cNvSpPr/>
          <p:nvPr/>
        </p:nvSpPr>
        <p:spPr>
          <a:xfrm>
            <a:off x="657000" y="3628800"/>
            <a:ext cx="3029400" cy="3610440"/>
          </a:xfrm>
          <a:custGeom>
            <a:avLst/>
            <a:gdLst/>
            <a:ahLst/>
            <a:rect l="0" t="0" r="r" b="b"/>
            <a:pathLst>
              <a:path w="8415" h="10029">
                <a:moveTo>
                  <a:pt x="0" y="10029"/>
                </a:moveTo>
                <a:lnTo>
                  <a:pt x="0" y="0"/>
                </a:lnTo>
                <a:lnTo>
                  <a:pt x="8415" y="0"/>
                </a:lnTo>
                <a:lnTo>
                  <a:pt x="8415" y="10029"/>
                </a:lnTo>
                <a:lnTo>
                  <a:pt x="0" y="10029"/>
                </a:lnTo>
                <a:moveTo>
                  <a:pt x="21" y="9815"/>
                </a:moveTo>
                <a:lnTo>
                  <a:pt x="21" y="214"/>
                </a:lnTo>
                <a:cubicBezTo>
                  <a:pt x="21" y="201"/>
                  <a:pt x="23" y="189"/>
                  <a:pt x="25" y="176"/>
                </a:cubicBezTo>
                <a:cubicBezTo>
                  <a:pt x="27" y="164"/>
                  <a:pt x="31" y="152"/>
                  <a:pt x="36" y="140"/>
                </a:cubicBezTo>
                <a:cubicBezTo>
                  <a:pt x="41" y="128"/>
                  <a:pt x="47" y="117"/>
                  <a:pt x="54" y="107"/>
                </a:cubicBezTo>
                <a:cubicBezTo>
                  <a:pt x="61" y="96"/>
                  <a:pt x="69" y="87"/>
                  <a:pt x="78" y="78"/>
                </a:cubicBezTo>
                <a:cubicBezTo>
                  <a:pt x="87" y="69"/>
                  <a:pt x="96" y="61"/>
                  <a:pt x="107" y="54"/>
                </a:cubicBezTo>
                <a:cubicBezTo>
                  <a:pt x="117" y="47"/>
                  <a:pt x="128" y="41"/>
                  <a:pt x="140" y="36"/>
                </a:cubicBezTo>
                <a:cubicBezTo>
                  <a:pt x="152" y="31"/>
                  <a:pt x="164" y="27"/>
                  <a:pt x="176" y="25"/>
                </a:cubicBezTo>
                <a:cubicBezTo>
                  <a:pt x="189" y="23"/>
                  <a:pt x="201" y="21"/>
                  <a:pt x="214" y="21"/>
                </a:cubicBezTo>
                <a:lnTo>
                  <a:pt x="8201" y="21"/>
                </a:lnTo>
                <a:cubicBezTo>
                  <a:pt x="8214" y="21"/>
                  <a:pt x="8226" y="23"/>
                  <a:pt x="8239" y="25"/>
                </a:cubicBezTo>
                <a:cubicBezTo>
                  <a:pt x="8251" y="27"/>
                  <a:pt x="8263" y="31"/>
                  <a:pt x="8275" y="36"/>
                </a:cubicBezTo>
                <a:cubicBezTo>
                  <a:pt x="8287" y="41"/>
                  <a:pt x="8298" y="47"/>
                  <a:pt x="8308" y="54"/>
                </a:cubicBezTo>
                <a:cubicBezTo>
                  <a:pt x="8319" y="61"/>
                  <a:pt x="8328" y="69"/>
                  <a:pt x="8337" y="78"/>
                </a:cubicBezTo>
                <a:cubicBezTo>
                  <a:pt x="8346" y="87"/>
                  <a:pt x="8354" y="96"/>
                  <a:pt x="8361" y="107"/>
                </a:cubicBezTo>
                <a:cubicBezTo>
                  <a:pt x="8368" y="117"/>
                  <a:pt x="8374" y="128"/>
                  <a:pt x="8379" y="140"/>
                </a:cubicBezTo>
                <a:cubicBezTo>
                  <a:pt x="8384" y="152"/>
                  <a:pt x="8388" y="164"/>
                  <a:pt x="8390" y="176"/>
                </a:cubicBezTo>
                <a:cubicBezTo>
                  <a:pt x="8392" y="189"/>
                  <a:pt x="8394" y="201"/>
                  <a:pt x="8394" y="214"/>
                </a:cubicBezTo>
                <a:lnTo>
                  <a:pt x="8394" y="9815"/>
                </a:lnTo>
                <a:cubicBezTo>
                  <a:pt x="8394" y="9828"/>
                  <a:pt x="8392" y="9840"/>
                  <a:pt x="8390" y="9853"/>
                </a:cubicBezTo>
                <a:cubicBezTo>
                  <a:pt x="8388" y="9865"/>
                  <a:pt x="8384" y="9877"/>
                  <a:pt x="8379" y="9889"/>
                </a:cubicBezTo>
                <a:cubicBezTo>
                  <a:pt x="8374" y="9901"/>
                  <a:pt x="8368" y="9912"/>
                  <a:pt x="8361" y="9922"/>
                </a:cubicBezTo>
                <a:cubicBezTo>
                  <a:pt x="8354" y="9933"/>
                  <a:pt x="8346" y="9942"/>
                  <a:pt x="8337" y="9951"/>
                </a:cubicBezTo>
                <a:cubicBezTo>
                  <a:pt x="8328" y="9960"/>
                  <a:pt x="8319" y="9968"/>
                  <a:pt x="8308" y="9975"/>
                </a:cubicBezTo>
                <a:cubicBezTo>
                  <a:pt x="8298" y="9982"/>
                  <a:pt x="8287" y="9988"/>
                  <a:pt x="8275" y="9993"/>
                </a:cubicBezTo>
                <a:cubicBezTo>
                  <a:pt x="8263" y="9998"/>
                  <a:pt x="8251" y="10001"/>
                  <a:pt x="8239" y="10004"/>
                </a:cubicBezTo>
                <a:cubicBezTo>
                  <a:pt x="8226" y="10006"/>
                  <a:pt x="8214" y="10008"/>
                  <a:pt x="8201" y="10008"/>
                </a:cubicBezTo>
                <a:lnTo>
                  <a:pt x="214" y="10008"/>
                </a:lnTo>
                <a:cubicBezTo>
                  <a:pt x="201" y="10008"/>
                  <a:pt x="189" y="10006"/>
                  <a:pt x="176" y="10004"/>
                </a:cubicBezTo>
                <a:cubicBezTo>
                  <a:pt x="164" y="10001"/>
                  <a:pt x="152" y="9998"/>
                  <a:pt x="140" y="9993"/>
                </a:cubicBezTo>
                <a:cubicBezTo>
                  <a:pt x="128" y="9988"/>
                  <a:pt x="117" y="9982"/>
                  <a:pt x="107" y="9975"/>
                </a:cubicBezTo>
                <a:cubicBezTo>
                  <a:pt x="96" y="9968"/>
                  <a:pt x="87" y="9960"/>
                  <a:pt x="78" y="9951"/>
                </a:cubicBezTo>
                <a:cubicBezTo>
                  <a:pt x="69" y="9942"/>
                  <a:pt x="61" y="9933"/>
                  <a:pt x="54" y="9922"/>
                </a:cubicBezTo>
                <a:cubicBezTo>
                  <a:pt x="47" y="9912"/>
                  <a:pt x="41" y="9901"/>
                  <a:pt x="36" y="9889"/>
                </a:cubicBezTo>
                <a:cubicBezTo>
                  <a:pt x="31" y="9877"/>
                  <a:pt x="27" y="9865"/>
                  <a:pt x="25" y="9853"/>
                </a:cubicBezTo>
                <a:cubicBezTo>
                  <a:pt x="23" y="9840"/>
                  <a:pt x="21" y="9828"/>
                  <a:pt x="21" y="9815"/>
                </a:cubicBezTo>
                <a:close/>
              </a:path>
            </a:pathLst>
          </a:custGeom>
          <a:solidFill>
            <a:srgbClr val="6a2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8" name=""/>
          <p:cNvSpPr/>
          <p:nvPr/>
        </p:nvSpPr>
        <p:spPr>
          <a:xfrm>
            <a:off x="652320" y="3624120"/>
            <a:ext cx="3038760" cy="3619800"/>
          </a:xfrm>
          <a:custGeom>
            <a:avLst/>
            <a:gdLst/>
            <a:ahLst/>
            <a:rect l="0" t="0" r="r" b="b"/>
            <a:pathLst>
              <a:path w="8441" h="10055">
                <a:moveTo>
                  <a:pt x="0" y="9828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9" y="4"/>
                </a:cubicBezTo>
                <a:cubicBezTo>
                  <a:pt x="8273" y="7"/>
                  <a:pt x="8287" y="11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30" y="154"/>
                  <a:pt x="8434" y="168"/>
                  <a:pt x="8437" y="182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9828"/>
                </a:lnTo>
                <a:cubicBezTo>
                  <a:pt x="8441" y="9843"/>
                  <a:pt x="8440" y="9858"/>
                  <a:pt x="8437" y="9873"/>
                </a:cubicBezTo>
                <a:cubicBezTo>
                  <a:pt x="8434" y="9887"/>
                  <a:pt x="8430" y="9901"/>
                  <a:pt x="8424" y="9915"/>
                </a:cubicBezTo>
                <a:cubicBezTo>
                  <a:pt x="8418" y="9929"/>
                  <a:pt x="8411" y="9942"/>
                  <a:pt x="8403" y="9954"/>
                </a:cubicBezTo>
                <a:cubicBezTo>
                  <a:pt x="8395" y="9967"/>
                  <a:pt x="8385" y="9978"/>
                  <a:pt x="8375" y="9989"/>
                </a:cubicBezTo>
                <a:cubicBezTo>
                  <a:pt x="8364" y="9999"/>
                  <a:pt x="8353" y="10009"/>
                  <a:pt x="8340" y="10017"/>
                </a:cubicBezTo>
                <a:cubicBezTo>
                  <a:pt x="8328" y="10025"/>
                  <a:pt x="8315" y="10032"/>
                  <a:pt x="8301" y="10038"/>
                </a:cubicBezTo>
                <a:cubicBezTo>
                  <a:pt x="8287" y="10043"/>
                  <a:pt x="8273" y="10048"/>
                  <a:pt x="8259" y="10051"/>
                </a:cubicBezTo>
                <a:cubicBezTo>
                  <a:pt x="8244" y="10054"/>
                  <a:pt x="8229" y="10055"/>
                  <a:pt x="8214" y="10055"/>
                </a:cubicBezTo>
                <a:lnTo>
                  <a:pt x="227" y="10055"/>
                </a:lnTo>
                <a:cubicBezTo>
                  <a:pt x="212" y="10055"/>
                  <a:pt x="197" y="10054"/>
                  <a:pt x="182" y="10051"/>
                </a:cubicBezTo>
                <a:cubicBezTo>
                  <a:pt x="168" y="10048"/>
                  <a:pt x="154" y="10043"/>
                  <a:pt x="140" y="10038"/>
                </a:cubicBezTo>
                <a:cubicBezTo>
                  <a:pt x="126" y="10032"/>
                  <a:pt x="113" y="10025"/>
                  <a:pt x="101" y="10017"/>
                </a:cubicBezTo>
                <a:cubicBezTo>
                  <a:pt x="88" y="10009"/>
                  <a:pt x="77" y="9999"/>
                  <a:pt x="66" y="9989"/>
                </a:cubicBezTo>
                <a:cubicBezTo>
                  <a:pt x="56" y="9978"/>
                  <a:pt x="46" y="9967"/>
                  <a:pt x="38" y="9954"/>
                </a:cubicBezTo>
                <a:cubicBezTo>
                  <a:pt x="30" y="9942"/>
                  <a:pt x="23" y="9929"/>
                  <a:pt x="17" y="9915"/>
                </a:cubicBezTo>
                <a:cubicBezTo>
                  <a:pt x="11" y="9901"/>
                  <a:pt x="7" y="9887"/>
                  <a:pt x="4" y="9873"/>
                </a:cubicBezTo>
                <a:cubicBezTo>
                  <a:pt x="1" y="9858"/>
                  <a:pt x="0" y="9843"/>
                  <a:pt x="0" y="9828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9" name=""/>
          <p:cNvSpPr/>
          <p:nvPr/>
        </p:nvSpPr>
        <p:spPr>
          <a:xfrm>
            <a:off x="838080" y="3828960"/>
            <a:ext cx="9360" cy="9360"/>
          </a:xfrm>
          <a:custGeom>
            <a:avLst/>
            <a:gdLst/>
            <a:ahLst/>
            <a:rect l="0" t="0" r="r" b="b"/>
            <a:pathLst>
              <a:path w="26" h="26">
                <a:moveTo>
                  <a:pt x="0" y="0"/>
                </a:moveTo>
                <a:lnTo>
                  <a:pt x="0" y="26"/>
                </a:lnTo>
                <a:lnTo>
                  <a:pt x="26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0" name=""/>
          <p:cNvSpPr/>
          <p:nvPr/>
        </p:nvSpPr>
        <p:spPr>
          <a:xfrm>
            <a:off x="838080" y="3828960"/>
            <a:ext cx="18720" cy="18720"/>
          </a:xfrm>
          <a:custGeom>
            <a:avLst/>
            <a:gdLst/>
            <a:ahLst/>
            <a:rect l="0" t="0" r="r" b="b"/>
            <a:pathLst>
              <a:path w="52" h="52">
                <a:moveTo>
                  <a:pt x="25" y="0"/>
                </a:moveTo>
                <a:lnTo>
                  <a:pt x="0" y="25"/>
                </a:lnTo>
                <a:lnTo>
                  <a:pt x="0" y="52"/>
                </a:lnTo>
                <a:lnTo>
                  <a:pt x="52" y="0"/>
                </a:lnTo>
                <a:lnTo>
                  <a:pt x="25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1" name=""/>
          <p:cNvSpPr/>
          <p:nvPr/>
        </p:nvSpPr>
        <p:spPr>
          <a:xfrm>
            <a:off x="838080" y="382896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51" y="0"/>
                </a:moveTo>
                <a:lnTo>
                  <a:pt x="0" y="52"/>
                </a:lnTo>
                <a:lnTo>
                  <a:pt x="0" y="78"/>
                </a:lnTo>
                <a:lnTo>
                  <a:pt x="78" y="0"/>
                </a:lnTo>
                <a:lnTo>
                  <a:pt x="51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2" name=""/>
          <p:cNvSpPr/>
          <p:nvPr/>
        </p:nvSpPr>
        <p:spPr>
          <a:xfrm>
            <a:off x="838080" y="382896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78" y="0"/>
                </a:moveTo>
                <a:lnTo>
                  <a:pt x="0" y="78"/>
                </a:lnTo>
                <a:lnTo>
                  <a:pt x="0" y="103"/>
                </a:lnTo>
                <a:lnTo>
                  <a:pt x="103" y="0"/>
                </a:lnTo>
                <a:lnTo>
                  <a:pt x="78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3" name=""/>
          <p:cNvSpPr/>
          <p:nvPr/>
        </p:nvSpPr>
        <p:spPr>
          <a:xfrm>
            <a:off x="838080" y="382896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103" y="0"/>
                </a:moveTo>
                <a:lnTo>
                  <a:pt x="0" y="103"/>
                </a:lnTo>
                <a:lnTo>
                  <a:pt x="0" y="129"/>
                </a:lnTo>
                <a:lnTo>
                  <a:pt x="129" y="0"/>
                </a:lnTo>
                <a:lnTo>
                  <a:pt x="103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4" name=""/>
          <p:cNvSpPr/>
          <p:nvPr/>
        </p:nvSpPr>
        <p:spPr>
          <a:xfrm>
            <a:off x="838080" y="3828960"/>
            <a:ext cx="55800" cy="55800"/>
          </a:xfrm>
          <a:custGeom>
            <a:avLst/>
            <a:gdLst/>
            <a:ahLst/>
            <a:rect l="0" t="0" r="r" b="b"/>
            <a:pathLst>
              <a:path w="155" h="155">
                <a:moveTo>
                  <a:pt x="129" y="0"/>
                </a:moveTo>
                <a:lnTo>
                  <a:pt x="0" y="128"/>
                </a:lnTo>
                <a:lnTo>
                  <a:pt x="0" y="155"/>
                </a:lnTo>
                <a:lnTo>
                  <a:pt x="155" y="0"/>
                </a:lnTo>
                <a:lnTo>
                  <a:pt x="129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5" name=""/>
          <p:cNvSpPr/>
          <p:nvPr/>
        </p:nvSpPr>
        <p:spPr>
          <a:xfrm>
            <a:off x="838080" y="3828960"/>
            <a:ext cx="64800" cy="64800"/>
          </a:xfrm>
          <a:custGeom>
            <a:avLst/>
            <a:gdLst/>
            <a:ahLst/>
            <a:rect l="0" t="0" r="r" b="b"/>
            <a:pathLst>
              <a:path w="180" h="180">
                <a:moveTo>
                  <a:pt x="155" y="0"/>
                </a:moveTo>
                <a:lnTo>
                  <a:pt x="0" y="155"/>
                </a:lnTo>
                <a:lnTo>
                  <a:pt x="0" y="180"/>
                </a:lnTo>
                <a:lnTo>
                  <a:pt x="180" y="0"/>
                </a:lnTo>
                <a:lnTo>
                  <a:pt x="155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6" name=""/>
          <p:cNvSpPr/>
          <p:nvPr/>
        </p:nvSpPr>
        <p:spPr>
          <a:xfrm>
            <a:off x="838080" y="3828960"/>
            <a:ext cx="74160" cy="74160"/>
          </a:xfrm>
          <a:custGeom>
            <a:avLst/>
            <a:gdLst/>
            <a:ahLst/>
            <a:rect l="0" t="0" r="r" b="b"/>
            <a:pathLst>
              <a:path w="206" h="206">
                <a:moveTo>
                  <a:pt x="180" y="0"/>
                </a:moveTo>
                <a:lnTo>
                  <a:pt x="0" y="180"/>
                </a:lnTo>
                <a:lnTo>
                  <a:pt x="0" y="206"/>
                </a:lnTo>
                <a:lnTo>
                  <a:pt x="206" y="0"/>
                </a:lnTo>
                <a:lnTo>
                  <a:pt x="180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7" name=""/>
          <p:cNvSpPr/>
          <p:nvPr/>
        </p:nvSpPr>
        <p:spPr>
          <a:xfrm>
            <a:off x="838080" y="3828960"/>
            <a:ext cx="83520" cy="83160"/>
          </a:xfrm>
          <a:custGeom>
            <a:avLst/>
            <a:gdLst/>
            <a:ahLst/>
            <a:rect l="0" t="0" r="r" b="b"/>
            <a:pathLst>
              <a:path w="232" h="231">
                <a:moveTo>
                  <a:pt x="206" y="0"/>
                </a:moveTo>
                <a:lnTo>
                  <a:pt x="0" y="206"/>
                </a:lnTo>
                <a:lnTo>
                  <a:pt x="0" y="231"/>
                </a:lnTo>
                <a:lnTo>
                  <a:pt x="232" y="0"/>
                </a:lnTo>
                <a:lnTo>
                  <a:pt x="206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8" name=""/>
          <p:cNvSpPr/>
          <p:nvPr/>
        </p:nvSpPr>
        <p:spPr>
          <a:xfrm>
            <a:off x="838080" y="3828960"/>
            <a:ext cx="92520" cy="92520"/>
          </a:xfrm>
          <a:custGeom>
            <a:avLst/>
            <a:gdLst/>
            <a:ahLst/>
            <a:rect l="0" t="0" r="r" b="b"/>
            <a:pathLst>
              <a:path w="257" h="257">
                <a:moveTo>
                  <a:pt x="232" y="0"/>
                </a:moveTo>
                <a:lnTo>
                  <a:pt x="0" y="230"/>
                </a:lnTo>
                <a:lnTo>
                  <a:pt x="0" y="257"/>
                </a:lnTo>
                <a:lnTo>
                  <a:pt x="257" y="0"/>
                </a:lnTo>
                <a:lnTo>
                  <a:pt x="232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9" name=""/>
          <p:cNvSpPr/>
          <p:nvPr/>
        </p:nvSpPr>
        <p:spPr>
          <a:xfrm>
            <a:off x="838080" y="3828960"/>
            <a:ext cx="101880" cy="101880"/>
          </a:xfrm>
          <a:custGeom>
            <a:avLst/>
            <a:gdLst/>
            <a:ahLst/>
            <a:rect l="0" t="0" r="r" b="b"/>
            <a:pathLst>
              <a:path w="283" h="283">
                <a:moveTo>
                  <a:pt x="257" y="0"/>
                </a:moveTo>
                <a:lnTo>
                  <a:pt x="0" y="257"/>
                </a:lnTo>
                <a:lnTo>
                  <a:pt x="0" y="283"/>
                </a:lnTo>
                <a:lnTo>
                  <a:pt x="283" y="0"/>
                </a:lnTo>
                <a:lnTo>
                  <a:pt x="257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0" name=""/>
          <p:cNvSpPr/>
          <p:nvPr/>
        </p:nvSpPr>
        <p:spPr>
          <a:xfrm>
            <a:off x="838080" y="3828960"/>
            <a:ext cx="110880" cy="110880"/>
          </a:xfrm>
          <a:custGeom>
            <a:avLst/>
            <a:gdLst/>
            <a:ahLst/>
            <a:rect l="0" t="0" r="r" b="b"/>
            <a:pathLst>
              <a:path w="308" h="308">
                <a:moveTo>
                  <a:pt x="283" y="0"/>
                </a:moveTo>
                <a:lnTo>
                  <a:pt x="0" y="283"/>
                </a:lnTo>
                <a:lnTo>
                  <a:pt x="0" y="308"/>
                </a:lnTo>
                <a:lnTo>
                  <a:pt x="308" y="0"/>
                </a:lnTo>
                <a:lnTo>
                  <a:pt x="283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1" name=""/>
          <p:cNvSpPr/>
          <p:nvPr/>
        </p:nvSpPr>
        <p:spPr>
          <a:xfrm>
            <a:off x="838080" y="3828960"/>
            <a:ext cx="120240" cy="120240"/>
          </a:xfrm>
          <a:custGeom>
            <a:avLst/>
            <a:gdLst/>
            <a:ahLst/>
            <a:rect l="0" t="0" r="r" b="b"/>
            <a:pathLst>
              <a:path w="334" h="334">
                <a:moveTo>
                  <a:pt x="308" y="0"/>
                </a:moveTo>
                <a:lnTo>
                  <a:pt x="0" y="308"/>
                </a:lnTo>
                <a:lnTo>
                  <a:pt x="0" y="334"/>
                </a:lnTo>
                <a:lnTo>
                  <a:pt x="334" y="0"/>
                </a:lnTo>
                <a:lnTo>
                  <a:pt x="308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2" name=""/>
          <p:cNvSpPr/>
          <p:nvPr/>
        </p:nvSpPr>
        <p:spPr>
          <a:xfrm>
            <a:off x="838080" y="3828960"/>
            <a:ext cx="129600" cy="129600"/>
          </a:xfrm>
          <a:custGeom>
            <a:avLst/>
            <a:gdLst/>
            <a:ahLst/>
            <a:rect l="0" t="0" r="r" b="b"/>
            <a:pathLst>
              <a:path w="360" h="360">
                <a:moveTo>
                  <a:pt x="333" y="0"/>
                </a:moveTo>
                <a:lnTo>
                  <a:pt x="0" y="334"/>
                </a:lnTo>
                <a:lnTo>
                  <a:pt x="0" y="360"/>
                </a:lnTo>
                <a:lnTo>
                  <a:pt x="360" y="0"/>
                </a:lnTo>
                <a:lnTo>
                  <a:pt x="333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3" name=""/>
          <p:cNvSpPr/>
          <p:nvPr/>
        </p:nvSpPr>
        <p:spPr>
          <a:xfrm>
            <a:off x="838080" y="3828960"/>
            <a:ext cx="138600" cy="138600"/>
          </a:xfrm>
          <a:custGeom>
            <a:avLst/>
            <a:gdLst/>
            <a:ahLst/>
            <a:rect l="0" t="0" r="r" b="b"/>
            <a:pathLst>
              <a:path w="385" h="385">
                <a:moveTo>
                  <a:pt x="360" y="0"/>
                </a:moveTo>
                <a:lnTo>
                  <a:pt x="0" y="360"/>
                </a:lnTo>
                <a:lnTo>
                  <a:pt x="0" y="385"/>
                </a:lnTo>
                <a:lnTo>
                  <a:pt x="385" y="0"/>
                </a:lnTo>
                <a:lnTo>
                  <a:pt x="360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4" name=""/>
          <p:cNvSpPr/>
          <p:nvPr/>
        </p:nvSpPr>
        <p:spPr>
          <a:xfrm>
            <a:off x="838080" y="3828960"/>
            <a:ext cx="147960" cy="147960"/>
          </a:xfrm>
          <a:custGeom>
            <a:avLst/>
            <a:gdLst/>
            <a:ahLst/>
            <a:rect l="0" t="0" r="r" b="b"/>
            <a:pathLst>
              <a:path w="411" h="411">
                <a:moveTo>
                  <a:pt x="385" y="0"/>
                </a:moveTo>
                <a:lnTo>
                  <a:pt x="0" y="385"/>
                </a:lnTo>
                <a:lnTo>
                  <a:pt x="0" y="411"/>
                </a:lnTo>
                <a:lnTo>
                  <a:pt x="411" y="0"/>
                </a:lnTo>
                <a:lnTo>
                  <a:pt x="385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5" name=""/>
          <p:cNvSpPr/>
          <p:nvPr/>
        </p:nvSpPr>
        <p:spPr>
          <a:xfrm>
            <a:off x="838080" y="3828960"/>
            <a:ext cx="157320" cy="156960"/>
          </a:xfrm>
          <a:custGeom>
            <a:avLst/>
            <a:gdLst/>
            <a:ahLst/>
            <a:rect l="0" t="0" r="r" b="b"/>
            <a:pathLst>
              <a:path w="437" h="436">
                <a:moveTo>
                  <a:pt x="411" y="0"/>
                </a:moveTo>
                <a:lnTo>
                  <a:pt x="0" y="411"/>
                </a:lnTo>
                <a:lnTo>
                  <a:pt x="0" y="436"/>
                </a:lnTo>
                <a:lnTo>
                  <a:pt x="437" y="0"/>
                </a:lnTo>
                <a:lnTo>
                  <a:pt x="411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6" name=""/>
          <p:cNvSpPr/>
          <p:nvPr/>
        </p:nvSpPr>
        <p:spPr>
          <a:xfrm>
            <a:off x="838080" y="3828960"/>
            <a:ext cx="166320" cy="166320"/>
          </a:xfrm>
          <a:custGeom>
            <a:avLst/>
            <a:gdLst/>
            <a:ahLst/>
            <a:rect l="0" t="0" r="r" b="b"/>
            <a:pathLst>
              <a:path w="462" h="462">
                <a:moveTo>
                  <a:pt x="437" y="0"/>
                </a:moveTo>
                <a:lnTo>
                  <a:pt x="0" y="436"/>
                </a:lnTo>
                <a:lnTo>
                  <a:pt x="0" y="462"/>
                </a:lnTo>
                <a:lnTo>
                  <a:pt x="462" y="0"/>
                </a:lnTo>
                <a:lnTo>
                  <a:pt x="437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7" name=""/>
          <p:cNvSpPr/>
          <p:nvPr/>
        </p:nvSpPr>
        <p:spPr>
          <a:xfrm>
            <a:off x="838080" y="3828960"/>
            <a:ext cx="175680" cy="175680"/>
          </a:xfrm>
          <a:custGeom>
            <a:avLst/>
            <a:gdLst/>
            <a:ahLst/>
            <a:rect l="0" t="0" r="r" b="b"/>
            <a:pathLst>
              <a:path w="488" h="488">
                <a:moveTo>
                  <a:pt x="462" y="0"/>
                </a:moveTo>
                <a:lnTo>
                  <a:pt x="0" y="462"/>
                </a:lnTo>
                <a:lnTo>
                  <a:pt x="0" y="488"/>
                </a:lnTo>
                <a:lnTo>
                  <a:pt x="488" y="0"/>
                </a:lnTo>
                <a:lnTo>
                  <a:pt x="462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8" name=""/>
          <p:cNvSpPr/>
          <p:nvPr/>
        </p:nvSpPr>
        <p:spPr>
          <a:xfrm>
            <a:off x="838080" y="3828960"/>
            <a:ext cx="184680" cy="184680"/>
          </a:xfrm>
          <a:custGeom>
            <a:avLst/>
            <a:gdLst/>
            <a:ahLst/>
            <a:rect l="0" t="0" r="r" b="b"/>
            <a:pathLst>
              <a:path w="513" h="513">
                <a:moveTo>
                  <a:pt x="487" y="0"/>
                </a:moveTo>
                <a:lnTo>
                  <a:pt x="0" y="488"/>
                </a:lnTo>
                <a:lnTo>
                  <a:pt x="0" y="513"/>
                </a:lnTo>
                <a:lnTo>
                  <a:pt x="513" y="0"/>
                </a:lnTo>
                <a:lnTo>
                  <a:pt x="487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9" name=""/>
          <p:cNvSpPr/>
          <p:nvPr/>
        </p:nvSpPr>
        <p:spPr>
          <a:xfrm>
            <a:off x="838080" y="3828960"/>
            <a:ext cx="190800" cy="190800"/>
          </a:xfrm>
          <a:custGeom>
            <a:avLst/>
            <a:gdLst/>
            <a:ahLst/>
            <a:rect l="0" t="0" r="r" b="b"/>
            <a:pathLst>
              <a:path w="530" h="530">
                <a:moveTo>
                  <a:pt x="513" y="0"/>
                </a:moveTo>
                <a:lnTo>
                  <a:pt x="0" y="513"/>
                </a:lnTo>
                <a:lnTo>
                  <a:pt x="0" y="530"/>
                </a:lnTo>
                <a:lnTo>
                  <a:pt x="530" y="0"/>
                </a:lnTo>
                <a:lnTo>
                  <a:pt x="513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0" name=""/>
          <p:cNvSpPr/>
          <p:nvPr/>
        </p:nvSpPr>
        <p:spPr>
          <a:xfrm>
            <a:off x="838080" y="3828960"/>
            <a:ext cx="194040" cy="190800"/>
          </a:xfrm>
          <a:custGeom>
            <a:avLst/>
            <a:gdLst/>
            <a:ahLst/>
            <a:rect l="0" t="0" r="r" b="b"/>
            <a:pathLst>
              <a:path w="539" h="530">
                <a:moveTo>
                  <a:pt x="530" y="0"/>
                </a:moveTo>
                <a:lnTo>
                  <a:pt x="0" y="530"/>
                </a:lnTo>
                <a:lnTo>
                  <a:pt x="9" y="530"/>
                </a:lnTo>
                <a:lnTo>
                  <a:pt x="539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1" name=""/>
          <p:cNvSpPr/>
          <p:nvPr/>
        </p:nvSpPr>
        <p:spPr>
          <a:xfrm>
            <a:off x="84132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2" name=""/>
          <p:cNvSpPr/>
          <p:nvPr/>
        </p:nvSpPr>
        <p:spPr>
          <a:xfrm>
            <a:off x="850680" y="3828960"/>
            <a:ext cx="199800" cy="190800"/>
          </a:xfrm>
          <a:custGeom>
            <a:avLst/>
            <a:gdLst/>
            <a:ahLst/>
            <a:rect l="0" t="0" r="r" b="b"/>
            <a:pathLst>
              <a:path w="555" h="530">
                <a:moveTo>
                  <a:pt x="530" y="0"/>
                </a:moveTo>
                <a:lnTo>
                  <a:pt x="0" y="530"/>
                </a:lnTo>
                <a:lnTo>
                  <a:pt x="25" y="530"/>
                </a:lnTo>
                <a:lnTo>
                  <a:pt x="555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3" name=""/>
          <p:cNvSpPr/>
          <p:nvPr/>
        </p:nvSpPr>
        <p:spPr>
          <a:xfrm>
            <a:off x="85968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4" name=""/>
          <p:cNvSpPr/>
          <p:nvPr/>
        </p:nvSpPr>
        <p:spPr>
          <a:xfrm>
            <a:off x="86904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5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5" name=""/>
          <p:cNvSpPr/>
          <p:nvPr/>
        </p:nvSpPr>
        <p:spPr>
          <a:xfrm>
            <a:off x="87804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1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1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6" name=""/>
          <p:cNvSpPr/>
          <p:nvPr/>
        </p:nvSpPr>
        <p:spPr>
          <a:xfrm>
            <a:off x="88740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7" name=""/>
          <p:cNvSpPr/>
          <p:nvPr/>
        </p:nvSpPr>
        <p:spPr>
          <a:xfrm>
            <a:off x="89676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8" name=""/>
          <p:cNvSpPr/>
          <p:nvPr/>
        </p:nvSpPr>
        <p:spPr>
          <a:xfrm>
            <a:off x="90576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9" name=""/>
          <p:cNvSpPr/>
          <p:nvPr/>
        </p:nvSpPr>
        <p:spPr>
          <a:xfrm>
            <a:off x="91512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0" name=""/>
          <p:cNvSpPr/>
          <p:nvPr/>
        </p:nvSpPr>
        <p:spPr>
          <a:xfrm>
            <a:off x="924480" y="3828960"/>
            <a:ext cx="199800" cy="190800"/>
          </a:xfrm>
          <a:custGeom>
            <a:avLst/>
            <a:gdLst/>
            <a:ahLst/>
            <a:rect l="0" t="0" r="r" b="b"/>
            <a:pathLst>
              <a:path w="555" h="530">
                <a:moveTo>
                  <a:pt x="530" y="0"/>
                </a:moveTo>
                <a:lnTo>
                  <a:pt x="0" y="530"/>
                </a:lnTo>
                <a:lnTo>
                  <a:pt x="25" y="530"/>
                </a:lnTo>
                <a:lnTo>
                  <a:pt x="555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1" name=""/>
          <p:cNvSpPr/>
          <p:nvPr/>
        </p:nvSpPr>
        <p:spPr>
          <a:xfrm>
            <a:off x="93348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2" name=""/>
          <p:cNvSpPr/>
          <p:nvPr/>
        </p:nvSpPr>
        <p:spPr>
          <a:xfrm>
            <a:off x="94284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3" name=""/>
          <p:cNvSpPr/>
          <p:nvPr/>
        </p:nvSpPr>
        <p:spPr>
          <a:xfrm>
            <a:off x="952200" y="3828960"/>
            <a:ext cx="199800" cy="190800"/>
          </a:xfrm>
          <a:custGeom>
            <a:avLst/>
            <a:gdLst/>
            <a:ahLst/>
            <a:rect l="0" t="0" r="r" b="b"/>
            <a:pathLst>
              <a:path w="555" h="530">
                <a:moveTo>
                  <a:pt x="530" y="0"/>
                </a:moveTo>
                <a:lnTo>
                  <a:pt x="0" y="530"/>
                </a:lnTo>
                <a:lnTo>
                  <a:pt x="25" y="530"/>
                </a:lnTo>
                <a:lnTo>
                  <a:pt x="555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4" name=""/>
          <p:cNvSpPr/>
          <p:nvPr/>
        </p:nvSpPr>
        <p:spPr>
          <a:xfrm>
            <a:off x="96120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5" name=""/>
          <p:cNvSpPr/>
          <p:nvPr/>
        </p:nvSpPr>
        <p:spPr>
          <a:xfrm>
            <a:off x="97056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5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6" name=""/>
          <p:cNvSpPr/>
          <p:nvPr/>
        </p:nvSpPr>
        <p:spPr>
          <a:xfrm>
            <a:off x="97956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1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1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7" name=""/>
          <p:cNvSpPr/>
          <p:nvPr/>
        </p:nvSpPr>
        <p:spPr>
          <a:xfrm>
            <a:off x="98892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8" name=""/>
          <p:cNvSpPr/>
          <p:nvPr/>
        </p:nvSpPr>
        <p:spPr>
          <a:xfrm>
            <a:off x="998280" y="3828960"/>
            <a:ext cx="199800" cy="190800"/>
          </a:xfrm>
          <a:custGeom>
            <a:avLst/>
            <a:gdLst/>
            <a:ahLst/>
            <a:rect l="0" t="0" r="r" b="b"/>
            <a:pathLst>
              <a:path w="555" h="530">
                <a:moveTo>
                  <a:pt x="530" y="0"/>
                </a:moveTo>
                <a:lnTo>
                  <a:pt x="0" y="530"/>
                </a:lnTo>
                <a:lnTo>
                  <a:pt x="25" y="530"/>
                </a:lnTo>
                <a:lnTo>
                  <a:pt x="555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9" name=""/>
          <p:cNvSpPr/>
          <p:nvPr/>
        </p:nvSpPr>
        <p:spPr>
          <a:xfrm>
            <a:off x="100728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0" name=""/>
          <p:cNvSpPr/>
          <p:nvPr/>
        </p:nvSpPr>
        <p:spPr>
          <a:xfrm>
            <a:off x="101664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1" name=""/>
          <p:cNvSpPr/>
          <p:nvPr/>
        </p:nvSpPr>
        <p:spPr>
          <a:xfrm>
            <a:off x="1026000" y="3828960"/>
            <a:ext cx="199800" cy="190800"/>
          </a:xfrm>
          <a:custGeom>
            <a:avLst/>
            <a:gdLst/>
            <a:ahLst/>
            <a:rect l="0" t="0" r="r" b="b"/>
            <a:pathLst>
              <a:path w="555" h="530">
                <a:moveTo>
                  <a:pt x="530" y="0"/>
                </a:moveTo>
                <a:lnTo>
                  <a:pt x="0" y="530"/>
                </a:lnTo>
                <a:lnTo>
                  <a:pt x="25" y="530"/>
                </a:lnTo>
                <a:lnTo>
                  <a:pt x="555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2" name=""/>
          <p:cNvSpPr/>
          <p:nvPr/>
        </p:nvSpPr>
        <p:spPr>
          <a:xfrm>
            <a:off x="103500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3" name=""/>
          <p:cNvSpPr/>
          <p:nvPr/>
        </p:nvSpPr>
        <p:spPr>
          <a:xfrm>
            <a:off x="104436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5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4" name=""/>
          <p:cNvSpPr/>
          <p:nvPr/>
        </p:nvSpPr>
        <p:spPr>
          <a:xfrm>
            <a:off x="105336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1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1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5" name=""/>
          <p:cNvSpPr/>
          <p:nvPr/>
        </p:nvSpPr>
        <p:spPr>
          <a:xfrm>
            <a:off x="106272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6" name=""/>
          <p:cNvSpPr/>
          <p:nvPr/>
        </p:nvSpPr>
        <p:spPr>
          <a:xfrm>
            <a:off x="107208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5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7" name=""/>
          <p:cNvSpPr/>
          <p:nvPr/>
        </p:nvSpPr>
        <p:spPr>
          <a:xfrm>
            <a:off x="108108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1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1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8" name=""/>
          <p:cNvSpPr/>
          <p:nvPr/>
        </p:nvSpPr>
        <p:spPr>
          <a:xfrm>
            <a:off x="109044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7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9" name=""/>
          <p:cNvSpPr/>
          <p:nvPr/>
        </p:nvSpPr>
        <p:spPr>
          <a:xfrm>
            <a:off x="1099800" y="3828960"/>
            <a:ext cx="199800" cy="190800"/>
          </a:xfrm>
          <a:custGeom>
            <a:avLst/>
            <a:gdLst/>
            <a:ahLst/>
            <a:rect l="0" t="0" r="r" b="b"/>
            <a:pathLst>
              <a:path w="555" h="530">
                <a:moveTo>
                  <a:pt x="529" y="0"/>
                </a:moveTo>
                <a:lnTo>
                  <a:pt x="0" y="530"/>
                </a:lnTo>
                <a:lnTo>
                  <a:pt x="25" y="530"/>
                </a:lnTo>
                <a:lnTo>
                  <a:pt x="555" y="0"/>
                </a:lnTo>
                <a:lnTo>
                  <a:pt x="529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0" name=""/>
          <p:cNvSpPr/>
          <p:nvPr/>
        </p:nvSpPr>
        <p:spPr>
          <a:xfrm>
            <a:off x="110880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1" name=""/>
          <p:cNvSpPr/>
          <p:nvPr/>
        </p:nvSpPr>
        <p:spPr>
          <a:xfrm>
            <a:off x="111816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2" name=""/>
          <p:cNvSpPr/>
          <p:nvPr/>
        </p:nvSpPr>
        <p:spPr>
          <a:xfrm>
            <a:off x="1127520" y="3828960"/>
            <a:ext cx="199800" cy="190800"/>
          </a:xfrm>
          <a:custGeom>
            <a:avLst/>
            <a:gdLst/>
            <a:ahLst/>
            <a:rect l="0" t="0" r="r" b="b"/>
            <a:pathLst>
              <a:path w="555" h="530">
                <a:moveTo>
                  <a:pt x="530" y="0"/>
                </a:moveTo>
                <a:lnTo>
                  <a:pt x="0" y="530"/>
                </a:lnTo>
                <a:lnTo>
                  <a:pt x="25" y="530"/>
                </a:lnTo>
                <a:lnTo>
                  <a:pt x="555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3" name=""/>
          <p:cNvSpPr/>
          <p:nvPr/>
        </p:nvSpPr>
        <p:spPr>
          <a:xfrm>
            <a:off x="113652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4" name=""/>
          <p:cNvSpPr/>
          <p:nvPr/>
        </p:nvSpPr>
        <p:spPr>
          <a:xfrm>
            <a:off x="114588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0" y="0"/>
                </a:moveTo>
                <a:lnTo>
                  <a:pt x="0" y="530"/>
                </a:lnTo>
                <a:lnTo>
                  <a:pt x="25" y="530"/>
                </a:lnTo>
                <a:lnTo>
                  <a:pt x="556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5" name=""/>
          <p:cNvSpPr/>
          <p:nvPr/>
        </p:nvSpPr>
        <p:spPr>
          <a:xfrm>
            <a:off x="1154880" y="3828960"/>
            <a:ext cx="200160" cy="190800"/>
          </a:xfrm>
          <a:custGeom>
            <a:avLst/>
            <a:gdLst/>
            <a:ahLst/>
            <a:rect l="0" t="0" r="r" b="b"/>
            <a:pathLst>
              <a:path w="556" h="530">
                <a:moveTo>
                  <a:pt x="531" y="0"/>
                </a:moveTo>
                <a:lnTo>
                  <a:pt x="0" y="530"/>
                </a:lnTo>
                <a:lnTo>
                  <a:pt x="26" y="530"/>
                </a:lnTo>
                <a:lnTo>
                  <a:pt x="556" y="0"/>
                </a:lnTo>
                <a:lnTo>
                  <a:pt x="531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6" name=""/>
          <p:cNvSpPr/>
          <p:nvPr/>
        </p:nvSpPr>
        <p:spPr>
          <a:xfrm>
            <a:off x="1164240" y="3828960"/>
            <a:ext cx="209160" cy="190800"/>
          </a:xfrm>
          <a:custGeom>
            <a:avLst/>
            <a:gdLst/>
            <a:ahLst/>
            <a:rect l="0" t="0" r="r" b="b"/>
            <a:pathLst>
              <a:path w="581" h="530">
                <a:moveTo>
                  <a:pt x="529" y="0"/>
                </a:moveTo>
                <a:lnTo>
                  <a:pt x="0" y="530"/>
                </a:lnTo>
                <a:lnTo>
                  <a:pt x="51" y="530"/>
                </a:lnTo>
                <a:lnTo>
                  <a:pt x="581" y="0"/>
                </a:lnTo>
                <a:lnTo>
                  <a:pt x="529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7" name=""/>
          <p:cNvSpPr/>
          <p:nvPr/>
        </p:nvSpPr>
        <p:spPr>
          <a:xfrm>
            <a:off x="11826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8" name=""/>
          <p:cNvSpPr/>
          <p:nvPr/>
        </p:nvSpPr>
        <p:spPr>
          <a:xfrm>
            <a:off x="11872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9" name=""/>
          <p:cNvSpPr/>
          <p:nvPr/>
        </p:nvSpPr>
        <p:spPr>
          <a:xfrm>
            <a:off x="119196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0" name=""/>
          <p:cNvSpPr/>
          <p:nvPr/>
        </p:nvSpPr>
        <p:spPr>
          <a:xfrm>
            <a:off x="11966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1" name=""/>
          <p:cNvSpPr/>
          <p:nvPr/>
        </p:nvSpPr>
        <p:spPr>
          <a:xfrm>
            <a:off x="12013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2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2" name=""/>
          <p:cNvSpPr/>
          <p:nvPr/>
        </p:nvSpPr>
        <p:spPr>
          <a:xfrm>
            <a:off x="12056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1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1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3" name=""/>
          <p:cNvSpPr/>
          <p:nvPr/>
        </p:nvSpPr>
        <p:spPr>
          <a:xfrm>
            <a:off x="12103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4" name=""/>
          <p:cNvSpPr/>
          <p:nvPr/>
        </p:nvSpPr>
        <p:spPr>
          <a:xfrm>
            <a:off x="12150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5" name=""/>
          <p:cNvSpPr/>
          <p:nvPr/>
        </p:nvSpPr>
        <p:spPr>
          <a:xfrm>
            <a:off x="12196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6" name=""/>
          <p:cNvSpPr/>
          <p:nvPr/>
        </p:nvSpPr>
        <p:spPr>
          <a:xfrm>
            <a:off x="122436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2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7" name=""/>
          <p:cNvSpPr/>
          <p:nvPr/>
        </p:nvSpPr>
        <p:spPr>
          <a:xfrm>
            <a:off x="12286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1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1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8" name=""/>
          <p:cNvSpPr/>
          <p:nvPr/>
        </p:nvSpPr>
        <p:spPr>
          <a:xfrm>
            <a:off x="123336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9" name=""/>
          <p:cNvSpPr/>
          <p:nvPr/>
        </p:nvSpPr>
        <p:spPr>
          <a:xfrm>
            <a:off x="12380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0" name=""/>
          <p:cNvSpPr/>
          <p:nvPr/>
        </p:nvSpPr>
        <p:spPr>
          <a:xfrm>
            <a:off x="12427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1" name=""/>
          <p:cNvSpPr/>
          <p:nvPr/>
        </p:nvSpPr>
        <p:spPr>
          <a:xfrm>
            <a:off x="12474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2" name=""/>
          <p:cNvSpPr/>
          <p:nvPr/>
        </p:nvSpPr>
        <p:spPr>
          <a:xfrm>
            <a:off x="12520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2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3" name=""/>
          <p:cNvSpPr/>
          <p:nvPr/>
        </p:nvSpPr>
        <p:spPr>
          <a:xfrm>
            <a:off x="12564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1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1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4" name=""/>
          <p:cNvSpPr/>
          <p:nvPr/>
        </p:nvSpPr>
        <p:spPr>
          <a:xfrm>
            <a:off x="12610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5" name=""/>
          <p:cNvSpPr/>
          <p:nvPr/>
        </p:nvSpPr>
        <p:spPr>
          <a:xfrm>
            <a:off x="1265760" y="3828960"/>
            <a:ext cx="195840" cy="190800"/>
          </a:xfrm>
          <a:custGeom>
            <a:avLst/>
            <a:gdLst/>
            <a:ahLst/>
            <a:rect l="0" t="0" r="r" b="b"/>
            <a:pathLst>
              <a:path w="544" h="530">
                <a:moveTo>
                  <a:pt x="530" y="0"/>
                </a:moveTo>
                <a:lnTo>
                  <a:pt x="0" y="530"/>
                </a:lnTo>
                <a:lnTo>
                  <a:pt x="14" y="530"/>
                </a:lnTo>
                <a:lnTo>
                  <a:pt x="544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6" name=""/>
          <p:cNvSpPr/>
          <p:nvPr/>
        </p:nvSpPr>
        <p:spPr>
          <a:xfrm>
            <a:off x="12704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7" name=""/>
          <p:cNvSpPr/>
          <p:nvPr/>
        </p:nvSpPr>
        <p:spPr>
          <a:xfrm>
            <a:off x="12751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2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8" name=""/>
          <p:cNvSpPr/>
          <p:nvPr/>
        </p:nvSpPr>
        <p:spPr>
          <a:xfrm>
            <a:off x="12794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1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1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9" name=""/>
          <p:cNvSpPr/>
          <p:nvPr/>
        </p:nvSpPr>
        <p:spPr>
          <a:xfrm>
            <a:off x="12841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0" name=""/>
          <p:cNvSpPr/>
          <p:nvPr/>
        </p:nvSpPr>
        <p:spPr>
          <a:xfrm>
            <a:off x="12888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1" name=""/>
          <p:cNvSpPr/>
          <p:nvPr/>
        </p:nvSpPr>
        <p:spPr>
          <a:xfrm>
            <a:off x="12934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2" name=""/>
          <p:cNvSpPr/>
          <p:nvPr/>
        </p:nvSpPr>
        <p:spPr>
          <a:xfrm>
            <a:off x="129816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3" name=""/>
          <p:cNvSpPr/>
          <p:nvPr/>
        </p:nvSpPr>
        <p:spPr>
          <a:xfrm>
            <a:off x="1302840" y="3828960"/>
            <a:ext cx="195120" cy="190800"/>
          </a:xfrm>
          <a:custGeom>
            <a:avLst/>
            <a:gdLst/>
            <a:ahLst/>
            <a:rect l="0" t="0" r="r" b="b"/>
            <a:pathLst>
              <a:path w="542" h="530">
                <a:moveTo>
                  <a:pt x="530" y="0"/>
                </a:moveTo>
                <a:lnTo>
                  <a:pt x="0" y="530"/>
                </a:lnTo>
                <a:lnTo>
                  <a:pt x="12" y="530"/>
                </a:lnTo>
                <a:lnTo>
                  <a:pt x="542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4" name=""/>
          <p:cNvSpPr/>
          <p:nvPr/>
        </p:nvSpPr>
        <p:spPr>
          <a:xfrm>
            <a:off x="130716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5" name=""/>
          <p:cNvSpPr/>
          <p:nvPr/>
        </p:nvSpPr>
        <p:spPr>
          <a:xfrm>
            <a:off x="13118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6" name=""/>
          <p:cNvSpPr/>
          <p:nvPr/>
        </p:nvSpPr>
        <p:spPr>
          <a:xfrm>
            <a:off x="13165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7" name=""/>
          <p:cNvSpPr/>
          <p:nvPr/>
        </p:nvSpPr>
        <p:spPr>
          <a:xfrm>
            <a:off x="13212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8" name=""/>
          <p:cNvSpPr/>
          <p:nvPr/>
        </p:nvSpPr>
        <p:spPr>
          <a:xfrm>
            <a:off x="13258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2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9" name=""/>
          <p:cNvSpPr/>
          <p:nvPr/>
        </p:nvSpPr>
        <p:spPr>
          <a:xfrm>
            <a:off x="13302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1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1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0" name=""/>
          <p:cNvSpPr/>
          <p:nvPr/>
        </p:nvSpPr>
        <p:spPr>
          <a:xfrm>
            <a:off x="13348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1" name=""/>
          <p:cNvSpPr/>
          <p:nvPr/>
        </p:nvSpPr>
        <p:spPr>
          <a:xfrm>
            <a:off x="133956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2" name=""/>
          <p:cNvSpPr/>
          <p:nvPr/>
        </p:nvSpPr>
        <p:spPr>
          <a:xfrm>
            <a:off x="13442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3" name=""/>
          <p:cNvSpPr/>
          <p:nvPr/>
        </p:nvSpPr>
        <p:spPr>
          <a:xfrm>
            <a:off x="13489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2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4" name=""/>
          <p:cNvSpPr/>
          <p:nvPr/>
        </p:nvSpPr>
        <p:spPr>
          <a:xfrm>
            <a:off x="13532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1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1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5" name=""/>
          <p:cNvSpPr/>
          <p:nvPr/>
        </p:nvSpPr>
        <p:spPr>
          <a:xfrm>
            <a:off x="13579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6" name=""/>
          <p:cNvSpPr/>
          <p:nvPr/>
        </p:nvSpPr>
        <p:spPr>
          <a:xfrm>
            <a:off x="13626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7" name=""/>
          <p:cNvSpPr/>
          <p:nvPr/>
        </p:nvSpPr>
        <p:spPr>
          <a:xfrm>
            <a:off x="13672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8" name=""/>
          <p:cNvSpPr/>
          <p:nvPr/>
        </p:nvSpPr>
        <p:spPr>
          <a:xfrm>
            <a:off x="137196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9" name=""/>
          <p:cNvSpPr/>
          <p:nvPr/>
        </p:nvSpPr>
        <p:spPr>
          <a:xfrm>
            <a:off x="13766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2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0" name=""/>
          <p:cNvSpPr/>
          <p:nvPr/>
        </p:nvSpPr>
        <p:spPr>
          <a:xfrm>
            <a:off x="138096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1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1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1" name=""/>
          <p:cNvSpPr/>
          <p:nvPr/>
        </p:nvSpPr>
        <p:spPr>
          <a:xfrm>
            <a:off x="13856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2" name=""/>
          <p:cNvSpPr/>
          <p:nvPr/>
        </p:nvSpPr>
        <p:spPr>
          <a:xfrm>
            <a:off x="13903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3" name=""/>
          <p:cNvSpPr/>
          <p:nvPr/>
        </p:nvSpPr>
        <p:spPr>
          <a:xfrm>
            <a:off x="13950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4" name=""/>
          <p:cNvSpPr/>
          <p:nvPr/>
        </p:nvSpPr>
        <p:spPr>
          <a:xfrm>
            <a:off x="13996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2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5" name=""/>
          <p:cNvSpPr/>
          <p:nvPr/>
        </p:nvSpPr>
        <p:spPr>
          <a:xfrm>
            <a:off x="14040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1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1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6" name=""/>
          <p:cNvSpPr/>
          <p:nvPr/>
        </p:nvSpPr>
        <p:spPr>
          <a:xfrm>
            <a:off x="14086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7" name=""/>
          <p:cNvSpPr/>
          <p:nvPr/>
        </p:nvSpPr>
        <p:spPr>
          <a:xfrm>
            <a:off x="141336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8" name=""/>
          <p:cNvSpPr/>
          <p:nvPr/>
        </p:nvSpPr>
        <p:spPr>
          <a:xfrm>
            <a:off x="14180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9" name=""/>
          <p:cNvSpPr/>
          <p:nvPr/>
        </p:nvSpPr>
        <p:spPr>
          <a:xfrm>
            <a:off x="14227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0" name=""/>
          <p:cNvSpPr/>
          <p:nvPr/>
        </p:nvSpPr>
        <p:spPr>
          <a:xfrm>
            <a:off x="14274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2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1" name=""/>
          <p:cNvSpPr/>
          <p:nvPr/>
        </p:nvSpPr>
        <p:spPr>
          <a:xfrm>
            <a:off x="14317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1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1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2" name=""/>
          <p:cNvSpPr/>
          <p:nvPr/>
        </p:nvSpPr>
        <p:spPr>
          <a:xfrm>
            <a:off x="14364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3" name=""/>
          <p:cNvSpPr/>
          <p:nvPr/>
        </p:nvSpPr>
        <p:spPr>
          <a:xfrm>
            <a:off x="14410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4" name=""/>
          <p:cNvSpPr/>
          <p:nvPr/>
        </p:nvSpPr>
        <p:spPr>
          <a:xfrm>
            <a:off x="144576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5" name=""/>
          <p:cNvSpPr/>
          <p:nvPr/>
        </p:nvSpPr>
        <p:spPr>
          <a:xfrm>
            <a:off x="14504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2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6" name=""/>
          <p:cNvSpPr/>
          <p:nvPr/>
        </p:nvSpPr>
        <p:spPr>
          <a:xfrm>
            <a:off x="145476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1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1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7" name=""/>
          <p:cNvSpPr/>
          <p:nvPr/>
        </p:nvSpPr>
        <p:spPr>
          <a:xfrm>
            <a:off x="14594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4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8" name=""/>
          <p:cNvSpPr/>
          <p:nvPr/>
        </p:nvSpPr>
        <p:spPr>
          <a:xfrm>
            <a:off x="14641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29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29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9" name=""/>
          <p:cNvSpPr/>
          <p:nvPr/>
        </p:nvSpPr>
        <p:spPr>
          <a:xfrm>
            <a:off x="14688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0" name=""/>
          <p:cNvSpPr/>
          <p:nvPr/>
        </p:nvSpPr>
        <p:spPr>
          <a:xfrm>
            <a:off x="14734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1" name=""/>
          <p:cNvSpPr/>
          <p:nvPr/>
        </p:nvSpPr>
        <p:spPr>
          <a:xfrm>
            <a:off x="1478160" y="3828960"/>
            <a:ext cx="195120" cy="190800"/>
          </a:xfrm>
          <a:custGeom>
            <a:avLst/>
            <a:gdLst/>
            <a:ahLst/>
            <a:rect l="0" t="0" r="r" b="b"/>
            <a:pathLst>
              <a:path w="542" h="530">
                <a:moveTo>
                  <a:pt x="530" y="0"/>
                </a:moveTo>
                <a:lnTo>
                  <a:pt x="0" y="530"/>
                </a:lnTo>
                <a:lnTo>
                  <a:pt x="12" y="530"/>
                </a:lnTo>
                <a:lnTo>
                  <a:pt x="542" y="0"/>
                </a:lnTo>
                <a:lnTo>
                  <a:pt x="530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2" name=""/>
          <p:cNvSpPr/>
          <p:nvPr/>
        </p:nvSpPr>
        <p:spPr>
          <a:xfrm>
            <a:off x="14824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3" name=""/>
          <p:cNvSpPr/>
          <p:nvPr/>
        </p:nvSpPr>
        <p:spPr>
          <a:xfrm>
            <a:off x="148716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4" name=""/>
          <p:cNvSpPr/>
          <p:nvPr/>
        </p:nvSpPr>
        <p:spPr>
          <a:xfrm>
            <a:off x="14918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5" name=""/>
          <p:cNvSpPr/>
          <p:nvPr/>
        </p:nvSpPr>
        <p:spPr>
          <a:xfrm>
            <a:off x="14965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6" name=""/>
          <p:cNvSpPr/>
          <p:nvPr/>
        </p:nvSpPr>
        <p:spPr>
          <a:xfrm>
            <a:off x="15012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2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7" name=""/>
          <p:cNvSpPr/>
          <p:nvPr/>
        </p:nvSpPr>
        <p:spPr>
          <a:xfrm>
            <a:off x="15055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1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1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8" name=""/>
          <p:cNvSpPr/>
          <p:nvPr/>
        </p:nvSpPr>
        <p:spPr>
          <a:xfrm>
            <a:off x="15102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9" name=""/>
          <p:cNvSpPr/>
          <p:nvPr/>
        </p:nvSpPr>
        <p:spPr>
          <a:xfrm>
            <a:off x="15148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0" name=""/>
          <p:cNvSpPr/>
          <p:nvPr/>
        </p:nvSpPr>
        <p:spPr>
          <a:xfrm>
            <a:off x="151956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1" name=""/>
          <p:cNvSpPr/>
          <p:nvPr/>
        </p:nvSpPr>
        <p:spPr>
          <a:xfrm>
            <a:off x="15242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2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2" name=""/>
          <p:cNvSpPr/>
          <p:nvPr/>
        </p:nvSpPr>
        <p:spPr>
          <a:xfrm>
            <a:off x="152856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1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1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3" name=""/>
          <p:cNvSpPr/>
          <p:nvPr/>
        </p:nvSpPr>
        <p:spPr>
          <a:xfrm>
            <a:off x="15332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4" name=""/>
          <p:cNvSpPr/>
          <p:nvPr/>
        </p:nvSpPr>
        <p:spPr>
          <a:xfrm>
            <a:off x="15379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5" name=""/>
          <p:cNvSpPr/>
          <p:nvPr/>
        </p:nvSpPr>
        <p:spPr>
          <a:xfrm>
            <a:off x="15426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6" name=""/>
          <p:cNvSpPr/>
          <p:nvPr/>
        </p:nvSpPr>
        <p:spPr>
          <a:xfrm>
            <a:off x="15472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7" name=""/>
          <p:cNvSpPr/>
          <p:nvPr/>
        </p:nvSpPr>
        <p:spPr>
          <a:xfrm>
            <a:off x="155196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2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8" name=""/>
          <p:cNvSpPr/>
          <p:nvPr/>
        </p:nvSpPr>
        <p:spPr>
          <a:xfrm>
            <a:off x="15562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1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1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9" name=""/>
          <p:cNvSpPr/>
          <p:nvPr/>
        </p:nvSpPr>
        <p:spPr>
          <a:xfrm>
            <a:off x="156096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0" name=""/>
          <p:cNvSpPr/>
          <p:nvPr/>
        </p:nvSpPr>
        <p:spPr>
          <a:xfrm>
            <a:off x="15656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1" name=""/>
          <p:cNvSpPr/>
          <p:nvPr/>
        </p:nvSpPr>
        <p:spPr>
          <a:xfrm>
            <a:off x="15703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2" name=""/>
          <p:cNvSpPr/>
          <p:nvPr/>
        </p:nvSpPr>
        <p:spPr>
          <a:xfrm>
            <a:off x="15750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2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3" name=""/>
          <p:cNvSpPr/>
          <p:nvPr/>
        </p:nvSpPr>
        <p:spPr>
          <a:xfrm>
            <a:off x="15793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1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1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4" name=""/>
          <p:cNvSpPr/>
          <p:nvPr/>
        </p:nvSpPr>
        <p:spPr>
          <a:xfrm>
            <a:off x="15840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5" name=""/>
          <p:cNvSpPr/>
          <p:nvPr/>
        </p:nvSpPr>
        <p:spPr>
          <a:xfrm>
            <a:off x="15886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6" name=""/>
          <p:cNvSpPr/>
          <p:nvPr/>
        </p:nvSpPr>
        <p:spPr>
          <a:xfrm>
            <a:off x="159336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7" name=""/>
          <p:cNvSpPr/>
          <p:nvPr/>
        </p:nvSpPr>
        <p:spPr>
          <a:xfrm>
            <a:off x="15980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8" name=""/>
          <p:cNvSpPr/>
          <p:nvPr/>
        </p:nvSpPr>
        <p:spPr>
          <a:xfrm>
            <a:off x="16027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2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9" name=""/>
          <p:cNvSpPr/>
          <p:nvPr/>
        </p:nvSpPr>
        <p:spPr>
          <a:xfrm>
            <a:off x="160704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1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1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0" name=""/>
          <p:cNvSpPr/>
          <p:nvPr/>
        </p:nvSpPr>
        <p:spPr>
          <a:xfrm>
            <a:off x="161172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1" name=""/>
          <p:cNvSpPr/>
          <p:nvPr/>
        </p:nvSpPr>
        <p:spPr>
          <a:xfrm>
            <a:off x="161640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2" name=""/>
          <p:cNvSpPr/>
          <p:nvPr/>
        </p:nvSpPr>
        <p:spPr>
          <a:xfrm>
            <a:off x="16210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3" name=""/>
          <p:cNvSpPr/>
          <p:nvPr/>
        </p:nvSpPr>
        <p:spPr>
          <a:xfrm>
            <a:off x="162576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0" y="0"/>
                </a:moveTo>
                <a:lnTo>
                  <a:pt x="0" y="530"/>
                </a:lnTo>
                <a:lnTo>
                  <a:pt x="12" y="530"/>
                </a:lnTo>
                <a:lnTo>
                  <a:pt x="543" y="0"/>
                </a:lnTo>
                <a:lnTo>
                  <a:pt x="530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4" name=""/>
          <p:cNvSpPr/>
          <p:nvPr/>
        </p:nvSpPr>
        <p:spPr>
          <a:xfrm>
            <a:off x="1630080" y="3828960"/>
            <a:ext cx="195480" cy="190800"/>
          </a:xfrm>
          <a:custGeom>
            <a:avLst/>
            <a:gdLst/>
            <a:ahLst/>
            <a:rect l="0" t="0" r="r" b="b"/>
            <a:pathLst>
              <a:path w="543" h="530">
                <a:moveTo>
                  <a:pt x="531" y="0"/>
                </a:moveTo>
                <a:lnTo>
                  <a:pt x="0" y="530"/>
                </a:lnTo>
                <a:lnTo>
                  <a:pt x="13" y="530"/>
                </a:lnTo>
                <a:lnTo>
                  <a:pt x="543" y="0"/>
                </a:lnTo>
                <a:lnTo>
                  <a:pt x="531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5" name=""/>
          <p:cNvSpPr/>
          <p:nvPr/>
        </p:nvSpPr>
        <p:spPr>
          <a:xfrm>
            <a:off x="1634760" y="3828960"/>
            <a:ext cx="194040" cy="190800"/>
          </a:xfrm>
          <a:custGeom>
            <a:avLst/>
            <a:gdLst/>
            <a:ahLst/>
            <a:rect l="0" t="0" r="r" b="b"/>
            <a:pathLst>
              <a:path w="539" h="530">
                <a:moveTo>
                  <a:pt x="530" y="0"/>
                </a:moveTo>
                <a:lnTo>
                  <a:pt x="0" y="530"/>
                </a:lnTo>
                <a:lnTo>
                  <a:pt x="13" y="530"/>
                </a:lnTo>
                <a:lnTo>
                  <a:pt x="539" y="3"/>
                </a:lnTo>
                <a:lnTo>
                  <a:pt x="530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6" name=""/>
          <p:cNvSpPr/>
          <p:nvPr/>
        </p:nvSpPr>
        <p:spPr>
          <a:xfrm>
            <a:off x="1639440" y="3830040"/>
            <a:ext cx="189360" cy="189720"/>
          </a:xfrm>
          <a:custGeom>
            <a:avLst/>
            <a:gdLst/>
            <a:ahLst/>
            <a:rect l="0" t="0" r="r" b="b"/>
            <a:pathLst>
              <a:path w="526" h="527">
                <a:moveTo>
                  <a:pt x="526" y="0"/>
                </a:moveTo>
                <a:lnTo>
                  <a:pt x="0" y="527"/>
                </a:lnTo>
                <a:lnTo>
                  <a:pt x="13" y="527"/>
                </a:lnTo>
                <a:lnTo>
                  <a:pt x="526" y="13"/>
                </a:lnTo>
                <a:lnTo>
                  <a:pt x="526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7" name=""/>
          <p:cNvSpPr/>
          <p:nvPr/>
        </p:nvSpPr>
        <p:spPr>
          <a:xfrm>
            <a:off x="1644120" y="3834720"/>
            <a:ext cx="184680" cy="185040"/>
          </a:xfrm>
          <a:custGeom>
            <a:avLst/>
            <a:gdLst/>
            <a:ahLst/>
            <a:rect l="0" t="0" r="r" b="b"/>
            <a:pathLst>
              <a:path w="513" h="514">
                <a:moveTo>
                  <a:pt x="513" y="0"/>
                </a:moveTo>
                <a:lnTo>
                  <a:pt x="0" y="514"/>
                </a:lnTo>
                <a:lnTo>
                  <a:pt x="13" y="514"/>
                </a:lnTo>
                <a:lnTo>
                  <a:pt x="513" y="13"/>
                </a:lnTo>
                <a:lnTo>
                  <a:pt x="51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8" name=""/>
          <p:cNvSpPr/>
          <p:nvPr/>
        </p:nvSpPr>
        <p:spPr>
          <a:xfrm>
            <a:off x="1648800" y="3839400"/>
            <a:ext cx="180000" cy="180360"/>
          </a:xfrm>
          <a:custGeom>
            <a:avLst/>
            <a:gdLst/>
            <a:ahLst/>
            <a:rect l="0" t="0" r="r" b="b"/>
            <a:pathLst>
              <a:path w="500" h="501">
                <a:moveTo>
                  <a:pt x="500" y="0"/>
                </a:moveTo>
                <a:lnTo>
                  <a:pt x="0" y="501"/>
                </a:lnTo>
                <a:lnTo>
                  <a:pt x="13" y="501"/>
                </a:lnTo>
                <a:lnTo>
                  <a:pt x="500" y="13"/>
                </a:lnTo>
                <a:lnTo>
                  <a:pt x="500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9" name=""/>
          <p:cNvSpPr/>
          <p:nvPr/>
        </p:nvSpPr>
        <p:spPr>
          <a:xfrm>
            <a:off x="1653480" y="3844080"/>
            <a:ext cx="175320" cy="175680"/>
          </a:xfrm>
          <a:custGeom>
            <a:avLst/>
            <a:gdLst/>
            <a:ahLst/>
            <a:rect l="0" t="0" r="r" b="b"/>
            <a:pathLst>
              <a:path w="487" h="488">
                <a:moveTo>
                  <a:pt x="487" y="0"/>
                </a:moveTo>
                <a:lnTo>
                  <a:pt x="0" y="488"/>
                </a:lnTo>
                <a:lnTo>
                  <a:pt x="12" y="488"/>
                </a:lnTo>
                <a:lnTo>
                  <a:pt x="487" y="13"/>
                </a:lnTo>
                <a:lnTo>
                  <a:pt x="487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0" name=""/>
          <p:cNvSpPr/>
          <p:nvPr/>
        </p:nvSpPr>
        <p:spPr>
          <a:xfrm>
            <a:off x="1657800" y="3848760"/>
            <a:ext cx="171000" cy="171000"/>
          </a:xfrm>
          <a:custGeom>
            <a:avLst/>
            <a:gdLst/>
            <a:ahLst/>
            <a:rect l="0" t="0" r="r" b="b"/>
            <a:pathLst>
              <a:path w="475" h="475">
                <a:moveTo>
                  <a:pt x="475" y="0"/>
                </a:moveTo>
                <a:lnTo>
                  <a:pt x="0" y="475"/>
                </a:lnTo>
                <a:lnTo>
                  <a:pt x="13" y="475"/>
                </a:lnTo>
                <a:lnTo>
                  <a:pt x="475" y="13"/>
                </a:lnTo>
                <a:lnTo>
                  <a:pt x="475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1" name=""/>
          <p:cNvSpPr/>
          <p:nvPr/>
        </p:nvSpPr>
        <p:spPr>
          <a:xfrm>
            <a:off x="1662480" y="3853440"/>
            <a:ext cx="166320" cy="166320"/>
          </a:xfrm>
          <a:custGeom>
            <a:avLst/>
            <a:gdLst/>
            <a:ahLst/>
            <a:rect l="0" t="0" r="r" b="b"/>
            <a:pathLst>
              <a:path w="462" h="462">
                <a:moveTo>
                  <a:pt x="462" y="0"/>
                </a:moveTo>
                <a:lnTo>
                  <a:pt x="0" y="462"/>
                </a:lnTo>
                <a:lnTo>
                  <a:pt x="13" y="462"/>
                </a:lnTo>
                <a:lnTo>
                  <a:pt x="462" y="12"/>
                </a:lnTo>
                <a:lnTo>
                  <a:pt x="462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2" name=""/>
          <p:cNvSpPr/>
          <p:nvPr/>
        </p:nvSpPr>
        <p:spPr>
          <a:xfrm>
            <a:off x="1667160" y="3857760"/>
            <a:ext cx="161640" cy="162000"/>
          </a:xfrm>
          <a:custGeom>
            <a:avLst/>
            <a:gdLst/>
            <a:ahLst/>
            <a:rect l="0" t="0" r="r" b="b"/>
            <a:pathLst>
              <a:path w="449" h="450">
                <a:moveTo>
                  <a:pt x="449" y="0"/>
                </a:moveTo>
                <a:lnTo>
                  <a:pt x="0" y="450"/>
                </a:lnTo>
                <a:lnTo>
                  <a:pt x="13" y="450"/>
                </a:lnTo>
                <a:lnTo>
                  <a:pt x="449" y="13"/>
                </a:lnTo>
                <a:lnTo>
                  <a:pt x="449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3" name=""/>
          <p:cNvSpPr/>
          <p:nvPr/>
        </p:nvSpPr>
        <p:spPr>
          <a:xfrm>
            <a:off x="1671840" y="3862440"/>
            <a:ext cx="156960" cy="157320"/>
          </a:xfrm>
          <a:custGeom>
            <a:avLst/>
            <a:gdLst/>
            <a:ahLst/>
            <a:rect l="0" t="0" r="r" b="b"/>
            <a:pathLst>
              <a:path w="436" h="437">
                <a:moveTo>
                  <a:pt x="436" y="0"/>
                </a:moveTo>
                <a:lnTo>
                  <a:pt x="0" y="437"/>
                </a:lnTo>
                <a:lnTo>
                  <a:pt x="13" y="437"/>
                </a:lnTo>
                <a:lnTo>
                  <a:pt x="436" y="13"/>
                </a:lnTo>
                <a:lnTo>
                  <a:pt x="436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4" name=""/>
          <p:cNvSpPr/>
          <p:nvPr/>
        </p:nvSpPr>
        <p:spPr>
          <a:xfrm>
            <a:off x="1676520" y="3867120"/>
            <a:ext cx="152280" cy="152640"/>
          </a:xfrm>
          <a:custGeom>
            <a:avLst/>
            <a:gdLst/>
            <a:ahLst/>
            <a:rect l="0" t="0" r="r" b="b"/>
            <a:pathLst>
              <a:path w="423" h="424">
                <a:moveTo>
                  <a:pt x="423" y="0"/>
                </a:moveTo>
                <a:lnTo>
                  <a:pt x="0" y="424"/>
                </a:lnTo>
                <a:lnTo>
                  <a:pt x="12" y="424"/>
                </a:lnTo>
                <a:lnTo>
                  <a:pt x="423" y="13"/>
                </a:lnTo>
                <a:lnTo>
                  <a:pt x="423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5" name=""/>
          <p:cNvSpPr/>
          <p:nvPr/>
        </p:nvSpPr>
        <p:spPr>
          <a:xfrm>
            <a:off x="1680840" y="3871800"/>
            <a:ext cx="147960" cy="147960"/>
          </a:xfrm>
          <a:custGeom>
            <a:avLst/>
            <a:gdLst/>
            <a:ahLst/>
            <a:rect l="0" t="0" r="r" b="b"/>
            <a:pathLst>
              <a:path w="411" h="411">
                <a:moveTo>
                  <a:pt x="411" y="0"/>
                </a:moveTo>
                <a:lnTo>
                  <a:pt x="0" y="411"/>
                </a:lnTo>
                <a:lnTo>
                  <a:pt x="13" y="411"/>
                </a:lnTo>
                <a:lnTo>
                  <a:pt x="411" y="13"/>
                </a:lnTo>
                <a:lnTo>
                  <a:pt x="411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6" name=""/>
          <p:cNvSpPr/>
          <p:nvPr/>
        </p:nvSpPr>
        <p:spPr>
          <a:xfrm>
            <a:off x="1685520" y="3876480"/>
            <a:ext cx="143280" cy="143280"/>
          </a:xfrm>
          <a:custGeom>
            <a:avLst/>
            <a:gdLst/>
            <a:ahLst/>
            <a:rect l="0" t="0" r="r" b="b"/>
            <a:pathLst>
              <a:path w="398" h="398">
                <a:moveTo>
                  <a:pt x="398" y="0"/>
                </a:moveTo>
                <a:lnTo>
                  <a:pt x="0" y="398"/>
                </a:lnTo>
                <a:lnTo>
                  <a:pt x="13" y="398"/>
                </a:lnTo>
                <a:lnTo>
                  <a:pt x="398" y="12"/>
                </a:lnTo>
                <a:lnTo>
                  <a:pt x="398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7" name=""/>
          <p:cNvSpPr/>
          <p:nvPr/>
        </p:nvSpPr>
        <p:spPr>
          <a:xfrm>
            <a:off x="1690200" y="3880800"/>
            <a:ext cx="138600" cy="138960"/>
          </a:xfrm>
          <a:custGeom>
            <a:avLst/>
            <a:gdLst/>
            <a:ahLst/>
            <a:rect l="0" t="0" r="r" b="b"/>
            <a:pathLst>
              <a:path w="385" h="386">
                <a:moveTo>
                  <a:pt x="385" y="0"/>
                </a:moveTo>
                <a:lnTo>
                  <a:pt x="0" y="386"/>
                </a:lnTo>
                <a:lnTo>
                  <a:pt x="13" y="386"/>
                </a:lnTo>
                <a:lnTo>
                  <a:pt x="385" y="13"/>
                </a:lnTo>
                <a:lnTo>
                  <a:pt x="385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8" name=""/>
          <p:cNvSpPr/>
          <p:nvPr/>
        </p:nvSpPr>
        <p:spPr>
          <a:xfrm>
            <a:off x="1694880" y="3885480"/>
            <a:ext cx="133920" cy="134280"/>
          </a:xfrm>
          <a:custGeom>
            <a:avLst/>
            <a:gdLst/>
            <a:ahLst/>
            <a:rect l="0" t="0" r="r" b="b"/>
            <a:pathLst>
              <a:path w="372" h="373">
                <a:moveTo>
                  <a:pt x="372" y="0"/>
                </a:moveTo>
                <a:lnTo>
                  <a:pt x="0" y="373"/>
                </a:lnTo>
                <a:lnTo>
                  <a:pt x="13" y="373"/>
                </a:lnTo>
                <a:lnTo>
                  <a:pt x="372" y="13"/>
                </a:lnTo>
                <a:lnTo>
                  <a:pt x="372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9" name=""/>
          <p:cNvSpPr/>
          <p:nvPr/>
        </p:nvSpPr>
        <p:spPr>
          <a:xfrm>
            <a:off x="1699560" y="3890160"/>
            <a:ext cx="129240" cy="129600"/>
          </a:xfrm>
          <a:custGeom>
            <a:avLst/>
            <a:gdLst/>
            <a:ahLst/>
            <a:rect l="0" t="0" r="r" b="b"/>
            <a:pathLst>
              <a:path w="359" h="360">
                <a:moveTo>
                  <a:pt x="359" y="0"/>
                </a:moveTo>
                <a:lnTo>
                  <a:pt x="0" y="360"/>
                </a:lnTo>
                <a:lnTo>
                  <a:pt x="12" y="360"/>
                </a:lnTo>
                <a:lnTo>
                  <a:pt x="359" y="13"/>
                </a:lnTo>
                <a:lnTo>
                  <a:pt x="359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0" name=""/>
          <p:cNvSpPr/>
          <p:nvPr/>
        </p:nvSpPr>
        <p:spPr>
          <a:xfrm>
            <a:off x="1703880" y="3894840"/>
            <a:ext cx="124920" cy="124920"/>
          </a:xfrm>
          <a:custGeom>
            <a:avLst/>
            <a:gdLst/>
            <a:ahLst/>
            <a:rect l="0" t="0" r="r" b="b"/>
            <a:pathLst>
              <a:path w="347" h="347">
                <a:moveTo>
                  <a:pt x="347" y="0"/>
                </a:moveTo>
                <a:lnTo>
                  <a:pt x="0" y="347"/>
                </a:lnTo>
                <a:lnTo>
                  <a:pt x="13" y="347"/>
                </a:lnTo>
                <a:lnTo>
                  <a:pt x="347" y="13"/>
                </a:lnTo>
                <a:lnTo>
                  <a:pt x="347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1" name=""/>
          <p:cNvSpPr/>
          <p:nvPr/>
        </p:nvSpPr>
        <p:spPr>
          <a:xfrm>
            <a:off x="1708560" y="3899520"/>
            <a:ext cx="120240" cy="120240"/>
          </a:xfrm>
          <a:custGeom>
            <a:avLst/>
            <a:gdLst/>
            <a:ahLst/>
            <a:rect l="0" t="0" r="r" b="b"/>
            <a:pathLst>
              <a:path w="334" h="334">
                <a:moveTo>
                  <a:pt x="334" y="0"/>
                </a:moveTo>
                <a:lnTo>
                  <a:pt x="0" y="334"/>
                </a:lnTo>
                <a:lnTo>
                  <a:pt x="13" y="334"/>
                </a:lnTo>
                <a:lnTo>
                  <a:pt x="334" y="13"/>
                </a:lnTo>
                <a:lnTo>
                  <a:pt x="33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2" name=""/>
          <p:cNvSpPr/>
          <p:nvPr/>
        </p:nvSpPr>
        <p:spPr>
          <a:xfrm>
            <a:off x="1713240" y="3904200"/>
            <a:ext cx="115560" cy="115560"/>
          </a:xfrm>
          <a:custGeom>
            <a:avLst/>
            <a:gdLst/>
            <a:ahLst/>
            <a:rect l="0" t="0" r="r" b="b"/>
            <a:pathLst>
              <a:path w="321" h="321">
                <a:moveTo>
                  <a:pt x="321" y="0"/>
                </a:moveTo>
                <a:lnTo>
                  <a:pt x="0" y="321"/>
                </a:lnTo>
                <a:lnTo>
                  <a:pt x="13" y="321"/>
                </a:lnTo>
                <a:lnTo>
                  <a:pt x="321" y="12"/>
                </a:lnTo>
                <a:lnTo>
                  <a:pt x="321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3" name=""/>
          <p:cNvSpPr/>
          <p:nvPr/>
        </p:nvSpPr>
        <p:spPr>
          <a:xfrm>
            <a:off x="1717920" y="3908520"/>
            <a:ext cx="110880" cy="111240"/>
          </a:xfrm>
          <a:custGeom>
            <a:avLst/>
            <a:gdLst/>
            <a:ahLst/>
            <a:rect l="0" t="0" r="r" b="b"/>
            <a:pathLst>
              <a:path w="308" h="309">
                <a:moveTo>
                  <a:pt x="308" y="0"/>
                </a:moveTo>
                <a:lnTo>
                  <a:pt x="0" y="309"/>
                </a:lnTo>
                <a:lnTo>
                  <a:pt x="13" y="309"/>
                </a:lnTo>
                <a:lnTo>
                  <a:pt x="308" y="13"/>
                </a:lnTo>
                <a:lnTo>
                  <a:pt x="308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4" name=""/>
          <p:cNvSpPr/>
          <p:nvPr/>
        </p:nvSpPr>
        <p:spPr>
          <a:xfrm>
            <a:off x="1722600" y="3913200"/>
            <a:ext cx="106200" cy="106560"/>
          </a:xfrm>
          <a:custGeom>
            <a:avLst/>
            <a:gdLst/>
            <a:ahLst/>
            <a:rect l="0" t="0" r="r" b="b"/>
            <a:pathLst>
              <a:path w="295" h="296">
                <a:moveTo>
                  <a:pt x="295" y="0"/>
                </a:moveTo>
                <a:lnTo>
                  <a:pt x="0" y="296"/>
                </a:lnTo>
                <a:lnTo>
                  <a:pt x="13" y="296"/>
                </a:lnTo>
                <a:lnTo>
                  <a:pt x="295" y="13"/>
                </a:lnTo>
                <a:lnTo>
                  <a:pt x="295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5" name=""/>
          <p:cNvSpPr/>
          <p:nvPr/>
        </p:nvSpPr>
        <p:spPr>
          <a:xfrm>
            <a:off x="1727280" y="3917880"/>
            <a:ext cx="101520" cy="101880"/>
          </a:xfrm>
          <a:custGeom>
            <a:avLst/>
            <a:gdLst/>
            <a:ahLst/>
            <a:rect l="0" t="0" r="r" b="b"/>
            <a:pathLst>
              <a:path w="282" h="283">
                <a:moveTo>
                  <a:pt x="282" y="0"/>
                </a:moveTo>
                <a:lnTo>
                  <a:pt x="0" y="283"/>
                </a:lnTo>
                <a:lnTo>
                  <a:pt x="12" y="283"/>
                </a:lnTo>
                <a:lnTo>
                  <a:pt x="282" y="13"/>
                </a:lnTo>
                <a:lnTo>
                  <a:pt x="282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6" name=""/>
          <p:cNvSpPr/>
          <p:nvPr/>
        </p:nvSpPr>
        <p:spPr>
          <a:xfrm>
            <a:off x="1731600" y="3922560"/>
            <a:ext cx="97200" cy="97200"/>
          </a:xfrm>
          <a:custGeom>
            <a:avLst/>
            <a:gdLst/>
            <a:ahLst/>
            <a:rect l="0" t="0" r="r" b="b"/>
            <a:pathLst>
              <a:path w="270" h="270">
                <a:moveTo>
                  <a:pt x="270" y="0"/>
                </a:moveTo>
                <a:lnTo>
                  <a:pt x="0" y="270"/>
                </a:lnTo>
                <a:lnTo>
                  <a:pt x="13" y="270"/>
                </a:lnTo>
                <a:lnTo>
                  <a:pt x="270" y="13"/>
                </a:lnTo>
                <a:lnTo>
                  <a:pt x="270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7" name=""/>
          <p:cNvSpPr/>
          <p:nvPr/>
        </p:nvSpPr>
        <p:spPr>
          <a:xfrm>
            <a:off x="1736280" y="3927240"/>
            <a:ext cx="92520" cy="92520"/>
          </a:xfrm>
          <a:custGeom>
            <a:avLst/>
            <a:gdLst/>
            <a:ahLst/>
            <a:rect l="0" t="0" r="r" b="b"/>
            <a:pathLst>
              <a:path w="257" h="257">
                <a:moveTo>
                  <a:pt x="257" y="0"/>
                </a:moveTo>
                <a:lnTo>
                  <a:pt x="0" y="257"/>
                </a:lnTo>
                <a:lnTo>
                  <a:pt x="13" y="257"/>
                </a:lnTo>
                <a:lnTo>
                  <a:pt x="257" y="12"/>
                </a:lnTo>
                <a:lnTo>
                  <a:pt x="257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8" name=""/>
          <p:cNvSpPr/>
          <p:nvPr/>
        </p:nvSpPr>
        <p:spPr>
          <a:xfrm>
            <a:off x="1740960" y="3931560"/>
            <a:ext cx="87840" cy="88200"/>
          </a:xfrm>
          <a:custGeom>
            <a:avLst/>
            <a:gdLst/>
            <a:ahLst/>
            <a:rect l="0" t="0" r="r" b="b"/>
            <a:pathLst>
              <a:path w="244" h="245">
                <a:moveTo>
                  <a:pt x="244" y="0"/>
                </a:moveTo>
                <a:lnTo>
                  <a:pt x="0" y="245"/>
                </a:lnTo>
                <a:lnTo>
                  <a:pt x="13" y="245"/>
                </a:lnTo>
                <a:lnTo>
                  <a:pt x="244" y="13"/>
                </a:lnTo>
                <a:lnTo>
                  <a:pt x="24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9" name=""/>
          <p:cNvSpPr/>
          <p:nvPr/>
        </p:nvSpPr>
        <p:spPr>
          <a:xfrm>
            <a:off x="1745640" y="3936240"/>
            <a:ext cx="83160" cy="83520"/>
          </a:xfrm>
          <a:custGeom>
            <a:avLst/>
            <a:gdLst/>
            <a:ahLst/>
            <a:rect l="0" t="0" r="r" b="b"/>
            <a:pathLst>
              <a:path w="231" h="232">
                <a:moveTo>
                  <a:pt x="231" y="0"/>
                </a:moveTo>
                <a:lnTo>
                  <a:pt x="0" y="232"/>
                </a:lnTo>
                <a:lnTo>
                  <a:pt x="13" y="232"/>
                </a:lnTo>
                <a:lnTo>
                  <a:pt x="231" y="13"/>
                </a:lnTo>
                <a:lnTo>
                  <a:pt x="231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0" name=""/>
          <p:cNvSpPr/>
          <p:nvPr/>
        </p:nvSpPr>
        <p:spPr>
          <a:xfrm>
            <a:off x="1750320" y="3940920"/>
            <a:ext cx="78480" cy="78840"/>
          </a:xfrm>
          <a:custGeom>
            <a:avLst/>
            <a:gdLst/>
            <a:ahLst/>
            <a:rect l="0" t="0" r="r" b="b"/>
            <a:pathLst>
              <a:path w="218" h="219">
                <a:moveTo>
                  <a:pt x="218" y="0"/>
                </a:moveTo>
                <a:lnTo>
                  <a:pt x="0" y="219"/>
                </a:lnTo>
                <a:lnTo>
                  <a:pt x="12" y="219"/>
                </a:lnTo>
                <a:lnTo>
                  <a:pt x="218" y="14"/>
                </a:lnTo>
                <a:lnTo>
                  <a:pt x="218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1" name=""/>
          <p:cNvSpPr/>
          <p:nvPr/>
        </p:nvSpPr>
        <p:spPr>
          <a:xfrm>
            <a:off x="1754640" y="3945600"/>
            <a:ext cx="74160" cy="74160"/>
          </a:xfrm>
          <a:custGeom>
            <a:avLst/>
            <a:gdLst/>
            <a:ahLst/>
            <a:rect l="0" t="0" r="r" b="b"/>
            <a:pathLst>
              <a:path w="206" h="206">
                <a:moveTo>
                  <a:pt x="206" y="0"/>
                </a:moveTo>
                <a:lnTo>
                  <a:pt x="0" y="206"/>
                </a:lnTo>
                <a:lnTo>
                  <a:pt x="13" y="206"/>
                </a:lnTo>
                <a:lnTo>
                  <a:pt x="206" y="14"/>
                </a:lnTo>
                <a:lnTo>
                  <a:pt x="206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2" name=""/>
          <p:cNvSpPr/>
          <p:nvPr/>
        </p:nvSpPr>
        <p:spPr>
          <a:xfrm>
            <a:off x="1759320" y="395028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93" y="0"/>
                </a:moveTo>
                <a:lnTo>
                  <a:pt x="0" y="193"/>
                </a:lnTo>
                <a:lnTo>
                  <a:pt x="14" y="193"/>
                </a:lnTo>
                <a:lnTo>
                  <a:pt x="193" y="12"/>
                </a:lnTo>
                <a:lnTo>
                  <a:pt x="193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3" name=""/>
          <p:cNvSpPr/>
          <p:nvPr/>
        </p:nvSpPr>
        <p:spPr>
          <a:xfrm>
            <a:off x="1764000" y="3954600"/>
            <a:ext cx="64800" cy="65160"/>
          </a:xfrm>
          <a:custGeom>
            <a:avLst/>
            <a:gdLst/>
            <a:ahLst/>
            <a:rect l="0" t="0" r="r" b="b"/>
            <a:pathLst>
              <a:path w="180" h="181">
                <a:moveTo>
                  <a:pt x="180" y="0"/>
                </a:moveTo>
                <a:lnTo>
                  <a:pt x="0" y="181"/>
                </a:lnTo>
                <a:lnTo>
                  <a:pt x="13" y="181"/>
                </a:lnTo>
                <a:lnTo>
                  <a:pt x="180" y="13"/>
                </a:lnTo>
                <a:lnTo>
                  <a:pt x="180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4" name=""/>
          <p:cNvSpPr/>
          <p:nvPr/>
        </p:nvSpPr>
        <p:spPr>
          <a:xfrm>
            <a:off x="1768680" y="3959280"/>
            <a:ext cx="60120" cy="60480"/>
          </a:xfrm>
          <a:custGeom>
            <a:avLst/>
            <a:gdLst/>
            <a:ahLst/>
            <a:rect l="0" t="0" r="r" b="b"/>
            <a:pathLst>
              <a:path w="167" h="168">
                <a:moveTo>
                  <a:pt x="167" y="0"/>
                </a:moveTo>
                <a:lnTo>
                  <a:pt x="0" y="168"/>
                </a:lnTo>
                <a:lnTo>
                  <a:pt x="13" y="168"/>
                </a:lnTo>
                <a:lnTo>
                  <a:pt x="167" y="13"/>
                </a:lnTo>
                <a:lnTo>
                  <a:pt x="167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5" name=""/>
          <p:cNvSpPr/>
          <p:nvPr/>
        </p:nvSpPr>
        <p:spPr>
          <a:xfrm>
            <a:off x="1773360" y="3963960"/>
            <a:ext cx="55440" cy="55800"/>
          </a:xfrm>
          <a:custGeom>
            <a:avLst/>
            <a:gdLst/>
            <a:ahLst/>
            <a:rect l="0" t="0" r="r" b="b"/>
            <a:pathLst>
              <a:path w="154" h="155">
                <a:moveTo>
                  <a:pt x="154" y="0"/>
                </a:moveTo>
                <a:lnTo>
                  <a:pt x="0" y="155"/>
                </a:lnTo>
                <a:lnTo>
                  <a:pt x="13" y="155"/>
                </a:lnTo>
                <a:lnTo>
                  <a:pt x="154" y="13"/>
                </a:lnTo>
                <a:lnTo>
                  <a:pt x="1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6" name=""/>
          <p:cNvSpPr/>
          <p:nvPr/>
        </p:nvSpPr>
        <p:spPr>
          <a:xfrm>
            <a:off x="1778040" y="3968640"/>
            <a:ext cx="50760" cy="51120"/>
          </a:xfrm>
          <a:custGeom>
            <a:avLst/>
            <a:gdLst/>
            <a:ahLst/>
            <a:rect l="0" t="0" r="r" b="b"/>
            <a:pathLst>
              <a:path w="141" h="142">
                <a:moveTo>
                  <a:pt x="141" y="0"/>
                </a:moveTo>
                <a:lnTo>
                  <a:pt x="0" y="142"/>
                </a:lnTo>
                <a:lnTo>
                  <a:pt x="12" y="142"/>
                </a:lnTo>
                <a:lnTo>
                  <a:pt x="141" y="13"/>
                </a:lnTo>
                <a:lnTo>
                  <a:pt x="141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7" name=""/>
          <p:cNvSpPr/>
          <p:nvPr/>
        </p:nvSpPr>
        <p:spPr>
          <a:xfrm>
            <a:off x="1782360" y="3973320"/>
            <a:ext cx="46440" cy="46440"/>
          </a:xfrm>
          <a:custGeom>
            <a:avLst/>
            <a:gdLst/>
            <a:ahLst/>
            <a:rect l="0" t="0" r="r" b="b"/>
            <a:pathLst>
              <a:path w="129" h="129">
                <a:moveTo>
                  <a:pt x="129" y="0"/>
                </a:moveTo>
                <a:lnTo>
                  <a:pt x="0" y="129"/>
                </a:lnTo>
                <a:lnTo>
                  <a:pt x="13" y="129"/>
                </a:lnTo>
                <a:lnTo>
                  <a:pt x="129" y="13"/>
                </a:lnTo>
                <a:lnTo>
                  <a:pt x="129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8" name=""/>
          <p:cNvSpPr/>
          <p:nvPr/>
        </p:nvSpPr>
        <p:spPr>
          <a:xfrm>
            <a:off x="1787040" y="3978000"/>
            <a:ext cx="41760" cy="41760"/>
          </a:xfrm>
          <a:custGeom>
            <a:avLst/>
            <a:gdLst/>
            <a:ahLst/>
            <a:rect l="0" t="0" r="r" b="b"/>
            <a:pathLst>
              <a:path w="116" h="116">
                <a:moveTo>
                  <a:pt x="116" y="0"/>
                </a:moveTo>
                <a:lnTo>
                  <a:pt x="0" y="116"/>
                </a:lnTo>
                <a:lnTo>
                  <a:pt x="13" y="116"/>
                </a:lnTo>
                <a:lnTo>
                  <a:pt x="116" y="12"/>
                </a:lnTo>
                <a:lnTo>
                  <a:pt x="116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9" name=""/>
          <p:cNvSpPr/>
          <p:nvPr/>
        </p:nvSpPr>
        <p:spPr>
          <a:xfrm>
            <a:off x="1791720" y="3982320"/>
            <a:ext cx="37080" cy="37440"/>
          </a:xfrm>
          <a:custGeom>
            <a:avLst/>
            <a:gdLst/>
            <a:ahLst/>
            <a:rect l="0" t="0" r="r" b="b"/>
            <a:pathLst>
              <a:path w="103" h="104">
                <a:moveTo>
                  <a:pt x="103" y="0"/>
                </a:moveTo>
                <a:lnTo>
                  <a:pt x="0" y="104"/>
                </a:lnTo>
                <a:lnTo>
                  <a:pt x="13" y="104"/>
                </a:lnTo>
                <a:lnTo>
                  <a:pt x="103" y="14"/>
                </a:lnTo>
                <a:lnTo>
                  <a:pt x="103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50" name=""/>
          <p:cNvSpPr/>
          <p:nvPr/>
        </p:nvSpPr>
        <p:spPr>
          <a:xfrm>
            <a:off x="1796400" y="3987000"/>
            <a:ext cx="32400" cy="32760"/>
          </a:xfrm>
          <a:custGeom>
            <a:avLst/>
            <a:gdLst/>
            <a:ahLst/>
            <a:rect l="0" t="0" r="r" b="b"/>
            <a:pathLst>
              <a:path w="90" h="91">
                <a:moveTo>
                  <a:pt x="90" y="0"/>
                </a:moveTo>
                <a:lnTo>
                  <a:pt x="0" y="91"/>
                </a:lnTo>
                <a:lnTo>
                  <a:pt x="13" y="91"/>
                </a:lnTo>
                <a:lnTo>
                  <a:pt x="90" y="14"/>
                </a:lnTo>
                <a:lnTo>
                  <a:pt x="90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51" name=""/>
          <p:cNvSpPr/>
          <p:nvPr/>
        </p:nvSpPr>
        <p:spPr>
          <a:xfrm>
            <a:off x="1801080" y="399168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7" y="0"/>
                </a:moveTo>
                <a:lnTo>
                  <a:pt x="0" y="78"/>
                </a:lnTo>
                <a:lnTo>
                  <a:pt x="12" y="78"/>
                </a:lnTo>
                <a:lnTo>
                  <a:pt x="77" y="13"/>
                </a:lnTo>
                <a:lnTo>
                  <a:pt x="77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52" name=""/>
          <p:cNvSpPr/>
          <p:nvPr/>
        </p:nvSpPr>
        <p:spPr>
          <a:xfrm>
            <a:off x="1805400" y="3996360"/>
            <a:ext cx="23400" cy="23400"/>
          </a:xfrm>
          <a:custGeom>
            <a:avLst/>
            <a:gdLst/>
            <a:ahLst/>
            <a:rect l="0" t="0" r="r" b="b"/>
            <a:pathLst>
              <a:path w="65" h="65">
                <a:moveTo>
                  <a:pt x="65" y="0"/>
                </a:moveTo>
                <a:lnTo>
                  <a:pt x="0" y="65"/>
                </a:lnTo>
                <a:lnTo>
                  <a:pt x="14" y="65"/>
                </a:lnTo>
                <a:lnTo>
                  <a:pt x="65" y="14"/>
                </a:lnTo>
                <a:lnTo>
                  <a:pt x="65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53" name=""/>
          <p:cNvSpPr/>
          <p:nvPr/>
        </p:nvSpPr>
        <p:spPr>
          <a:xfrm>
            <a:off x="1810080" y="4001040"/>
            <a:ext cx="18720" cy="18720"/>
          </a:xfrm>
          <a:custGeom>
            <a:avLst/>
            <a:gdLst/>
            <a:ahLst/>
            <a:rect l="0" t="0" r="r" b="b"/>
            <a:pathLst>
              <a:path w="52" h="52">
                <a:moveTo>
                  <a:pt x="52" y="0"/>
                </a:moveTo>
                <a:lnTo>
                  <a:pt x="0" y="52"/>
                </a:lnTo>
                <a:lnTo>
                  <a:pt x="13" y="52"/>
                </a:lnTo>
                <a:lnTo>
                  <a:pt x="52" y="12"/>
                </a:lnTo>
                <a:lnTo>
                  <a:pt x="52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54" name=""/>
          <p:cNvSpPr/>
          <p:nvPr/>
        </p:nvSpPr>
        <p:spPr>
          <a:xfrm>
            <a:off x="1814760" y="4005360"/>
            <a:ext cx="14040" cy="14400"/>
          </a:xfrm>
          <a:custGeom>
            <a:avLst/>
            <a:gdLst/>
            <a:ahLst/>
            <a:rect l="0" t="0" r="r" b="b"/>
            <a:pathLst>
              <a:path w="39" h="40">
                <a:moveTo>
                  <a:pt x="39" y="0"/>
                </a:moveTo>
                <a:lnTo>
                  <a:pt x="0" y="40"/>
                </a:lnTo>
                <a:lnTo>
                  <a:pt x="13" y="40"/>
                </a:lnTo>
                <a:lnTo>
                  <a:pt x="39" y="13"/>
                </a:lnTo>
                <a:lnTo>
                  <a:pt x="39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55" name=""/>
          <p:cNvSpPr/>
          <p:nvPr/>
        </p:nvSpPr>
        <p:spPr>
          <a:xfrm>
            <a:off x="1819440" y="4010040"/>
            <a:ext cx="9360" cy="9720"/>
          </a:xfrm>
          <a:custGeom>
            <a:avLst/>
            <a:gdLst/>
            <a:ahLst/>
            <a:rect l="0" t="0" r="r" b="b"/>
            <a:pathLst>
              <a:path w="26" h="27">
                <a:moveTo>
                  <a:pt x="26" y="0"/>
                </a:moveTo>
                <a:lnTo>
                  <a:pt x="0" y="27"/>
                </a:lnTo>
                <a:lnTo>
                  <a:pt x="14" y="27"/>
                </a:lnTo>
                <a:lnTo>
                  <a:pt x="26" y="13"/>
                </a:lnTo>
                <a:lnTo>
                  <a:pt x="26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56" name=""/>
          <p:cNvSpPr/>
          <p:nvPr/>
        </p:nvSpPr>
        <p:spPr>
          <a:xfrm>
            <a:off x="1824120" y="4014720"/>
            <a:ext cx="4680" cy="5040"/>
          </a:xfrm>
          <a:custGeom>
            <a:avLst/>
            <a:gdLst/>
            <a:ahLst/>
            <a:rect l="0" t="0" r="r" b="b"/>
            <a:pathLst>
              <a:path w="13" h="14">
                <a:moveTo>
                  <a:pt x="13" y="0"/>
                </a:moveTo>
                <a:lnTo>
                  <a:pt x="0" y="14"/>
                </a:lnTo>
                <a:lnTo>
                  <a:pt x="13" y="14"/>
                </a:lnTo>
                <a:lnTo>
                  <a:pt x="13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57" name=""/>
          <p:cNvSpPr txBox="1"/>
          <p:nvPr/>
        </p:nvSpPr>
        <p:spPr>
          <a:xfrm>
            <a:off x="6170760" y="3151440"/>
            <a:ext cx="7412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PKR 12,000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8" name=""/>
          <p:cNvSpPr txBox="1"/>
          <p:nvPr/>
        </p:nvSpPr>
        <p:spPr>
          <a:xfrm>
            <a:off x="916200" y="3867840"/>
            <a:ext cx="999000" cy="9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40" spc="-1" strike="noStrike">
                <a:solidFill>
                  <a:srgbClr val="ffffff"/>
                </a:solidFill>
                <a:latin typeface="Inter-Semi"/>
                <a:ea typeface="Inter-Semi"/>
              </a:rPr>
              <a:t>R E C O M M E N D E D</a:t>
            </a:r>
            <a:endParaRPr b="0" lang="en-US" sz="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9" name=""/>
          <p:cNvSpPr txBox="1"/>
          <p:nvPr/>
        </p:nvSpPr>
        <p:spPr>
          <a:xfrm>
            <a:off x="837000" y="4168800"/>
            <a:ext cx="14774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Complete Care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0" name=""/>
          <p:cNvSpPr txBox="1"/>
          <p:nvPr/>
        </p:nvSpPr>
        <p:spPr>
          <a:xfrm>
            <a:off x="837000" y="4497120"/>
            <a:ext cx="143928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00" spc="-1" strike="noStrike">
                <a:solidFill>
                  <a:srgbClr val="6a26d8"/>
                </a:solidFill>
                <a:latin typeface="PlayfairDisplay"/>
                <a:ea typeface="PlayfairDisplay"/>
              </a:rPr>
              <a:t>PKR 20,000</a:t>
            </a:r>
            <a:endParaRPr b="0" lang="en-US" sz="2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1" name=""/>
          <p:cNvSpPr/>
          <p:nvPr/>
        </p:nvSpPr>
        <p:spPr>
          <a:xfrm>
            <a:off x="3871800" y="3624120"/>
            <a:ext cx="3038760" cy="3619800"/>
          </a:xfrm>
          <a:custGeom>
            <a:avLst/>
            <a:gdLst/>
            <a:ahLst/>
            <a:rect l="0" t="0" r="r" b="b"/>
            <a:pathLst>
              <a:path w="8441" h="10055">
                <a:moveTo>
                  <a:pt x="0" y="9828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8" y="4"/>
                </a:cubicBezTo>
                <a:cubicBezTo>
                  <a:pt x="8273" y="7"/>
                  <a:pt x="8287" y="11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29" y="154"/>
                  <a:pt x="8434" y="168"/>
                  <a:pt x="8437" y="182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9828"/>
                </a:lnTo>
                <a:cubicBezTo>
                  <a:pt x="8441" y="9843"/>
                  <a:pt x="8440" y="9858"/>
                  <a:pt x="8437" y="9873"/>
                </a:cubicBezTo>
                <a:cubicBezTo>
                  <a:pt x="8434" y="9887"/>
                  <a:pt x="8429" y="9901"/>
                  <a:pt x="8424" y="9915"/>
                </a:cubicBezTo>
                <a:cubicBezTo>
                  <a:pt x="8418" y="9929"/>
                  <a:pt x="8411" y="9942"/>
                  <a:pt x="8403" y="9954"/>
                </a:cubicBezTo>
                <a:cubicBezTo>
                  <a:pt x="8395" y="9967"/>
                  <a:pt x="8385" y="9978"/>
                  <a:pt x="8375" y="9989"/>
                </a:cubicBezTo>
                <a:cubicBezTo>
                  <a:pt x="8364" y="9999"/>
                  <a:pt x="8353" y="10009"/>
                  <a:pt x="8340" y="10017"/>
                </a:cubicBezTo>
                <a:cubicBezTo>
                  <a:pt x="8328" y="10025"/>
                  <a:pt x="8315" y="10032"/>
                  <a:pt x="8301" y="10038"/>
                </a:cubicBezTo>
                <a:cubicBezTo>
                  <a:pt x="8287" y="10043"/>
                  <a:pt x="8273" y="10048"/>
                  <a:pt x="8258" y="10051"/>
                </a:cubicBezTo>
                <a:cubicBezTo>
                  <a:pt x="8244" y="10054"/>
                  <a:pt x="8229" y="10055"/>
                  <a:pt x="8214" y="10055"/>
                </a:cubicBezTo>
                <a:lnTo>
                  <a:pt x="227" y="10055"/>
                </a:lnTo>
                <a:cubicBezTo>
                  <a:pt x="212" y="10055"/>
                  <a:pt x="197" y="10054"/>
                  <a:pt x="182" y="10051"/>
                </a:cubicBezTo>
                <a:cubicBezTo>
                  <a:pt x="168" y="10048"/>
                  <a:pt x="154" y="10043"/>
                  <a:pt x="140" y="10038"/>
                </a:cubicBezTo>
                <a:cubicBezTo>
                  <a:pt x="126" y="10032"/>
                  <a:pt x="113" y="10025"/>
                  <a:pt x="101" y="10017"/>
                </a:cubicBezTo>
                <a:cubicBezTo>
                  <a:pt x="88" y="10009"/>
                  <a:pt x="77" y="9999"/>
                  <a:pt x="66" y="9989"/>
                </a:cubicBezTo>
                <a:cubicBezTo>
                  <a:pt x="56" y="9978"/>
                  <a:pt x="46" y="9967"/>
                  <a:pt x="38" y="9954"/>
                </a:cubicBezTo>
                <a:cubicBezTo>
                  <a:pt x="30" y="9942"/>
                  <a:pt x="23" y="9929"/>
                  <a:pt x="17" y="9915"/>
                </a:cubicBezTo>
                <a:cubicBezTo>
                  <a:pt x="11" y="9901"/>
                  <a:pt x="7" y="9887"/>
                  <a:pt x="4" y="9873"/>
                </a:cubicBezTo>
                <a:cubicBezTo>
                  <a:pt x="1" y="9858"/>
                  <a:pt x="0" y="9843"/>
                  <a:pt x="0" y="982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2" name=""/>
          <p:cNvSpPr/>
          <p:nvPr/>
        </p:nvSpPr>
        <p:spPr>
          <a:xfrm>
            <a:off x="3871800" y="3624120"/>
            <a:ext cx="3038760" cy="3619800"/>
          </a:xfrm>
          <a:custGeom>
            <a:avLst/>
            <a:gdLst/>
            <a:ahLst/>
            <a:rect l="0" t="0" r="r" b="b"/>
            <a:pathLst>
              <a:path w="8441" h="10055">
                <a:moveTo>
                  <a:pt x="0" y="9828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8" y="4"/>
                </a:cubicBezTo>
                <a:cubicBezTo>
                  <a:pt x="8273" y="7"/>
                  <a:pt x="8287" y="11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29" y="154"/>
                  <a:pt x="8434" y="168"/>
                  <a:pt x="8437" y="182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9828"/>
                </a:lnTo>
                <a:cubicBezTo>
                  <a:pt x="8441" y="9843"/>
                  <a:pt x="8440" y="9858"/>
                  <a:pt x="8437" y="9873"/>
                </a:cubicBezTo>
                <a:cubicBezTo>
                  <a:pt x="8434" y="9887"/>
                  <a:pt x="8429" y="9901"/>
                  <a:pt x="8424" y="9915"/>
                </a:cubicBezTo>
                <a:cubicBezTo>
                  <a:pt x="8418" y="9929"/>
                  <a:pt x="8411" y="9942"/>
                  <a:pt x="8403" y="9954"/>
                </a:cubicBezTo>
                <a:cubicBezTo>
                  <a:pt x="8395" y="9967"/>
                  <a:pt x="8385" y="9978"/>
                  <a:pt x="8375" y="9989"/>
                </a:cubicBezTo>
                <a:cubicBezTo>
                  <a:pt x="8364" y="9999"/>
                  <a:pt x="8353" y="10009"/>
                  <a:pt x="8340" y="10017"/>
                </a:cubicBezTo>
                <a:cubicBezTo>
                  <a:pt x="8328" y="10025"/>
                  <a:pt x="8315" y="10032"/>
                  <a:pt x="8301" y="10038"/>
                </a:cubicBezTo>
                <a:cubicBezTo>
                  <a:pt x="8287" y="10043"/>
                  <a:pt x="8273" y="10048"/>
                  <a:pt x="8258" y="10051"/>
                </a:cubicBezTo>
                <a:cubicBezTo>
                  <a:pt x="8244" y="10054"/>
                  <a:pt x="8229" y="10055"/>
                  <a:pt x="8214" y="10055"/>
                </a:cubicBezTo>
                <a:lnTo>
                  <a:pt x="227" y="10055"/>
                </a:lnTo>
                <a:cubicBezTo>
                  <a:pt x="212" y="10055"/>
                  <a:pt x="197" y="10054"/>
                  <a:pt x="182" y="10051"/>
                </a:cubicBezTo>
                <a:cubicBezTo>
                  <a:pt x="168" y="10048"/>
                  <a:pt x="154" y="10043"/>
                  <a:pt x="140" y="10038"/>
                </a:cubicBezTo>
                <a:cubicBezTo>
                  <a:pt x="126" y="10032"/>
                  <a:pt x="113" y="10025"/>
                  <a:pt x="101" y="10017"/>
                </a:cubicBezTo>
                <a:cubicBezTo>
                  <a:pt x="88" y="10009"/>
                  <a:pt x="77" y="9999"/>
                  <a:pt x="66" y="9989"/>
                </a:cubicBezTo>
                <a:cubicBezTo>
                  <a:pt x="56" y="9978"/>
                  <a:pt x="46" y="9967"/>
                  <a:pt x="38" y="9954"/>
                </a:cubicBezTo>
                <a:cubicBezTo>
                  <a:pt x="30" y="9942"/>
                  <a:pt x="23" y="9929"/>
                  <a:pt x="17" y="9915"/>
                </a:cubicBezTo>
                <a:cubicBezTo>
                  <a:pt x="11" y="9901"/>
                  <a:pt x="7" y="9887"/>
                  <a:pt x="4" y="9873"/>
                </a:cubicBezTo>
                <a:cubicBezTo>
                  <a:pt x="1" y="9858"/>
                  <a:pt x="0" y="9843"/>
                  <a:pt x="0" y="9828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3" name=""/>
          <p:cNvSpPr txBox="1"/>
          <p:nvPr/>
        </p:nvSpPr>
        <p:spPr>
          <a:xfrm>
            <a:off x="837000" y="4892760"/>
            <a:ext cx="17654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Total with development: PKR 35,000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4" name=""/>
          <p:cNvSpPr txBox="1"/>
          <p:nvPr/>
        </p:nvSpPr>
        <p:spPr>
          <a:xfrm>
            <a:off x="4060800" y="3861000"/>
            <a:ext cx="6955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O P T I O N   B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5" name=""/>
          <p:cNvSpPr txBox="1"/>
          <p:nvPr/>
        </p:nvSpPr>
        <p:spPr>
          <a:xfrm>
            <a:off x="4060800" y="4159440"/>
            <a:ext cx="17989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Launch Essentials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6" name=""/>
          <p:cNvSpPr txBox="1"/>
          <p:nvPr/>
        </p:nvSpPr>
        <p:spPr>
          <a:xfrm>
            <a:off x="4060800" y="4487760"/>
            <a:ext cx="13723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000" spc="-1" strike="noStrike">
                <a:solidFill>
                  <a:srgbClr val="6a26d8"/>
                </a:solidFill>
                <a:latin typeface="PlayfairDisplay"/>
                <a:ea typeface="PlayfairDisplay"/>
              </a:rPr>
              <a:t>PKR 12,000</a:t>
            </a:r>
            <a:endParaRPr b="0" lang="en-US" sz="2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7" name=""/>
          <p:cNvSpPr txBox="1"/>
          <p:nvPr/>
        </p:nvSpPr>
        <p:spPr>
          <a:xfrm>
            <a:off x="4060800" y="4873680"/>
            <a:ext cx="17611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Total with development: PKR 27,000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8" name=""/>
          <p:cNvSpPr txBox="1"/>
          <p:nvPr/>
        </p:nvSpPr>
        <p:spPr>
          <a:xfrm>
            <a:off x="846720" y="7554600"/>
            <a:ext cx="254268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0e0e14"/>
                </a:solidFill>
                <a:latin typeface="Inter-Semi"/>
                <a:ea typeface="Inter-Semi"/>
              </a:rPr>
              <a:t>Paid directly by you, to the provider: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9" name=""/>
          <p:cNvSpPr txBox="1"/>
          <p:nvPr/>
        </p:nvSpPr>
        <p:spPr>
          <a:xfrm>
            <a:off x="2970000" y="7549560"/>
            <a:ext cx="9669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Domain 1 year 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0" name=""/>
          <p:cNvSpPr txBox="1"/>
          <p:nvPr/>
        </p:nvSpPr>
        <p:spPr>
          <a:xfrm>
            <a:off x="3936240" y="7554600"/>
            <a:ext cx="141804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0e0e14"/>
                </a:solidFill>
                <a:latin typeface="Inter-Semi"/>
                <a:ea typeface="Inter-Semi"/>
              </a:rPr>
              <a:t>approx. ~ PKR 3,000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1" name=""/>
          <p:cNvSpPr txBox="1"/>
          <p:nvPr/>
        </p:nvSpPr>
        <p:spPr>
          <a:xfrm>
            <a:off x="5151240" y="7549560"/>
            <a:ext cx="1042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· Hosting 1 year 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2" name=""/>
          <p:cNvSpPr txBox="1"/>
          <p:nvPr/>
        </p:nvSpPr>
        <p:spPr>
          <a:xfrm>
            <a:off x="6193080" y="7554600"/>
            <a:ext cx="52488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0e0e14"/>
                </a:solidFill>
                <a:latin typeface="Inter-Semi"/>
                <a:ea typeface="Inter-Semi"/>
              </a:rPr>
              <a:t>approx.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3" name=""/>
          <p:cNvSpPr txBox="1"/>
          <p:nvPr/>
        </p:nvSpPr>
        <p:spPr>
          <a:xfrm>
            <a:off x="846720" y="7754400"/>
            <a:ext cx="85104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0e0e14"/>
                </a:solidFill>
                <a:latin typeface="Inter-Semi"/>
                <a:ea typeface="Inter-Semi"/>
              </a:rPr>
              <a:t>~ PKR 7,000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4" name=""/>
          <p:cNvSpPr txBox="1"/>
          <p:nvPr/>
        </p:nvSpPr>
        <p:spPr>
          <a:xfrm>
            <a:off x="1565640" y="7749360"/>
            <a:ext cx="121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. 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5" name=""/>
          <p:cNvSpPr txBox="1"/>
          <p:nvPr/>
        </p:nvSpPr>
        <p:spPr>
          <a:xfrm>
            <a:off x="1635120" y="7769160"/>
            <a:ext cx="2137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We'll confirm current prices before you buy.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6" name=""/>
          <p:cNvSpPr txBox="1"/>
          <p:nvPr/>
        </p:nvSpPr>
        <p:spPr>
          <a:xfrm>
            <a:off x="647640" y="8315280"/>
            <a:ext cx="106920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50" spc="-1" strike="noStrike">
                <a:solidFill>
                  <a:srgbClr val="0e0e14"/>
                </a:solidFill>
                <a:latin typeface="Inter-Semi"/>
                <a:ea typeface="Inter-Semi"/>
              </a:rPr>
              <a:t>Paying is easy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7" name=""/>
          <p:cNvSpPr txBox="1"/>
          <p:nvPr/>
        </p:nvSpPr>
        <p:spPr>
          <a:xfrm>
            <a:off x="647640" y="8573400"/>
            <a:ext cx="98964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0e0e14"/>
                </a:solidFill>
                <a:latin typeface="Inter-Semi"/>
                <a:ea typeface="Inter-Semi"/>
              </a:rPr>
              <a:t>Two instalments: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8" name=""/>
          <p:cNvSpPr txBox="1"/>
          <p:nvPr/>
        </p:nvSpPr>
        <p:spPr>
          <a:xfrm>
            <a:off x="1481760" y="8569440"/>
            <a:ext cx="535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development fee + half of the launch fee on signing, and the remaining half on the day your site goes live. You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9" name=""/>
          <p:cNvSpPr txBox="1"/>
          <p:nvPr/>
        </p:nvSpPr>
        <p:spPr>
          <a:xfrm>
            <a:off x="647640" y="8731440"/>
            <a:ext cx="40712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can pay by bank transfer, Easypaisa or JazzCash, and we send a receipt every time.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0" name=""/>
          <p:cNvSpPr txBox="1"/>
          <p:nvPr/>
        </p:nvSpPr>
        <p:spPr>
          <a:xfrm>
            <a:off x="1035000" y="5207040"/>
            <a:ext cx="10051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Domain &amp; DNS setup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1" name=""/>
          <p:cNvSpPr txBox="1"/>
          <p:nvPr/>
        </p:nvSpPr>
        <p:spPr>
          <a:xfrm>
            <a:off x="837000" y="520092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2" name=""/>
          <p:cNvSpPr txBox="1"/>
          <p:nvPr/>
        </p:nvSpPr>
        <p:spPr>
          <a:xfrm>
            <a:off x="1035000" y="5464080"/>
            <a:ext cx="1651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Hosting setup and website go-live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3" name=""/>
          <p:cNvSpPr txBox="1"/>
          <p:nvPr/>
        </p:nvSpPr>
        <p:spPr>
          <a:xfrm>
            <a:off x="837000" y="545796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4" name=""/>
          <p:cNvSpPr txBox="1"/>
          <p:nvPr/>
        </p:nvSpPr>
        <p:spPr>
          <a:xfrm>
            <a:off x="1035000" y="5721480"/>
            <a:ext cx="1552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SSL HTTPS) and security setup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5" name=""/>
          <p:cNvSpPr txBox="1"/>
          <p:nvPr/>
        </p:nvSpPr>
        <p:spPr>
          <a:xfrm>
            <a:off x="837000" y="571536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6" name=""/>
          <p:cNvSpPr txBox="1"/>
          <p:nvPr/>
        </p:nvSpPr>
        <p:spPr>
          <a:xfrm>
            <a:off x="1035000" y="5969160"/>
            <a:ext cx="1905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Professional email (e.g. info@gfxt.com)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7" name=""/>
          <p:cNvSpPr txBox="1"/>
          <p:nvPr/>
        </p:nvSpPr>
        <p:spPr>
          <a:xfrm>
            <a:off x="837000" y="597240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8" name=""/>
          <p:cNvSpPr txBox="1"/>
          <p:nvPr/>
        </p:nvSpPr>
        <p:spPr>
          <a:xfrm>
            <a:off x="1035000" y="6226200"/>
            <a:ext cx="18540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Email set up on your phone and laptop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9" name=""/>
          <p:cNvSpPr txBox="1"/>
          <p:nvPr/>
        </p:nvSpPr>
        <p:spPr>
          <a:xfrm>
            <a:off x="837000" y="622944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0" name=""/>
          <p:cNvSpPr txBox="1"/>
          <p:nvPr/>
        </p:nvSpPr>
        <p:spPr>
          <a:xfrm>
            <a:off x="1035000" y="6483240"/>
            <a:ext cx="23508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Support &amp; maintenance until 30 September 2027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1" name=""/>
          <p:cNvSpPr txBox="1"/>
          <p:nvPr/>
        </p:nvSpPr>
        <p:spPr>
          <a:xfrm>
            <a:off x="837000" y="647712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2" name=""/>
          <p:cNvSpPr txBox="1"/>
          <p:nvPr/>
        </p:nvSpPr>
        <p:spPr>
          <a:xfrm>
            <a:off x="1035000" y="6740640"/>
            <a:ext cx="23338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Free minor UI/content changes for 30 days after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3" name=""/>
          <p:cNvSpPr txBox="1"/>
          <p:nvPr/>
        </p:nvSpPr>
        <p:spPr>
          <a:xfrm>
            <a:off x="1035000" y="6902640"/>
            <a:ext cx="3207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launch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4" name=""/>
          <p:cNvSpPr txBox="1"/>
          <p:nvPr/>
        </p:nvSpPr>
        <p:spPr>
          <a:xfrm>
            <a:off x="837000" y="673452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5" name=""/>
          <p:cNvSpPr txBox="1"/>
          <p:nvPr/>
        </p:nvSpPr>
        <p:spPr>
          <a:xfrm>
            <a:off x="4258800" y="5197680"/>
            <a:ext cx="10051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Domain &amp; DNS setup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6" name=""/>
          <p:cNvSpPr txBox="1"/>
          <p:nvPr/>
        </p:nvSpPr>
        <p:spPr>
          <a:xfrm>
            <a:off x="4060800" y="519120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7" name=""/>
          <p:cNvSpPr txBox="1"/>
          <p:nvPr/>
        </p:nvSpPr>
        <p:spPr>
          <a:xfrm>
            <a:off x="4258800" y="5454720"/>
            <a:ext cx="1651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Hosting setup and website go-live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8" name=""/>
          <p:cNvSpPr txBox="1"/>
          <p:nvPr/>
        </p:nvSpPr>
        <p:spPr>
          <a:xfrm>
            <a:off x="4060800" y="544860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9" name=""/>
          <p:cNvSpPr txBox="1"/>
          <p:nvPr/>
        </p:nvSpPr>
        <p:spPr>
          <a:xfrm>
            <a:off x="4258800" y="5702400"/>
            <a:ext cx="1552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SSL HTTPS) and security setup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0" name=""/>
          <p:cNvSpPr txBox="1"/>
          <p:nvPr/>
        </p:nvSpPr>
        <p:spPr>
          <a:xfrm>
            <a:off x="4060800" y="570564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1" name=""/>
          <p:cNvSpPr txBox="1"/>
          <p:nvPr/>
        </p:nvSpPr>
        <p:spPr>
          <a:xfrm>
            <a:off x="4258800" y="5959440"/>
            <a:ext cx="16329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Bug fixes for 14 days after go-live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2" name=""/>
          <p:cNvSpPr txBox="1"/>
          <p:nvPr/>
        </p:nvSpPr>
        <p:spPr>
          <a:xfrm>
            <a:off x="4060800" y="596268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3" name=""/>
          <p:cNvSpPr txBox="1"/>
          <p:nvPr/>
        </p:nvSpPr>
        <p:spPr>
          <a:xfrm>
            <a:off x="4258800" y="6216840"/>
            <a:ext cx="18219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No email setup or yearly maintenance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4" name=""/>
          <p:cNvSpPr txBox="1"/>
          <p:nvPr/>
        </p:nvSpPr>
        <p:spPr>
          <a:xfrm>
            <a:off x="4060800" y="621036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5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6" name=""/>
          <p:cNvSpPr txBox="1"/>
          <p:nvPr/>
        </p:nvSpPr>
        <p:spPr>
          <a:xfrm>
            <a:off x="647640" y="647280"/>
            <a:ext cx="107352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WELCOME PACK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7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8" name=""/>
          <p:cNvSpPr txBox="1"/>
          <p:nvPr/>
        </p:nvSpPr>
        <p:spPr>
          <a:xfrm>
            <a:off x="6352560" y="10286640"/>
            <a:ext cx="4824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6 of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9" name=""/>
          <p:cNvSpPr/>
          <p:nvPr/>
        </p:nvSpPr>
        <p:spPr>
          <a:xfrm>
            <a:off x="647640" y="143820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10" name=""/>
          <p:cNvSpPr/>
          <p:nvPr/>
        </p:nvSpPr>
        <p:spPr>
          <a:xfrm>
            <a:off x="647640" y="1438200"/>
            <a:ext cx="8280" cy="8280"/>
          </a:xfrm>
          <a:custGeom>
            <a:avLst/>
            <a:gdLst/>
            <a:ahLst/>
            <a:rect l="0" t="0" r="r" b="b"/>
            <a:pathLst>
              <a:path w="23" h="23">
                <a:moveTo>
                  <a:pt x="11" y="0"/>
                </a:moveTo>
                <a:lnTo>
                  <a:pt x="0" y="11"/>
                </a:lnTo>
                <a:lnTo>
                  <a:pt x="0" y="23"/>
                </a:lnTo>
                <a:lnTo>
                  <a:pt x="23" y="0"/>
                </a:lnTo>
                <a:lnTo>
                  <a:pt x="11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11" name=""/>
          <p:cNvSpPr/>
          <p:nvPr/>
        </p:nvSpPr>
        <p:spPr>
          <a:xfrm>
            <a:off x="647640" y="143820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3" y="0"/>
                </a:moveTo>
                <a:lnTo>
                  <a:pt x="0" y="22"/>
                </a:lnTo>
                <a:lnTo>
                  <a:pt x="0" y="35"/>
                </a:lnTo>
                <a:lnTo>
                  <a:pt x="35" y="0"/>
                </a:lnTo>
                <a:lnTo>
                  <a:pt x="23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12" name=""/>
          <p:cNvSpPr/>
          <p:nvPr/>
        </p:nvSpPr>
        <p:spPr>
          <a:xfrm>
            <a:off x="647640" y="1438200"/>
            <a:ext cx="16560" cy="16560"/>
          </a:xfrm>
          <a:custGeom>
            <a:avLst/>
            <a:gdLst/>
            <a:ahLst/>
            <a:rect l="0" t="0" r="r" b="b"/>
            <a:pathLst>
              <a:path w="46" h="46">
                <a:moveTo>
                  <a:pt x="35" y="0"/>
                </a:moveTo>
                <a:lnTo>
                  <a:pt x="0" y="35"/>
                </a:lnTo>
                <a:lnTo>
                  <a:pt x="0" y="46"/>
                </a:lnTo>
                <a:lnTo>
                  <a:pt x="46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13" name=""/>
          <p:cNvSpPr/>
          <p:nvPr/>
        </p:nvSpPr>
        <p:spPr>
          <a:xfrm>
            <a:off x="647640" y="143820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5" y="0"/>
                </a:moveTo>
                <a:lnTo>
                  <a:pt x="0" y="46"/>
                </a:lnTo>
                <a:lnTo>
                  <a:pt x="0" y="54"/>
                </a:lnTo>
                <a:lnTo>
                  <a:pt x="54" y="0"/>
                </a:lnTo>
                <a:lnTo>
                  <a:pt x="45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14" name=""/>
          <p:cNvSpPr/>
          <p:nvPr/>
        </p:nvSpPr>
        <p:spPr>
          <a:xfrm>
            <a:off x="6476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4" y="54"/>
                </a:lnTo>
                <a:lnTo>
                  <a:pt x="5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15" name=""/>
          <p:cNvSpPr/>
          <p:nvPr/>
        </p:nvSpPr>
        <p:spPr>
          <a:xfrm>
            <a:off x="64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16" name=""/>
          <p:cNvSpPr/>
          <p:nvPr/>
        </p:nvSpPr>
        <p:spPr>
          <a:xfrm>
            <a:off x="65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17" name=""/>
          <p:cNvSpPr/>
          <p:nvPr/>
        </p:nvSpPr>
        <p:spPr>
          <a:xfrm>
            <a:off x="65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18" name=""/>
          <p:cNvSpPr/>
          <p:nvPr/>
        </p:nvSpPr>
        <p:spPr>
          <a:xfrm>
            <a:off x="66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19" name=""/>
          <p:cNvSpPr/>
          <p:nvPr/>
        </p:nvSpPr>
        <p:spPr>
          <a:xfrm>
            <a:off x="66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20" name=""/>
          <p:cNvSpPr/>
          <p:nvPr/>
        </p:nvSpPr>
        <p:spPr>
          <a:xfrm>
            <a:off x="669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21" name=""/>
          <p:cNvSpPr/>
          <p:nvPr/>
        </p:nvSpPr>
        <p:spPr>
          <a:xfrm>
            <a:off x="67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22" name=""/>
          <p:cNvSpPr/>
          <p:nvPr/>
        </p:nvSpPr>
        <p:spPr>
          <a:xfrm>
            <a:off x="6775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23" name=""/>
          <p:cNvSpPr/>
          <p:nvPr/>
        </p:nvSpPr>
        <p:spPr>
          <a:xfrm>
            <a:off x="68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24" name=""/>
          <p:cNvSpPr/>
          <p:nvPr/>
        </p:nvSpPr>
        <p:spPr>
          <a:xfrm>
            <a:off x="68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25" name=""/>
          <p:cNvSpPr/>
          <p:nvPr/>
        </p:nvSpPr>
        <p:spPr>
          <a:xfrm>
            <a:off x="68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26" name=""/>
          <p:cNvSpPr/>
          <p:nvPr/>
        </p:nvSpPr>
        <p:spPr>
          <a:xfrm>
            <a:off x="69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27" name=""/>
          <p:cNvSpPr/>
          <p:nvPr/>
        </p:nvSpPr>
        <p:spPr>
          <a:xfrm>
            <a:off x="69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28" name=""/>
          <p:cNvSpPr/>
          <p:nvPr/>
        </p:nvSpPr>
        <p:spPr>
          <a:xfrm>
            <a:off x="702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29" name=""/>
          <p:cNvSpPr/>
          <p:nvPr/>
        </p:nvSpPr>
        <p:spPr>
          <a:xfrm>
            <a:off x="70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30" name=""/>
          <p:cNvSpPr/>
          <p:nvPr/>
        </p:nvSpPr>
        <p:spPr>
          <a:xfrm>
            <a:off x="710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31" name=""/>
          <p:cNvSpPr/>
          <p:nvPr/>
        </p:nvSpPr>
        <p:spPr>
          <a:xfrm>
            <a:off x="714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32" name=""/>
          <p:cNvSpPr/>
          <p:nvPr/>
        </p:nvSpPr>
        <p:spPr>
          <a:xfrm>
            <a:off x="71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33" name=""/>
          <p:cNvSpPr/>
          <p:nvPr/>
        </p:nvSpPr>
        <p:spPr>
          <a:xfrm>
            <a:off x="72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34" name=""/>
          <p:cNvSpPr/>
          <p:nvPr/>
        </p:nvSpPr>
        <p:spPr>
          <a:xfrm>
            <a:off x="72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35" name=""/>
          <p:cNvSpPr/>
          <p:nvPr/>
        </p:nvSpPr>
        <p:spPr>
          <a:xfrm>
            <a:off x="73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36" name=""/>
          <p:cNvSpPr/>
          <p:nvPr/>
        </p:nvSpPr>
        <p:spPr>
          <a:xfrm>
            <a:off x="73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37" name=""/>
          <p:cNvSpPr/>
          <p:nvPr/>
        </p:nvSpPr>
        <p:spPr>
          <a:xfrm>
            <a:off x="73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38" name=""/>
          <p:cNvSpPr/>
          <p:nvPr/>
        </p:nvSpPr>
        <p:spPr>
          <a:xfrm>
            <a:off x="74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39" name=""/>
          <p:cNvSpPr/>
          <p:nvPr/>
        </p:nvSpPr>
        <p:spPr>
          <a:xfrm>
            <a:off x="74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40" name=""/>
          <p:cNvSpPr/>
          <p:nvPr/>
        </p:nvSpPr>
        <p:spPr>
          <a:xfrm>
            <a:off x="75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41" name=""/>
          <p:cNvSpPr/>
          <p:nvPr/>
        </p:nvSpPr>
        <p:spPr>
          <a:xfrm>
            <a:off x="75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42" name=""/>
          <p:cNvSpPr/>
          <p:nvPr/>
        </p:nvSpPr>
        <p:spPr>
          <a:xfrm>
            <a:off x="75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43" name=""/>
          <p:cNvSpPr/>
          <p:nvPr/>
        </p:nvSpPr>
        <p:spPr>
          <a:xfrm>
            <a:off x="76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44" name=""/>
          <p:cNvSpPr/>
          <p:nvPr/>
        </p:nvSpPr>
        <p:spPr>
          <a:xfrm>
            <a:off x="767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45" name=""/>
          <p:cNvSpPr/>
          <p:nvPr/>
        </p:nvSpPr>
        <p:spPr>
          <a:xfrm>
            <a:off x="77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46" name=""/>
          <p:cNvSpPr/>
          <p:nvPr/>
        </p:nvSpPr>
        <p:spPr>
          <a:xfrm>
            <a:off x="77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47" name=""/>
          <p:cNvSpPr/>
          <p:nvPr/>
        </p:nvSpPr>
        <p:spPr>
          <a:xfrm>
            <a:off x="77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48" name=""/>
          <p:cNvSpPr/>
          <p:nvPr/>
        </p:nvSpPr>
        <p:spPr>
          <a:xfrm>
            <a:off x="78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49" name=""/>
          <p:cNvSpPr/>
          <p:nvPr/>
        </p:nvSpPr>
        <p:spPr>
          <a:xfrm>
            <a:off x="78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50" name=""/>
          <p:cNvSpPr/>
          <p:nvPr/>
        </p:nvSpPr>
        <p:spPr>
          <a:xfrm>
            <a:off x="792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51" name=""/>
          <p:cNvSpPr/>
          <p:nvPr/>
        </p:nvSpPr>
        <p:spPr>
          <a:xfrm>
            <a:off x="79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52" name=""/>
          <p:cNvSpPr/>
          <p:nvPr/>
        </p:nvSpPr>
        <p:spPr>
          <a:xfrm>
            <a:off x="800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53" name=""/>
          <p:cNvSpPr/>
          <p:nvPr/>
        </p:nvSpPr>
        <p:spPr>
          <a:xfrm>
            <a:off x="804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54" name=""/>
          <p:cNvSpPr/>
          <p:nvPr/>
        </p:nvSpPr>
        <p:spPr>
          <a:xfrm>
            <a:off x="80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55" name=""/>
          <p:cNvSpPr/>
          <p:nvPr/>
        </p:nvSpPr>
        <p:spPr>
          <a:xfrm>
            <a:off x="81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56" name=""/>
          <p:cNvSpPr/>
          <p:nvPr/>
        </p:nvSpPr>
        <p:spPr>
          <a:xfrm>
            <a:off x="81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57" name=""/>
          <p:cNvSpPr/>
          <p:nvPr/>
        </p:nvSpPr>
        <p:spPr>
          <a:xfrm>
            <a:off x="82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58" name=""/>
          <p:cNvSpPr/>
          <p:nvPr/>
        </p:nvSpPr>
        <p:spPr>
          <a:xfrm>
            <a:off x="82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59" name=""/>
          <p:cNvSpPr/>
          <p:nvPr/>
        </p:nvSpPr>
        <p:spPr>
          <a:xfrm>
            <a:off x="82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60" name=""/>
          <p:cNvSpPr/>
          <p:nvPr/>
        </p:nvSpPr>
        <p:spPr>
          <a:xfrm>
            <a:off x="83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61" name=""/>
          <p:cNvSpPr/>
          <p:nvPr/>
        </p:nvSpPr>
        <p:spPr>
          <a:xfrm>
            <a:off x="837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62" name=""/>
          <p:cNvSpPr/>
          <p:nvPr/>
        </p:nvSpPr>
        <p:spPr>
          <a:xfrm>
            <a:off x="84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63" name=""/>
          <p:cNvSpPr/>
          <p:nvPr/>
        </p:nvSpPr>
        <p:spPr>
          <a:xfrm>
            <a:off x="845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64" name=""/>
          <p:cNvSpPr/>
          <p:nvPr/>
        </p:nvSpPr>
        <p:spPr>
          <a:xfrm>
            <a:off x="84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65" name=""/>
          <p:cNvSpPr/>
          <p:nvPr/>
        </p:nvSpPr>
        <p:spPr>
          <a:xfrm>
            <a:off x="85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66" name=""/>
          <p:cNvSpPr/>
          <p:nvPr/>
        </p:nvSpPr>
        <p:spPr>
          <a:xfrm>
            <a:off x="857520" y="143820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67" name=""/>
          <p:cNvSpPr/>
          <p:nvPr/>
        </p:nvSpPr>
        <p:spPr>
          <a:xfrm>
            <a:off x="86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68" name=""/>
          <p:cNvSpPr/>
          <p:nvPr/>
        </p:nvSpPr>
        <p:spPr>
          <a:xfrm>
            <a:off x="867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69" name=""/>
          <p:cNvSpPr/>
          <p:nvPr/>
        </p:nvSpPr>
        <p:spPr>
          <a:xfrm>
            <a:off x="87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70" name=""/>
          <p:cNvSpPr/>
          <p:nvPr/>
        </p:nvSpPr>
        <p:spPr>
          <a:xfrm>
            <a:off x="87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71" name=""/>
          <p:cNvSpPr/>
          <p:nvPr/>
        </p:nvSpPr>
        <p:spPr>
          <a:xfrm>
            <a:off x="8740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72" name=""/>
          <p:cNvSpPr/>
          <p:nvPr/>
        </p:nvSpPr>
        <p:spPr>
          <a:xfrm>
            <a:off x="87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73" name=""/>
          <p:cNvSpPr/>
          <p:nvPr/>
        </p:nvSpPr>
        <p:spPr>
          <a:xfrm>
            <a:off x="87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74" name=""/>
          <p:cNvSpPr/>
          <p:nvPr/>
        </p:nvSpPr>
        <p:spPr>
          <a:xfrm>
            <a:off x="88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75" name=""/>
          <p:cNvSpPr/>
          <p:nvPr/>
        </p:nvSpPr>
        <p:spPr>
          <a:xfrm>
            <a:off x="88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76" name=""/>
          <p:cNvSpPr/>
          <p:nvPr/>
        </p:nvSpPr>
        <p:spPr>
          <a:xfrm>
            <a:off x="88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77" name=""/>
          <p:cNvSpPr/>
          <p:nvPr/>
        </p:nvSpPr>
        <p:spPr>
          <a:xfrm>
            <a:off x="88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78" name=""/>
          <p:cNvSpPr/>
          <p:nvPr/>
        </p:nvSpPr>
        <p:spPr>
          <a:xfrm>
            <a:off x="88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79" name=""/>
          <p:cNvSpPr/>
          <p:nvPr/>
        </p:nvSpPr>
        <p:spPr>
          <a:xfrm>
            <a:off x="89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0" name=""/>
          <p:cNvSpPr/>
          <p:nvPr/>
        </p:nvSpPr>
        <p:spPr>
          <a:xfrm>
            <a:off x="89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1" name=""/>
          <p:cNvSpPr/>
          <p:nvPr/>
        </p:nvSpPr>
        <p:spPr>
          <a:xfrm>
            <a:off x="89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2" name=""/>
          <p:cNvSpPr/>
          <p:nvPr/>
        </p:nvSpPr>
        <p:spPr>
          <a:xfrm>
            <a:off x="896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3" name=""/>
          <p:cNvSpPr/>
          <p:nvPr/>
        </p:nvSpPr>
        <p:spPr>
          <a:xfrm>
            <a:off x="89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4" name=""/>
          <p:cNvSpPr/>
          <p:nvPr/>
        </p:nvSpPr>
        <p:spPr>
          <a:xfrm>
            <a:off x="90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5" name=""/>
          <p:cNvSpPr/>
          <p:nvPr/>
        </p:nvSpPr>
        <p:spPr>
          <a:xfrm>
            <a:off x="9025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6" name=""/>
          <p:cNvSpPr/>
          <p:nvPr/>
        </p:nvSpPr>
        <p:spPr>
          <a:xfrm>
            <a:off x="90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7" name=""/>
          <p:cNvSpPr/>
          <p:nvPr/>
        </p:nvSpPr>
        <p:spPr>
          <a:xfrm>
            <a:off x="906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8" name=""/>
          <p:cNvSpPr/>
          <p:nvPr/>
        </p:nvSpPr>
        <p:spPr>
          <a:xfrm>
            <a:off x="90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9" name=""/>
          <p:cNvSpPr/>
          <p:nvPr/>
        </p:nvSpPr>
        <p:spPr>
          <a:xfrm>
            <a:off x="91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0" name=""/>
          <p:cNvSpPr/>
          <p:nvPr/>
        </p:nvSpPr>
        <p:spPr>
          <a:xfrm>
            <a:off x="912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1" name=""/>
          <p:cNvSpPr/>
          <p:nvPr/>
        </p:nvSpPr>
        <p:spPr>
          <a:xfrm>
            <a:off x="91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2" name=""/>
          <p:cNvSpPr/>
          <p:nvPr/>
        </p:nvSpPr>
        <p:spPr>
          <a:xfrm>
            <a:off x="91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3" name=""/>
          <p:cNvSpPr/>
          <p:nvPr/>
        </p:nvSpPr>
        <p:spPr>
          <a:xfrm>
            <a:off x="91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4" name=""/>
          <p:cNvSpPr/>
          <p:nvPr/>
        </p:nvSpPr>
        <p:spPr>
          <a:xfrm>
            <a:off x="92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5" name=""/>
          <p:cNvSpPr/>
          <p:nvPr/>
        </p:nvSpPr>
        <p:spPr>
          <a:xfrm>
            <a:off x="92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6" name=""/>
          <p:cNvSpPr/>
          <p:nvPr/>
        </p:nvSpPr>
        <p:spPr>
          <a:xfrm>
            <a:off x="92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7" name=""/>
          <p:cNvSpPr/>
          <p:nvPr/>
        </p:nvSpPr>
        <p:spPr>
          <a:xfrm>
            <a:off x="92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8" name=""/>
          <p:cNvSpPr/>
          <p:nvPr/>
        </p:nvSpPr>
        <p:spPr>
          <a:xfrm>
            <a:off x="92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9" name=""/>
          <p:cNvSpPr/>
          <p:nvPr/>
        </p:nvSpPr>
        <p:spPr>
          <a:xfrm>
            <a:off x="93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00" name=""/>
          <p:cNvSpPr/>
          <p:nvPr/>
        </p:nvSpPr>
        <p:spPr>
          <a:xfrm>
            <a:off x="93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01" name=""/>
          <p:cNvSpPr/>
          <p:nvPr/>
        </p:nvSpPr>
        <p:spPr>
          <a:xfrm>
            <a:off x="935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02" name=""/>
          <p:cNvSpPr/>
          <p:nvPr/>
        </p:nvSpPr>
        <p:spPr>
          <a:xfrm>
            <a:off x="93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03" name=""/>
          <p:cNvSpPr/>
          <p:nvPr/>
        </p:nvSpPr>
        <p:spPr>
          <a:xfrm>
            <a:off x="93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04" name=""/>
          <p:cNvSpPr/>
          <p:nvPr/>
        </p:nvSpPr>
        <p:spPr>
          <a:xfrm>
            <a:off x="941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05" name=""/>
          <p:cNvSpPr/>
          <p:nvPr/>
        </p:nvSpPr>
        <p:spPr>
          <a:xfrm>
            <a:off x="94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06" name=""/>
          <p:cNvSpPr/>
          <p:nvPr/>
        </p:nvSpPr>
        <p:spPr>
          <a:xfrm>
            <a:off x="945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07" name=""/>
          <p:cNvSpPr/>
          <p:nvPr/>
        </p:nvSpPr>
        <p:spPr>
          <a:xfrm>
            <a:off x="94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08" name=""/>
          <p:cNvSpPr/>
          <p:nvPr/>
        </p:nvSpPr>
        <p:spPr>
          <a:xfrm>
            <a:off x="949680" y="143820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09" name=""/>
          <p:cNvSpPr/>
          <p:nvPr/>
        </p:nvSpPr>
        <p:spPr>
          <a:xfrm>
            <a:off x="951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0" name=""/>
          <p:cNvSpPr/>
          <p:nvPr/>
        </p:nvSpPr>
        <p:spPr>
          <a:xfrm>
            <a:off x="95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1" name=""/>
          <p:cNvSpPr/>
          <p:nvPr/>
        </p:nvSpPr>
        <p:spPr>
          <a:xfrm>
            <a:off x="95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2" name=""/>
          <p:cNvSpPr/>
          <p:nvPr/>
        </p:nvSpPr>
        <p:spPr>
          <a:xfrm>
            <a:off x="95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3" name=""/>
          <p:cNvSpPr/>
          <p:nvPr/>
        </p:nvSpPr>
        <p:spPr>
          <a:xfrm>
            <a:off x="96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4" name=""/>
          <p:cNvSpPr/>
          <p:nvPr/>
        </p:nvSpPr>
        <p:spPr>
          <a:xfrm>
            <a:off x="96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5" name=""/>
          <p:cNvSpPr/>
          <p:nvPr/>
        </p:nvSpPr>
        <p:spPr>
          <a:xfrm>
            <a:off x="96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6" name=""/>
          <p:cNvSpPr/>
          <p:nvPr/>
        </p:nvSpPr>
        <p:spPr>
          <a:xfrm>
            <a:off x="96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7" name=""/>
          <p:cNvSpPr/>
          <p:nvPr/>
        </p:nvSpPr>
        <p:spPr>
          <a:xfrm>
            <a:off x="96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8" name=""/>
          <p:cNvSpPr/>
          <p:nvPr/>
        </p:nvSpPr>
        <p:spPr>
          <a:xfrm>
            <a:off x="97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9" name=""/>
          <p:cNvSpPr/>
          <p:nvPr/>
        </p:nvSpPr>
        <p:spPr>
          <a:xfrm>
            <a:off x="97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0" name=""/>
          <p:cNvSpPr/>
          <p:nvPr/>
        </p:nvSpPr>
        <p:spPr>
          <a:xfrm>
            <a:off x="97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1" name=""/>
          <p:cNvSpPr/>
          <p:nvPr/>
        </p:nvSpPr>
        <p:spPr>
          <a:xfrm>
            <a:off x="97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2" name=""/>
          <p:cNvSpPr/>
          <p:nvPr/>
        </p:nvSpPr>
        <p:spPr>
          <a:xfrm>
            <a:off x="97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3" name=""/>
          <p:cNvSpPr/>
          <p:nvPr/>
        </p:nvSpPr>
        <p:spPr>
          <a:xfrm>
            <a:off x="98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4" name=""/>
          <p:cNvSpPr/>
          <p:nvPr/>
        </p:nvSpPr>
        <p:spPr>
          <a:xfrm>
            <a:off x="98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5" name=""/>
          <p:cNvSpPr/>
          <p:nvPr/>
        </p:nvSpPr>
        <p:spPr>
          <a:xfrm>
            <a:off x="98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6" name=""/>
          <p:cNvSpPr/>
          <p:nvPr/>
        </p:nvSpPr>
        <p:spPr>
          <a:xfrm>
            <a:off x="98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7" name=""/>
          <p:cNvSpPr/>
          <p:nvPr/>
        </p:nvSpPr>
        <p:spPr>
          <a:xfrm>
            <a:off x="98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8" name=""/>
          <p:cNvSpPr/>
          <p:nvPr/>
        </p:nvSpPr>
        <p:spPr>
          <a:xfrm>
            <a:off x="99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9" name=""/>
          <p:cNvSpPr/>
          <p:nvPr/>
        </p:nvSpPr>
        <p:spPr>
          <a:xfrm>
            <a:off x="99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0" name=""/>
          <p:cNvSpPr/>
          <p:nvPr/>
        </p:nvSpPr>
        <p:spPr>
          <a:xfrm>
            <a:off x="99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1" name=""/>
          <p:cNvSpPr/>
          <p:nvPr/>
        </p:nvSpPr>
        <p:spPr>
          <a:xfrm>
            <a:off x="99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2" name=""/>
          <p:cNvSpPr/>
          <p:nvPr/>
        </p:nvSpPr>
        <p:spPr>
          <a:xfrm>
            <a:off x="99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3" name=""/>
          <p:cNvSpPr/>
          <p:nvPr/>
        </p:nvSpPr>
        <p:spPr>
          <a:xfrm>
            <a:off x="100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4" name=""/>
          <p:cNvSpPr/>
          <p:nvPr/>
        </p:nvSpPr>
        <p:spPr>
          <a:xfrm>
            <a:off x="100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5" name=""/>
          <p:cNvSpPr/>
          <p:nvPr/>
        </p:nvSpPr>
        <p:spPr>
          <a:xfrm>
            <a:off x="100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6" name=""/>
          <p:cNvSpPr/>
          <p:nvPr/>
        </p:nvSpPr>
        <p:spPr>
          <a:xfrm>
            <a:off x="100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7" name=""/>
          <p:cNvSpPr/>
          <p:nvPr/>
        </p:nvSpPr>
        <p:spPr>
          <a:xfrm>
            <a:off x="100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8" name=""/>
          <p:cNvSpPr/>
          <p:nvPr/>
        </p:nvSpPr>
        <p:spPr>
          <a:xfrm>
            <a:off x="101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9" name=""/>
          <p:cNvSpPr/>
          <p:nvPr/>
        </p:nvSpPr>
        <p:spPr>
          <a:xfrm>
            <a:off x="101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40" name=""/>
          <p:cNvSpPr/>
          <p:nvPr/>
        </p:nvSpPr>
        <p:spPr>
          <a:xfrm>
            <a:off x="101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41" name=""/>
          <p:cNvSpPr/>
          <p:nvPr/>
        </p:nvSpPr>
        <p:spPr>
          <a:xfrm>
            <a:off x="101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42" name=""/>
          <p:cNvSpPr/>
          <p:nvPr/>
        </p:nvSpPr>
        <p:spPr>
          <a:xfrm>
            <a:off x="101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43" name=""/>
          <p:cNvSpPr/>
          <p:nvPr/>
        </p:nvSpPr>
        <p:spPr>
          <a:xfrm>
            <a:off x="102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44" name=""/>
          <p:cNvSpPr/>
          <p:nvPr/>
        </p:nvSpPr>
        <p:spPr>
          <a:xfrm>
            <a:off x="102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45" name=""/>
          <p:cNvSpPr/>
          <p:nvPr/>
        </p:nvSpPr>
        <p:spPr>
          <a:xfrm>
            <a:off x="102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46" name=""/>
          <p:cNvSpPr/>
          <p:nvPr/>
        </p:nvSpPr>
        <p:spPr>
          <a:xfrm>
            <a:off x="102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47" name=""/>
          <p:cNvSpPr/>
          <p:nvPr/>
        </p:nvSpPr>
        <p:spPr>
          <a:xfrm>
            <a:off x="102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48" name=""/>
          <p:cNvSpPr/>
          <p:nvPr/>
        </p:nvSpPr>
        <p:spPr>
          <a:xfrm>
            <a:off x="103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49" name=""/>
          <p:cNvSpPr/>
          <p:nvPr/>
        </p:nvSpPr>
        <p:spPr>
          <a:xfrm>
            <a:off x="103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0" name=""/>
          <p:cNvSpPr/>
          <p:nvPr/>
        </p:nvSpPr>
        <p:spPr>
          <a:xfrm>
            <a:off x="103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1" name=""/>
          <p:cNvSpPr/>
          <p:nvPr/>
        </p:nvSpPr>
        <p:spPr>
          <a:xfrm>
            <a:off x="103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2" name=""/>
          <p:cNvSpPr/>
          <p:nvPr/>
        </p:nvSpPr>
        <p:spPr>
          <a:xfrm>
            <a:off x="103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3" name=""/>
          <p:cNvSpPr/>
          <p:nvPr/>
        </p:nvSpPr>
        <p:spPr>
          <a:xfrm>
            <a:off x="1041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4" name=""/>
          <p:cNvSpPr/>
          <p:nvPr/>
        </p:nvSpPr>
        <p:spPr>
          <a:xfrm>
            <a:off x="104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5" name=""/>
          <p:cNvSpPr/>
          <p:nvPr/>
        </p:nvSpPr>
        <p:spPr>
          <a:xfrm>
            <a:off x="104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6" name=""/>
          <p:cNvSpPr/>
          <p:nvPr/>
        </p:nvSpPr>
        <p:spPr>
          <a:xfrm>
            <a:off x="104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7" name=""/>
          <p:cNvSpPr/>
          <p:nvPr/>
        </p:nvSpPr>
        <p:spPr>
          <a:xfrm>
            <a:off x="105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8" name=""/>
          <p:cNvSpPr/>
          <p:nvPr/>
        </p:nvSpPr>
        <p:spPr>
          <a:xfrm>
            <a:off x="105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9" name=""/>
          <p:cNvSpPr/>
          <p:nvPr/>
        </p:nvSpPr>
        <p:spPr>
          <a:xfrm>
            <a:off x="105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0" name=""/>
          <p:cNvSpPr/>
          <p:nvPr/>
        </p:nvSpPr>
        <p:spPr>
          <a:xfrm>
            <a:off x="105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1" name=""/>
          <p:cNvSpPr/>
          <p:nvPr/>
        </p:nvSpPr>
        <p:spPr>
          <a:xfrm>
            <a:off x="105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2" name=""/>
          <p:cNvSpPr/>
          <p:nvPr/>
        </p:nvSpPr>
        <p:spPr>
          <a:xfrm>
            <a:off x="106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3" name=""/>
          <p:cNvSpPr/>
          <p:nvPr/>
        </p:nvSpPr>
        <p:spPr>
          <a:xfrm>
            <a:off x="106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4" name=""/>
          <p:cNvSpPr/>
          <p:nvPr/>
        </p:nvSpPr>
        <p:spPr>
          <a:xfrm>
            <a:off x="1064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5" name=""/>
          <p:cNvSpPr/>
          <p:nvPr/>
        </p:nvSpPr>
        <p:spPr>
          <a:xfrm>
            <a:off x="106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6" name=""/>
          <p:cNvSpPr/>
          <p:nvPr/>
        </p:nvSpPr>
        <p:spPr>
          <a:xfrm>
            <a:off x="106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7" name=""/>
          <p:cNvSpPr/>
          <p:nvPr/>
        </p:nvSpPr>
        <p:spPr>
          <a:xfrm>
            <a:off x="1070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8" name=""/>
          <p:cNvSpPr/>
          <p:nvPr/>
        </p:nvSpPr>
        <p:spPr>
          <a:xfrm>
            <a:off x="107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9" name=""/>
          <p:cNvSpPr/>
          <p:nvPr/>
        </p:nvSpPr>
        <p:spPr>
          <a:xfrm>
            <a:off x="1074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70" name=""/>
          <p:cNvSpPr/>
          <p:nvPr/>
        </p:nvSpPr>
        <p:spPr>
          <a:xfrm>
            <a:off x="107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71" name=""/>
          <p:cNvSpPr/>
          <p:nvPr/>
        </p:nvSpPr>
        <p:spPr>
          <a:xfrm>
            <a:off x="107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72" name=""/>
          <p:cNvSpPr/>
          <p:nvPr/>
        </p:nvSpPr>
        <p:spPr>
          <a:xfrm>
            <a:off x="1080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73" name=""/>
          <p:cNvSpPr/>
          <p:nvPr/>
        </p:nvSpPr>
        <p:spPr>
          <a:xfrm>
            <a:off x="108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74" name=""/>
          <p:cNvSpPr/>
          <p:nvPr/>
        </p:nvSpPr>
        <p:spPr>
          <a:xfrm>
            <a:off x="108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75" name=""/>
          <p:cNvSpPr/>
          <p:nvPr/>
        </p:nvSpPr>
        <p:spPr>
          <a:xfrm>
            <a:off x="108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76" name=""/>
          <p:cNvSpPr/>
          <p:nvPr/>
        </p:nvSpPr>
        <p:spPr>
          <a:xfrm>
            <a:off x="108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77" name=""/>
          <p:cNvSpPr/>
          <p:nvPr/>
        </p:nvSpPr>
        <p:spPr>
          <a:xfrm>
            <a:off x="109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78" name=""/>
          <p:cNvSpPr/>
          <p:nvPr/>
        </p:nvSpPr>
        <p:spPr>
          <a:xfrm>
            <a:off x="109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79" name=""/>
          <p:cNvSpPr/>
          <p:nvPr/>
        </p:nvSpPr>
        <p:spPr>
          <a:xfrm>
            <a:off x="109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80" name=""/>
          <p:cNvSpPr/>
          <p:nvPr/>
        </p:nvSpPr>
        <p:spPr>
          <a:xfrm>
            <a:off x="109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81" name=""/>
          <p:cNvSpPr/>
          <p:nvPr/>
        </p:nvSpPr>
        <p:spPr>
          <a:xfrm>
            <a:off x="109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82" name=""/>
          <p:cNvSpPr/>
          <p:nvPr/>
        </p:nvSpPr>
        <p:spPr>
          <a:xfrm>
            <a:off x="110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83" name=""/>
          <p:cNvSpPr/>
          <p:nvPr/>
        </p:nvSpPr>
        <p:spPr>
          <a:xfrm>
            <a:off x="11034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84" name=""/>
          <p:cNvSpPr/>
          <p:nvPr/>
        </p:nvSpPr>
        <p:spPr>
          <a:xfrm>
            <a:off x="110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85" name=""/>
          <p:cNvSpPr/>
          <p:nvPr/>
        </p:nvSpPr>
        <p:spPr>
          <a:xfrm>
            <a:off x="11073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86" name=""/>
          <p:cNvSpPr/>
          <p:nvPr/>
        </p:nvSpPr>
        <p:spPr>
          <a:xfrm>
            <a:off x="1109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87" name=""/>
          <p:cNvSpPr/>
          <p:nvPr/>
        </p:nvSpPr>
        <p:spPr>
          <a:xfrm>
            <a:off x="111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88" name=""/>
          <p:cNvSpPr/>
          <p:nvPr/>
        </p:nvSpPr>
        <p:spPr>
          <a:xfrm>
            <a:off x="11134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89" name=""/>
          <p:cNvSpPr/>
          <p:nvPr/>
        </p:nvSpPr>
        <p:spPr>
          <a:xfrm>
            <a:off x="111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90" name=""/>
          <p:cNvSpPr/>
          <p:nvPr/>
        </p:nvSpPr>
        <p:spPr>
          <a:xfrm>
            <a:off x="111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91" name=""/>
          <p:cNvSpPr/>
          <p:nvPr/>
        </p:nvSpPr>
        <p:spPr>
          <a:xfrm>
            <a:off x="1119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92" name=""/>
          <p:cNvSpPr/>
          <p:nvPr/>
        </p:nvSpPr>
        <p:spPr>
          <a:xfrm>
            <a:off x="112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93" name=""/>
          <p:cNvSpPr/>
          <p:nvPr/>
        </p:nvSpPr>
        <p:spPr>
          <a:xfrm>
            <a:off x="112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94" name=""/>
          <p:cNvSpPr/>
          <p:nvPr/>
        </p:nvSpPr>
        <p:spPr>
          <a:xfrm>
            <a:off x="112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95" name=""/>
          <p:cNvSpPr/>
          <p:nvPr/>
        </p:nvSpPr>
        <p:spPr>
          <a:xfrm>
            <a:off x="112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96" name=""/>
          <p:cNvSpPr/>
          <p:nvPr/>
        </p:nvSpPr>
        <p:spPr>
          <a:xfrm>
            <a:off x="112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97" name=""/>
          <p:cNvSpPr/>
          <p:nvPr/>
        </p:nvSpPr>
        <p:spPr>
          <a:xfrm>
            <a:off x="11318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8" y="1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98" name=""/>
          <p:cNvSpPr/>
          <p:nvPr/>
        </p:nvSpPr>
        <p:spPr>
          <a:xfrm>
            <a:off x="1134000" y="1438560"/>
            <a:ext cx="18720" cy="19080"/>
          </a:xfrm>
          <a:custGeom>
            <a:avLst/>
            <a:gdLst/>
            <a:ahLst/>
            <a:rect l="0" t="0" r="r" b="b"/>
            <a:pathLst>
              <a:path w="52" h="53">
                <a:moveTo>
                  <a:pt x="52" y="0"/>
                </a:moveTo>
                <a:lnTo>
                  <a:pt x="0" y="53"/>
                </a:lnTo>
                <a:lnTo>
                  <a:pt x="5" y="53"/>
                </a:lnTo>
                <a:lnTo>
                  <a:pt x="52" y="6"/>
                </a:lnTo>
                <a:lnTo>
                  <a:pt x="52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99" name=""/>
          <p:cNvSpPr/>
          <p:nvPr/>
        </p:nvSpPr>
        <p:spPr>
          <a:xfrm>
            <a:off x="1135800" y="144072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47" y="0"/>
                </a:moveTo>
                <a:lnTo>
                  <a:pt x="0" y="47"/>
                </a:lnTo>
                <a:lnTo>
                  <a:pt x="6" y="47"/>
                </a:lnTo>
                <a:lnTo>
                  <a:pt x="47" y="6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0" name=""/>
          <p:cNvSpPr/>
          <p:nvPr/>
        </p:nvSpPr>
        <p:spPr>
          <a:xfrm>
            <a:off x="1137960" y="1442880"/>
            <a:ext cx="14760" cy="14760"/>
          </a:xfrm>
          <a:custGeom>
            <a:avLst/>
            <a:gdLst/>
            <a:ahLst/>
            <a:rect l="0" t="0" r="r" b="b"/>
            <a:pathLst>
              <a:path w="41" h="41">
                <a:moveTo>
                  <a:pt x="41" y="0"/>
                </a:moveTo>
                <a:lnTo>
                  <a:pt x="0" y="41"/>
                </a:lnTo>
                <a:lnTo>
                  <a:pt x="6" y="41"/>
                </a:lnTo>
                <a:lnTo>
                  <a:pt x="41" y="6"/>
                </a:lnTo>
                <a:lnTo>
                  <a:pt x="41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1" name=""/>
          <p:cNvSpPr/>
          <p:nvPr/>
        </p:nvSpPr>
        <p:spPr>
          <a:xfrm>
            <a:off x="1140120" y="144504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35" y="0"/>
                </a:moveTo>
                <a:lnTo>
                  <a:pt x="0" y="35"/>
                </a:lnTo>
                <a:lnTo>
                  <a:pt x="6" y="35"/>
                </a:lnTo>
                <a:lnTo>
                  <a:pt x="35" y="5"/>
                </a:lnTo>
                <a:lnTo>
                  <a:pt x="35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2" name=""/>
          <p:cNvSpPr/>
          <p:nvPr/>
        </p:nvSpPr>
        <p:spPr>
          <a:xfrm>
            <a:off x="1142280" y="1446840"/>
            <a:ext cx="10440" cy="10800"/>
          </a:xfrm>
          <a:custGeom>
            <a:avLst/>
            <a:gdLst/>
            <a:ahLst/>
            <a:rect l="0" t="0" r="r" b="b"/>
            <a:pathLst>
              <a:path w="29" h="30">
                <a:moveTo>
                  <a:pt x="29" y="0"/>
                </a:moveTo>
                <a:lnTo>
                  <a:pt x="0" y="30"/>
                </a:lnTo>
                <a:lnTo>
                  <a:pt x="6" y="30"/>
                </a:lnTo>
                <a:lnTo>
                  <a:pt x="29" y="6"/>
                </a:lnTo>
                <a:lnTo>
                  <a:pt x="29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3" name=""/>
          <p:cNvSpPr/>
          <p:nvPr/>
        </p:nvSpPr>
        <p:spPr>
          <a:xfrm>
            <a:off x="1144080" y="1449000"/>
            <a:ext cx="9000" cy="8640"/>
          </a:xfrm>
          <a:custGeom>
            <a:avLst/>
            <a:gdLst/>
            <a:ahLst/>
            <a:rect l="0" t="0" r="r" b="b"/>
            <a:pathLst>
              <a:path w="25" h="24">
                <a:moveTo>
                  <a:pt x="25" y="0"/>
                </a:moveTo>
                <a:lnTo>
                  <a:pt x="0" y="24"/>
                </a:lnTo>
                <a:lnTo>
                  <a:pt x="7" y="24"/>
                </a:lnTo>
                <a:lnTo>
                  <a:pt x="25" y="6"/>
                </a:lnTo>
                <a:lnTo>
                  <a:pt x="25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4" name=""/>
          <p:cNvSpPr/>
          <p:nvPr/>
        </p:nvSpPr>
        <p:spPr>
          <a:xfrm>
            <a:off x="1146240" y="145116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7" y="18"/>
                </a:lnTo>
                <a:lnTo>
                  <a:pt x="18" y="5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5" name=""/>
          <p:cNvSpPr/>
          <p:nvPr/>
        </p:nvSpPr>
        <p:spPr>
          <a:xfrm>
            <a:off x="1148400" y="1452960"/>
            <a:ext cx="4320" cy="4680"/>
          </a:xfrm>
          <a:custGeom>
            <a:avLst/>
            <a:gdLst/>
            <a:ahLst/>
            <a:rect l="0" t="0" r="r" b="b"/>
            <a:pathLst>
              <a:path w="12" h="13">
                <a:moveTo>
                  <a:pt x="12" y="0"/>
                </a:moveTo>
                <a:lnTo>
                  <a:pt x="0" y="13"/>
                </a:lnTo>
                <a:lnTo>
                  <a:pt x="5" y="13"/>
                </a:lnTo>
                <a:lnTo>
                  <a:pt x="12" y="6"/>
                </a:lnTo>
                <a:lnTo>
                  <a:pt x="12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6" name=""/>
          <p:cNvSpPr/>
          <p:nvPr/>
        </p:nvSpPr>
        <p:spPr>
          <a:xfrm>
            <a:off x="1150200" y="14551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7" y="0"/>
                </a:moveTo>
                <a:lnTo>
                  <a:pt x="0" y="8"/>
                </a:lnTo>
                <a:lnTo>
                  <a:pt x="7" y="8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7" name=""/>
          <p:cNvSpPr/>
          <p:nvPr/>
        </p:nvSpPr>
        <p:spPr>
          <a:xfrm>
            <a:off x="647640" y="1952280"/>
            <a:ext cx="1752840" cy="10080"/>
          </a:xfrm>
          <a:custGeom>
            <a:avLst/>
            <a:gdLst/>
            <a:ahLst/>
            <a:rect l="0" t="0" r="r" b="b"/>
            <a:pathLst>
              <a:path w="4869" h="28">
                <a:moveTo>
                  <a:pt x="0" y="0"/>
                </a:moveTo>
                <a:lnTo>
                  <a:pt x="4869" y="0"/>
                </a:lnTo>
                <a:lnTo>
                  <a:pt x="48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8" name=""/>
          <p:cNvSpPr/>
          <p:nvPr/>
        </p:nvSpPr>
        <p:spPr>
          <a:xfrm>
            <a:off x="2400120" y="1952280"/>
            <a:ext cx="2505600" cy="10080"/>
          </a:xfrm>
          <a:custGeom>
            <a:avLst/>
            <a:gdLst/>
            <a:ahLst/>
            <a:rect l="0" t="0" r="r" b="b"/>
            <a:pathLst>
              <a:path w="6960" h="28">
                <a:moveTo>
                  <a:pt x="0" y="0"/>
                </a:moveTo>
                <a:lnTo>
                  <a:pt x="6960" y="0"/>
                </a:lnTo>
                <a:lnTo>
                  <a:pt x="69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9" name=""/>
          <p:cNvSpPr/>
          <p:nvPr/>
        </p:nvSpPr>
        <p:spPr>
          <a:xfrm>
            <a:off x="4905360" y="1952280"/>
            <a:ext cx="2009880" cy="10080"/>
          </a:xfrm>
          <a:custGeom>
            <a:avLst/>
            <a:gdLst/>
            <a:ahLst/>
            <a:rect l="0" t="0" r="r" b="b"/>
            <a:pathLst>
              <a:path w="5583" h="28">
                <a:moveTo>
                  <a:pt x="0" y="0"/>
                </a:moveTo>
                <a:lnTo>
                  <a:pt x="5583" y="0"/>
                </a:lnTo>
                <a:lnTo>
                  <a:pt x="55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0" name=""/>
          <p:cNvSpPr/>
          <p:nvPr/>
        </p:nvSpPr>
        <p:spPr>
          <a:xfrm>
            <a:off x="647640" y="233352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1" name=""/>
          <p:cNvSpPr/>
          <p:nvPr/>
        </p:nvSpPr>
        <p:spPr>
          <a:xfrm>
            <a:off x="2400120" y="2333520"/>
            <a:ext cx="2505600" cy="9720"/>
          </a:xfrm>
          <a:custGeom>
            <a:avLst/>
            <a:gdLst/>
            <a:ahLst/>
            <a:rect l="0" t="0" r="r" b="b"/>
            <a:pathLst>
              <a:path w="6960" h="27">
                <a:moveTo>
                  <a:pt x="0" y="0"/>
                </a:moveTo>
                <a:lnTo>
                  <a:pt x="6960" y="0"/>
                </a:lnTo>
                <a:lnTo>
                  <a:pt x="69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2" name=""/>
          <p:cNvSpPr/>
          <p:nvPr/>
        </p:nvSpPr>
        <p:spPr>
          <a:xfrm>
            <a:off x="4905360" y="2333520"/>
            <a:ext cx="2009880" cy="9720"/>
          </a:xfrm>
          <a:custGeom>
            <a:avLst/>
            <a:gdLst/>
            <a:ahLst/>
            <a:rect l="0" t="0" r="r" b="b"/>
            <a:pathLst>
              <a:path w="5583" h="27">
                <a:moveTo>
                  <a:pt x="0" y="0"/>
                </a:moveTo>
                <a:lnTo>
                  <a:pt x="5583" y="0"/>
                </a:lnTo>
                <a:lnTo>
                  <a:pt x="55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3" name=""/>
          <p:cNvSpPr/>
          <p:nvPr/>
        </p:nvSpPr>
        <p:spPr>
          <a:xfrm>
            <a:off x="647640" y="270504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4" name=""/>
          <p:cNvSpPr/>
          <p:nvPr/>
        </p:nvSpPr>
        <p:spPr>
          <a:xfrm>
            <a:off x="2400120" y="2705040"/>
            <a:ext cx="2505600" cy="9720"/>
          </a:xfrm>
          <a:custGeom>
            <a:avLst/>
            <a:gdLst/>
            <a:ahLst/>
            <a:rect l="0" t="0" r="r" b="b"/>
            <a:pathLst>
              <a:path w="6960" h="27">
                <a:moveTo>
                  <a:pt x="0" y="0"/>
                </a:moveTo>
                <a:lnTo>
                  <a:pt x="6960" y="0"/>
                </a:lnTo>
                <a:lnTo>
                  <a:pt x="69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5" name=""/>
          <p:cNvSpPr/>
          <p:nvPr/>
        </p:nvSpPr>
        <p:spPr>
          <a:xfrm>
            <a:off x="4905360" y="2705040"/>
            <a:ext cx="2009880" cy="9720"/>
          </a:xfrm>
          <a:custGeom>
            <a:avLst/>
            <a:gdLst/>
            <a:ahLst/>
            <a:rect l="0" t="0" r="r" b="b"/>
            <a:pathLst>
              <a:path w="5583" h="27">
                <a:moveTo>
                  <a:pt x="0" y="0"/>
                </a:moveTo>
                <a:lnTo>
                  <a:pt x="5583" y="0"/>
                </a:lnTo>
                <a:lnTo>
                  <a:pt x="55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6" name=""/>
          <p:cNvSpPr/>
          <p:nvPr/>
        </p:nvSpPr>
        <p:spPr>
          <a:xfrm>
            <a:off x="647640" y="308592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7" name=""/>
          <p:cNvSpPr/>
          <p:nvPr/>
        </p:nvSpPr>
        <p:spPr>
          <a:xfrm>
            <a:off x="2400120" y="3085920"/>
            <a:ext cx="2505600" cy="9720"/>
          </a:xfrm>
          <a:custGeom>
            <a:avLst/>
            <a:gdLst/>
            <a:ahLst/>
            <a:rect l="0" t="0" r="r" b="b"/>
            <a:pathLst>
              <a:path w="6960" h="27">
                <a:moveTo>
                  <a:pt x="0" y="0"/>
                </a:moveTo>
                <a:lnTo>
                  <a:pt x="6960" y="0"/>
                </a:lnTo>
                <a:lnTo>
                  <a:pt x="69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8" name=""/>
          <p:cNvSpPr/>
          <p:nvPr/>
        </p:nvSpPr>
        <p:spPr>
          <a:xfrm>
            <a:off x="4905360" y="3085920"/>
            <a:ext cx="2009880" cy="9720"/>
          </a:xfrm>
          <a:custGeom>
            <a:avLst/>
            <a:gdLst/>
            <a:ahLst/>
            <a:rect l="0" t="0" r="r" b="b"/>
            <a:pathLst>
              <a:path w="5583" h="27">
                <a:moveTo>
                  <a:pt x="0" y="0"/>
                </a:moveTo>
                <a:lnTo>
                  <a:pt x="5583" y="0"/>
                </a:lnTo>
                <a:lnTo>
                  <a:pt x="55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9" name=""/>
          <p:cNvSpPr/>
          <p:nvPr/>
        </p:nvSpPr>
        <p:spPr>
          <a:xfrm>
            <a:off x="652320" y="5300640"/>
            <a:ext cx="6258240" cy="990720"/>
          </a:xfrm>
          <a:custGeom>
            <a:avLst/>
            <a:gdLst/>
            <a:ahLst/>
            <a:rect l="0" t="0" r="r" b="b"/>
            <a:pathLst>
              <a:path w="17384" h="2752">
                <a:moveTo>
                  <a:pt x="0" y="2525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7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29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17157" y="0"/>
                </a:lnTo>
                <a:cubicBezTo>
                  <a:pt x="17172" y="0"/>
                  <a:pt x="17187" y="1"/>
                  <a:pt x="17201" y="4"/>
                </a:cubicBezTo>
                <a:cubicBezTo>
                  <a:pt x="17216" y="7"/>
                  <a:pt x="17230" y="11"/>
                  <a:pt x="17244" y="17"/>
                </a:cubicBezTo>
                <a:cubicBezTo>
                  <a:pt x="17258" y="23"/>
                  <a:pt x="17271" y="29"/>
                  <a:pt x="17283" y="38"/>
                </a:cubicBezTo>
                <a:cubicBezTo>
                  <a:pt x="17296" y="46"/>
                  <a:pt x="17307" y="55"/>
                  <a:pt x="17318" y="66"/>
                </a:cubicBezTo>
                <a:cubicBezTo>
                  <a:pt x="17328" y="76"/>
                  <a:pt x="17338" y="88"/>
                  <a:pt x="17346" y="100"/>
                </a:cubicBezTo>
                <a:cubicBezTo>
                  <a:pt x="17354" y="113"/>
                  <a:pt x="17361" y="126"/>
                  <a:pt x="17367" y="140"/>
                </a:cubicBezTo>
                <a:cubicBezTo>
                  <a:pt x="17372" y="153"/>
                  <a:pt x="17377" y="167"/>
                  <a:pt x="17380" y="182"/>
                </a:cubicBezTo>
                <a:cubicBezTo>
                  <a:pt x="17383" y="197"/>
                  <a:pt x="17384" y="211"/>
                  <a:pt x="17384" y="226"/>
                </a:cubicBezTo>
                <a:lnTo>
                  <a:pt x="17384" y="2525"/>
                </a:lnTo>
                <a:cubicBezTo>
                  <a:pt x="17384" y="2540"/>
                  <a:pt x="17383" y="2555"/>
                  <a:pt x="17380" y="2570"/>
                </a:cubicBezTo>
                <a:cubicBezTo>
                  <a:pt x="17377" y="2584"/>
                  <a:pt x="17372" y="2598"/>
                  <a:pt x="17367" y="2612"/>
                </a:cubicBezTo>
                <a:cubicBezTo>
                  <a:pt x="17361" y="2626"/>
                  <a:pt x="17354" y="2639"/>
                  <a:pt x="17346" y="2651"/>
                </a:cubicBezTo>
                <a:cubicBezTo>
                  <a:pt x="17338" y="2664"/>
                  <a:pt x="17328" y="2675"/>
                  <a:pt x="17318" y="2686"/>
                </a:cubicBezTo>
                <a:cubicBezTo>
                  <a:pt x="17307" y="2696"/>
                  <a:pt x="17296" y="2706"/>
                  <a:pt x="17283" y="2714"/>
                </a:cubicBezTo>
                <a:cubicBezTo>
                  <a:pt x="17271" y="2722"/>
                  <a:pt x="17258" y="2729"/>
                  <a:pt x="17244" y="2735"/>
                </a:cubicBezTo>
                <a:cubicBezTo>
                  <a:pt x="17230" y="2741"/>
                  <a:pt x="17216" y="2745"/>
                  <a:pt x="17201" y="2748"/>
                </a:cubicBezTo>
                <a:cubicBezTo>
                  <a:pt x="17187" y="2751"/>
                  <a:pt x="17172" y="2752"/>
                  <a:pt x="17157" y="2752"/>
                </a:cubicBezTo>
                <a:lnTo>
                  <a:pt x="227" y="2752"/>
                </a:lnTo>
                <a:cubicBezTo>
                  <a:pt x="212" y="2752"/>
                  <a:pt x="197" y="2751"/>
                  <a:pt x="182" y="2748"/>
                </a:cubicBezTo>
                <a:cubicBezTo>
                  <a:pt x="168" y="2745"/>
                  <a:pt x="154" y="2741"/>
                  <a:pt x="140" y="2735"/>
                </a:cubicBezTo>
                <a:cubicBezTo>
                  <a:pt x="126" y="2729"/>
                  <a:pt x="113" y="2722"/>
                  <a:pt x="101" y="2714"/>
                </a:cubicBezTo>
                <a:cubicBezTo>
                  <a:pt x="88" y="2706"/>
                  <a:pt x="77" y="2696"/>
                  <a:pt x="66" y="2686"/>
                </a:cubicBezTo>
                <a:cubicBezTo>
                  <a:pt x="56" y="2675"/>
                  <a:pt x="46" y="2664"/>
                  <a:pt x="38" y="2651"/>
                </a:cubicBezTo>
                <a:cubicBezTo>
                  <a:pt x="30" y="2639"/>
                  <a:pt x="23" y="2626"/>
                  <a:pt x="17" y="2612"/>
                </a:cubicBezTo>
                <a:cubicBezTo>
                  <a:pt x="11" y="2598"/>
                  <a:pt x="7" y="2584"/>
                  <a:pt x="4" y="2570"/>
                </a:cubicBezTo>
                <a:cubicBezTo>
                  <a:pt x="1" y="2555"/>
                  <a:pt x="0" y="2540"/>
                  <a:pt x="0" y="2525"/>
                </a:cubicBezTo>
                <a:close/>
              </a:path>
            </a:pathLst>
          </a:custGeom>
          <a:solidFill>
            <a:srgbClr val="120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20" name=""/>
          <p:cNvSpPr/>
          <p:nvPr/>
        </p:nvSpPr>
        <p:spPr>
          <a:xfrm>
            <a:off x="652320" y="5300640"/>
            <a:ext cx="6258240" cy="990720"/>
          </a:xfrm>
          <a:custGeom>
            <a:avLst/>
            <a:gdLst/>
            <a:ahLst/>
            <a:rect l="0" t="0" r="r" b="b"/>
            <a:pathLst>
              <a:path w="17384" h="2752">
                <a:moveTo>
                  <a:pt x="0" y="2525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7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29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17157" y="0"/>
                </a:lnTo>
                <a:cubicBezTo>
                  <a:pt x="17172" y="0"/>
                  <a:pt x="17187" y="1"/>
                  <a:pt x="17201" y="4"/>
                </a:cubicBezTo>
                <a:cubicBezTo>
                  <a:pt x="17216" y="7"/>
                  <a:pt x="17230" y="11"/>
                  <a:pt x="17244" y="17"/>
                </a:cubicBezTo>
                <a:cubicBezTo>
                  <a:pt x="17258" y="23"/>
                  <a:pt x="17271" y="29"/>
                  <a:pt x="17283" y="38"/>
                </a:cubicBezTo>
                <a:cubicBezTo>
                  <a:pt x="17296" y="46"/>
                  <a:pt x="17307" y="55"/>
                  <a:pt x="17318" y="66"/>
                </a:cubicBezTo>
                <a:cubicBezTo>
                  <a:pt x="17328" y="76"/>
                  <a:pt x="17338" y="88"/>
                  <a:pt x="17346" y="100"/>
                </a:cubicBezTo>
                <a:cubicBezTo>
                  <a:pt x="17354" y="113"/>
                  <a:pt x="17361" y="126"/>
                  <a:pt x="17367" y="140"/>
                </a:cubicBezTo>
                <a:cubicBezTo>
                  <a:pt x="17372" y="153"/>
                  <a:pt x="17377" y="167"/>
                  <a:pt x="17380" y="182"/>
                </a:cubicBezTo>
                <a:cubicBezTo>
                  <a:pt x="17383" y="197"/>
                  <a:pt x="17384" y="211"/>
                  <a:pt x="17384" y="226"/>
                </a:cubicBezTo>
                <a:lnTo>
                  <a:pt x="17384" y="2525"/>
                </a:lnTo>
                <a:cubicBezTo>
                  <a:pt x="17384" y="2540"/>
                  <a:pt x="17383" y="2555"/>
                  <a:pt x="17380" y="2570"/>
                </a:cubicBezTo>
                <a:cubicBezTo>
                  <a:pt x="17377" y="2584"/>
                  <a:pt x="17372" y="2598"/>
                  <a:pt x="17367" y="2612"/>
                </a:cubicBezTo>
                <a:cubicBezTo>
                  <a:pt x="17361" y="2626"/>
                  <a:pt x="17354" y="2639"/>
                  <a:pt x="17346" y="2651"/>
                </a:cubicBezTo>
                <a:cubicBezTo>
                  <a:pt x="17338" y="2664"/>
                  <a:pt x="17328" y="2675"/>
                  <a:pt x="17318" y="2686"/>
                </a:cubicBezTo>
                <a:cubicBezTo>
                  <a:pt x="17307" y="2696"/>
                  <a:pt x="17296" y="2706"/>
                  <a:pt x="17283" y="2714"/>
                </a:cubicBezTo>
                <a:cubicBezTo>
                  <a:pt x="17271" y="2722"/>
                  <a:pt x="17258" y="2729"/>
                  <a:pt x="17244" y="2735"/>
                </a:cubicBezTo>
                <a:cubicBezTo>
                  <a:pt x="17230" y="2741"/>
                  <a:pt x="17216" y="2745"/>
                  <a:pt x="17201" y="2748"/>
                </a:cubicBezTo>
                <a:cubicBezTo>
                  <a:pt x="17187" y="2751"/>
                  <a:pt x="17172" y="2752"/>
                  <a:pt x="17157" y="2752"/>
                </a:cubicBezTo>
                <a:lnTo>
                  <a:pt x="227" y="2752"/>
                </a:lnTo>
                <a:cubicBezTo>
                  <a:pt x="212" y="2752"/>
                  <a:pt x="197" y="2751"/>
                  <a:pt x="182" y="2748"/>
                </a:cubicBezTo>
                <a:cubicBezTo>
                  <a:pt x="168" y="2745"/>
                  <a:pt x="154" y="2741"/>
                  <a:pt x="140" y="2735"/>
                </a:cubicBezTo>
                <a:cubicBezTo>
                  <a:pt x="126" y="2729"/>
                  <a:pt x="113" y="2722"/>
                  <a:pt x="101" y="2714"/>
                </a:cubicBezTo>
                <a:cubicBezTo>
                  <a:pt x="88" y="2706"/>
                  <a:pt x="77" y="2696"/>
                  <a:pt x="66" y="2686"/>
                </a:cubicBezTo>
                <a:cubicBezTo>
                  <a:pt x="56" y="2675"/>
                  <a:pt x="46" y="2664"/>
                  <a:pt x="38" y="2651"/>
                </a:cubicBezTo>
                <a:cubicBezTo>
                  <a:pt x="30" y="2639"/>
                  <a:pt x="23" y="2626"/>
                  <a:pt x="17" y="2612"/>
                </a:cubicBezTo>
                <a:cubicBezTo>
                  <a:pt x="11" y="2598"/>
                  <a:pt x="7" y="2584"/>
                  <a:pt x="4" y="2570"/>
                </a:cubicBezTo>
                <a:cubicBezTo>
                  <a:pt x="1" y="2555"/>
                  <a:pt x="0" y="2540"/>
                  <a:pt x="0" y="2525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1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2" name=""/>
          <p:cNvSpPr txBox="1"/>
          <p:nvPr/>
        </p:nvSpPr>
        <p:spPr>
          <a:xfrm>
            <a:off x="647640" y="858240"/>
            <a:ext cx="206100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6a26d8"/>
                </a:solidFill>
                <a:latin typeface="Inter-Semi"/>
                <a:ea typeface="Inter-Semi"/>
              </a:rPr>
              <a:t>0 5   ·   S T A Y I N G   I N   T O U C H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3" name=""/>
          <p:cNvSpPr txBox="1"/>
          <p:nvPr/>
        </p:nvSpPr>
        <p:spPr>
          <a:xfrm>
            <a:off x="647640" y="1052280"/>
            <a:ext cx="319356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We're a message away.</a:t>
            </a:r>
            <a:endParaRPr b="0" lang="en-US" sz="1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4" name=""/>
          <p:cNvSpPr txBox="1"/>
          <p:nvPr/>
        </p:nvSpPr>
        <p:spPr>
          <a:xfrm>
            <a:off x="755640" y="1739160"/>
            <a:ext cx="30240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W H O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5" name=""/>
          <p:cNvSpPr txBox="1"/>
          <p:nvPr/>
        </p:nvSpPr>
        <p:spPr>
          <a:xfrm>
            <a:off x="2512440" y="1739160"/>
            <a:ext cx="25992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F O R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6" name=""/>
          <p:cNvSpPr txBox="1"/>
          <p:nvPr/>
        </p:nvSpPr>
        <p:spPr>
          <a:xfrm>
            <a:off x="5008680" y="1739160"/>
            <a:ext cx="39852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R E P LY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7" name=""/>
          <p:cNvSpPr txBox="1"/>
          <p:nvPr/>
        </p:nvSpPr>
        <p:spPr>
          <a:xfrm>
            <a:off x="755640" y="2084760"/>
            <a:ext cx="15750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WhatsApp project group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8" name=""/>
          <p:cNvSpPr txBox="1"/>
          <p:nvPr/>
        </p:nvSpPr>
        <p:spPr>
          <a:xfrm>
            <a:off x="2512440" y="2080080"/>
            <a:ext cx="20152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Updates, questions, change requests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9" name=""/>
          <p:cNvSpPr txBox="1"/>
          <p:nvPr/>
        </p:nvSpPr>
        <p:spPr>
          <a:xfrm>
            <a:off x="5008680" y="2080080"/>
            <a:ext cx="14104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Same or next working day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0" name=""/>
          <p:cNvSpPr txBox="1"/>
          <p:nvPr/>
        </p:nvSpPr>
        <p:spPr>
          <a:xfrm>
            <a:off x="755640" y="2456280"/>
            <a:ext cx="26892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Hira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1" name=""/>
          <p:cNvSpPr txBox="1"/>
          <p:nvPr/>
        </p:nvSpPr>
        <p:spPr>
          <a:xfrm>
            <a:off x="980640" y="2451600"/>
            <a:ext cx="100800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, account manager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2" name=""/>
          <p:cNvSpPr txBox="1"/>
          <p:nvPr/>
        </p:nvSpPr>
        <p:spPr>
          <a:xfrm>
            <a:off x="2512440" y="2451600"/>
            <a:ext cx="18676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Scheduling, documents, payments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3" name=""/>
          <p:cNvSpPr txBox="1"/>
          <p:nvPr/>
        </p:nvSpPr>
        <p:spPr>
          <a:xfrm>
            <a:off x="5008680" y="2451600"/>
            <a:ext cx="14104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Same or next working day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4" name=""/>
          <p:cNvSpPr txBox="1"/>
          <p:nvPr/>
        </p:nvSpPr>
        <p:spPr>
          <a:xfrm>
            <a:off x="755640" y="2837160"/>
            <a:ext cx="115452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Omer Bin Dawood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5" name=""/>
          <p:cNvSpPr txBox="1"/>
          <p:nvPr/>
        </p:nvSpPr>
        <p:spPr>
          <a:xfrm>
            <a:off x="2512440" y="2832480"/>
            <a:ext cx="177624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Technical setup, anything urgent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6" name=""/>
          <p:cNvSpPr txBox="1"/>
          <p:nvPr/>
        </p:nvSpPr>
        <p:spPr>
          <a:xfrm>
            <a:off x="5008680" y="2832480"/>
            <a:ext cx="158580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Site or email down: same day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7" name=""/>
          <p:cNvSpPr txBox="1"/>
          <p:nvPr/>
        </p:nvSpPr>
        <p:spPr>
          <a:xfrm>
            <a:off x="647640" y="3187800"/>
            <a:ext cx="2803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Working hours: Monday to Saturday, 10 am to 7 pm PKT.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8" name=""/>
          <p:cNvSpPr/>
          <p:nvPr/>
        </p:nvSpPr>
        <p:spPr>
          <a:xfrm>
            <a:off x="652320" y="3890880"/>
            <a:ext cx="1448280" cy="1038600"/>
          </a:xfrm>
          <a:custGeom>
            <a:avLst/>
            <a:gdLst/>
            <a:ahLst/>
            <a:rect l="0" t="0" r="r" b="b"/>
            <a:pathLst>
              <a:path w="4023" h="2885">
                <a:moveTo>
                  <a:pt x="0" y="2658"/>
                </a:moveTo>
                <a:lnTo>
                  <a:pt x="0" y="226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3" y="0"/>
                  <a:pt x="228" y="0"/>
                </a:cubicBezTo>
                <a:lnTo>
                  <a:pt x="3796" y="0"/>
                </a:lnTo>
                <a:cubicBezTo>
                  <a:pt x="3811" y="0"/>
                  <a:pt x="3825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6" y="23"/>
                  <a:pt x="3909" y="30"/>
                  <a:pt x="3922" y="38"/>
                </a:cubicBezTo>
                <a:cubicBezTo>
                  <a:pt x="3934" y="46"/>
                  <a:pt x="3946" y="56"/>
                  <a:pt x="3956" y="66"/>
                </a:cubicBezTo>
                <a:cubicBezTo>
                  <a:pt x="3967" y="77"/>
                  <a:pt x="3976" y="88"/>
                  <a:pt x="3984" y="100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3"/>
                  <a:pt x="4015" y="168"/>
                  <a:pt x="4018" y="182"/>
                </a:cubicBezTo>
                <a:cubicBezTo>
                  <a:pt x="4021" y="197"/>
                  <a:pt x="4023" y="212"/>
                  <a:pt x="4023" y="226"/>
                </a:cubicBezTo>
                <a:lnTo>
                  <a:pt x="4023" y="2658"/>
                </a:lnTo>
                <a:cubicBezTo>
                  <a:pt x="4023" y="2673"/>
                  <a:pt x="4021" y="2688"/>
                  <a:pt x="4018" y="2702"/>
                </a:cubicBezTo>
                <a:cubicBezTo>
                  <a:pt x="4015" y="2717"/>
                  <a:pt x="4011" y="2731"/>
                  <a:pt x="4005" y="2745"/>
                </a:cubicBezTo>
                <a:cubicBezTo>
                  <a:pt x="4000" y="2758"/>
                  <a:pt x="3993" y="2772"/>
                  <a:pt x="3984" y="2784"/>
                </a:cubicBezTo>
                <a:cubicBezTo>
                  <a:pt x="3976" y="2796"/>
                  <a:pt x="3967" y="2808"/>
                  <a:pt x="3956" y="2818"/>
                </a:cubicBezTo>
                <a:cubicBezTo>
                  <a:pt x="3946" y="2829"/>
                  <a:pt x="3934" y="2838"/>
                  <a:pt x="3922" y="2846"/>
                </a:cubicBezTo>
                <a:cubicBezTo>
                  <a:pt x="3909" y="2855"/>
                  <a:pt x="3896" y="2862"/>
                  <a:pt x="3883" y="2867"/>
                </a:cubicBezTo>
                <a:cubicBezTo>
                  <a:pt x="3869" y="2873"/>
                  <a:pt x="3855" y="2877"/>
                  <a:pt x="3840" y="2880"/>
                </a:cubicBezTo>
                <a:cubicBezTo>
                  <a:pt x="3825" y="2883"/>
                  <a:pt x="3811" y="2885"/>
                  <a:pt x="3796" y="2885"/>
                </a:cubicBezTo>
                <a:lnTo>
                  <a:pt x="228" y="2885"/>
                </a:lnTo>
                <a:cubicBezTo>
                  <a:pt x="213" y="2885"/>
                  <a:pt x="197" y="2883"/>
                  <a:pt x="182" y="2880"/>
                </a:cubicBezTo>
                <a:cubicBezTo>
                  <a:pt x="168" y="2877"/>
                  <a:pt x="154" y="2873"/>
                  <a:pt x="140" y="2867"/>
                </a:cubicBezTo>
                <a:cubicBezTo>
                  <a:pt x="126" y="2862"/>
                  <a:pt x="113" y="2855"/>
                  <a:pt x="101" y="2846"/>
                </a:cubicBezTo>
                <a:cubicBezTo>
                  <a:pt x="88" y="2838"/>
                  <a:pt x="77" y="2829"/>
                  <a:pt x="66" y="2818"/>
                </a:cubicBezTo>
                <a:cubicBezTo>
                  <a:pt x="56" y="2808"/>
                  <a:pt x="46" y="2796"/>
                  <a:pt x="38" y="2784"/>
                </a:cubicBezTo>
                <a:cubicBezTo>
                  <a:pt x="30" y="2772"/>
                  <a:pt x="23" y="2758"/>
                  <a:pt x="17" y="2745"/>
                </a:cubicBezTo>
                <a:cubicBezTo>
                  <a:pt x="11" y="2731"/>
                  <a:pt x="7" y="2717"/>
                  <a:pt x="4" y="2702"/>
                </a:cubicBezTo>
                <a:cubicBezTo>
                  <a:pt x="1" y="2688"/>
                  <a:pt x="0" y="2673"/>
                  <a:pt x="0" y="2658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9" name=""/>
          <p:cNvSpPr/>
          <p:nvPr/>
        </p:nvSpPr>
        <p:spPr>
          <a:xfrm>
            <a:off x="652320" y="3890880"/>
            <a:ext cx="1448280" cy="1038600"/>
          </a:xfrm>
          <a:custGeom>
            <a:avLst/>
            <a:gdLst/>
            <a:ahLst/>
            <a:rect l="0" t="0" r="r" b="b"/>
            <a:pathLst>
              <a:path w="4023" h="2885">
                <a:moveTo>
                  <a:pt x="0" y="2658"/>
                </a:moveTo>
                <a:lnTo>
                  <a:pt x="0" y="226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3" y="0"/>
                  <a:pt x="228" y="0"/>
                </a:cubicBezTo>
                <a:lnTo>
                  <a:pt x="3796" y="0"/>
                </a:lnTo>
                <a:cubicBezTo>
                  <a:pt x="3811" y="0"/>
                  <a:pt x="3825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6" y="23"/>
                  <a:pt x="3909" y="30"/>
                  <a:pt x="3922" y="38"/>
                </a:cubicBezTo>
                <a:cubicBezTo>
                  <a:pt x="3934" y="46"/>
                  <a:pt x="3946" y="56"/>
                  <a:pt x="3956" y="66"/>
                </a:cubicBezTo>
                <a:cubicBezTo>
                  <a:pt x="3967" y="77"/>
                  <a:pt x="3976" y="88"/>
                  <a:pt x="3984" y="100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3"/>
                  <a:pt x="4015" y="168"/>
                  <a:pt x="4018" y="182"/>
                </a:cubicBezTo>
                <a:cubicBezTo>
                  <a:pt x="4021" y="197"/>
                  <a:pt x="4023" y="212"/>
                  <a:pt x="4023" y="226"/>
                </a:cubicBezTo>
                <a:lnTo>
                  <a:pt x="4023" y="2658"/>
                </a:lnTo>
                <a:cubicBezTo>
                  <a:pt x="4023" y="2673"/>
                  <a:pt x="4021" y="2688"/>
                  <a:pt x="4018" y="2702"/>
                </a:cubicBezTo>
                <a:cubicBezTo>
                  <a:pt x="4015" y="2717"/>
                  <a:pt x="4011" y="2731"/>
                  <a:pt x="4005" y="2745"/>
                </a:cubicBezTo>
                <a:cubicBezTo>
                  <a:pt x="4000" y="2758"/>
                  <a:pt x="3993" y="2772"/>
                  <a:pt x="3984" y="2784"/>
                </a:cubicBezTo>
                <a:cubicBezTo>
                  <a:pt x="3976" y="2796"/>
                  <a:pt x="3967" y="2808"/>
                  <a:pt x="3956" y="2818"/>
                </a:cubicBezTo>
                <a:cubicBezTo>
                  <a:pt x="3946" y="2829"/>
                  <a:pt x="3934" y="2838"/>
                  <a:pt x="3922" y="2846"/>
                </a:cubicBezTo>
                <a:cubicBezTo>
                  <a:pt x="3909" y="2855"/>
                  <a:pt x="3896" y="2862"/>
                  <a:pt x="3883" y="2867"/>
                </a:cubicBezTo>
                <a:cubicBezTo>
                  <a:pt x="3869" y="2873"/>
                  <a:pt x="3855" y="2877"/>
                  <a:pt x="3840" y="2880"/>
                </a:cubicBezTo>
                <a:cubicBezTo>
                  <a:pt x="3825" y="2883"/>
                  <a:pt x="3811" y="2885"/>
                  <a:pt x="3796" y="2885"/>
                </a:cubicBezTo>
                <a:lnTo>
                  <a:pt x="228" y="2885"/>
                </a:lnTo>
                <a:cubicBezTo>
                  <a:pt x="213" y="2885"/>
                  <a:pt x="197" y="2883"/>
                  <a:pt x="182" y="2880"/>
                </a:cubicBezTo>
                <a:cubicBezTo>
                  <a:pt x="168" y="2877"/>
                  <a:pt x="154" y="2873"/>
                  <a:pt x="140" y="2867"/>
                </a:cubicBezTo>
                <a:cubicBezTo>
                  <a:pt x="126" y="2862"/>
                  <a:pt x="113" y="2855"/>
                  <a:pt x="101" y="2846"/>
                </a:cubicBezTo>
                <a:cubicBezTo>
                  <a:pt x="88" y="2838"/>
                  <a:pt x="77" y="2829"/>
                  <a:pt x="66" y="2818"/>
                </a:cubicBezTo>
                <a:cubicBezTo>
                  <a:pt x="56" y="2808"/>
                  <a:pt x="46" y="2796"/>
                  <a:pt x="38" y="2784"/>
                </a:cubicBezTo>
                <a:cubicBezTo>
                  <a:pt x="30" y="2772"/>
                  <a:pt x="23" y="2758"/>
                  <a:pt x="17" y="2745"/>
                </a:cubicBezTo>
                <a:cubicBezTo>
                  <a:pt x="11" y="2731"/>
                  <a:pt x="7" y="2717"/>
                  <a:pt x="4" y="2702"/>
                </a:cubicBezTo>
                <a:cubicBezTo>
                  <a:pt x="1" y="2688"/>
                  <a:pt x="0" y="2673"/>
                  <a:pt x="0" y="2658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0" name=""/>
          <p:cNvSpPr txBox="1"/>
          <p:nvPr/>
        </p:nvSpPr>
        <p:spPr>
          <a:xfrm>
            <a:off x="647640" y="3648240"/>
            <a:ext cx="80244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50" spc="-1" strike="noStrike">
                <a:solidFill>
                  <a:srgbClr val="0e0e14"/>
                </a:solidFill>
                <a:latin typeface="Inter-Semi"/>
                <a:ea typeface="Inter-Semi"/>
              </a:rPr>
              <a:t>Next steps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1" name=""/>
          <p:cNvSpPr txBox="1"/>
          <p:nvPr/>
        </p:nvSpPr>
        <p:spPr>
          <a:xfrm>
            <a:off x="837000" y="4070160"/>
            <a:ext cx="3045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2" name=""/>
          <p:cNvSpPr/>
          <p:nvPr/>
        </p:nvSpPr>
        <p:spPr>
          <a:xfrm>
            <a:off x="2252520" y="3890880"/>
            <a:ext cx="1448280" cy="1038600"/>
          </a:xfrm>
          <a:custGeom>
            <a:avLst/>
            <a:gdLst/>
            <a:ahLst/>
            <a:rect l="0" t="0" r="r" b="b"/>
            <a:pathLst>
              <a:path w="4023" h="2885">
                <a:moveTo>
                  <a:pt x="0" y="2658"/>
                </a:moveTo>
                <a:lnTo>
                  <a:pt x="0" y="226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3795" y="0"/>
                </a:lnTo>
                <a:cubicBezTo>
                  <a:pt x="3811" y="0"/>
                  <a:pt x="3825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6" y="23"/>
                  <a:pt x="3909" y="30"/>
                  <a:pt x="3922" y="38"/>
                </a:cubicBezTo>
                <a:cubicBezTo>
                  <a:pt x="3934" y="46"/>
                  <a:pt x="3946" y="56"/>
                  <a:pt x="3956" y="66"/>
                </a:cubicBezTo>
                <a:cubicBezTo>
                  <a:pt x="3967" y="77"/>
                  <a:pt x="3976" y="88"/>
                  <a:pt x="3984" y="100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3"/>
                  <a:pt x="4015" y="168"/>
                  <a:pt x="4018" y="182"/>
                </a:cubicBezTo>
                <a:cubicBezTo>
                  <a:pt x="4021" y="197"/>
                  <a:pt x="4023" y="212"/>
                  <a:pt x="4023" y="226"/>
                </a:cubicBezTo>
                <a:lnTo>
                  <a:pt x="4023" y="2658"/>
                </a:lnTo>
                <a:cubicBezTo>
                  <a:pt x="4023" y="2673"/>
                  <a:pt x="4021" y="2688"/>
                  <a:pt x="4018" y="2702"/>
                </a:cubicBezTo>
                <a:cubicBezTo>
                  <a:pt x="4015" y="2717"/>
                  <a:pt x="4011" y="2731"/>
                  <a:pt x="4005" y="2745"/>
                </a:cubicBezTo>
                <a:cubicBezTo>
                  <a:pt x="4000" y="2758"/>
                  <a:pt x="3993" y="2772"/>
                  <a:pt x="3984" y="2784"/>
                </a:cubicBezTo>
                <a:cubicBezTo>
                  <a:pt x="3976" y="2796"/>
                  <a:pt x="3967" y="2808"/>
                  <a:pt x="3956" y="2818"/>
                </a:cubicBezTo>
                <a:cubicBezTo>
                  <a:pt x="3946" y="2829"/>
                  <a:pt x="3934" y="2838"/>
                  <a:pt x="3922" y="2846"/>
                </a:cubicBezTo>
                <a:cubicBezTo>
                  <a:pt x="3909" y="2855"/>
                  <a:pt x="3896" y="2862"/>
                  <a:pt x="3883" y="2867"/>
                </a:cubicBezTo>
                <a:cubicBezTo>
                  <a:pt x="3869" y="2873"/>
                  <a:pt x="3855" y="2877"/>
                  <a:pt x="3840" y="2880"/>
                </a:cubicBezTo>
                <a:cubicBezTo>
                  <a:pt x="3825" y="2883"/>
                  <a:pt x="3811" y="2885"/>
                  <a:pt x="3795" y="2885"/>
                </a:cubicBezTo>
                <a:lnTo>
                  <a:pt x="227" y="2885"/>
                </a:lnTo>
                <a:cubicBezTo>
                  <a:pt x="212" y="2885"/>
                  <a:pt x="197" y="2883"/>
                  <a:pt x="182" y="2880"/>
                </a:cubicBezTo>
                <a:cubicBezTo>
                  <a:pt x="168" y="2877"/>
                  <a:pt x="154" y="2873"/>
                  <a:pt x="140" y="2867"/>
                </a:cubicBezTo>
                <a:cubicBezTo>
                  <a:pt x="126" y="2862"/>
                  <a:pt x="113" y="2855"/>
                  <a:pt x="101" y="2846"/>
                </a:cubicBezTo>
                <a:cubicBezTo>
                  <a:pt x="88" y="2838"/>
                  <a:pt x="77" y="2829"/>
                  <a:pt x="66" y="2818"/>
                </a:cubicBezTo>
                <a:cubicBezTo>
                  <a:pt x="56" y="2808"/>
                  <a:pt x="46" y="2796"/>
                  <a:pt x="38" y="2784"/>
                </a:cubicBezTo>
                <a:cubicBezTo>
                  <a:pt x="30" y="2772"/>
                  <a:pt x="23" y="2758"/>
                  <a:pt x="17" y="2745"/>
                </a:cubicBezTo>
                <a:cubicBezTo>
                  <a:pt x="11" y="2731"/>
                  <a:pt x="7" y="2717"/>
                  <a:pt x="4" y="2702"/>
                </a:cubicBezTo>
                <a:cubicBezTo>
                  <a:pt x="1" y="2688"/>
                  <a:pt x="0" y="2673"/>
                  <a:pt x="0" y="2658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3" name=""/>
          <p:cNvSpPr/>
          <p:nvPr/>
        </p:nvSpPr>
        <p:spPr>
          <a:xfrm>
            <a:off x="2252520" y="3890880"/>
            <a:ext cx="1448280" cy="1038600"/>
          </a:xfrm>
          <a:custGeom>
            <a:avLst/>
            <a:gdLst/>
            <a:ahLst/>
            <a:rect l="0" t="0" r="r" b="b"/>
            <a:pathLst>
              <a:path w="4023" h="2885">
                <a:moveTo>
                  <a:pt x="0" y="2658"/>
                </a:moveTo>
                <a:lnTo>
                  <a:pt x="0" y="226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3795" y="0"/>
                </a:lnTo>
                <a:cubicBezTo>
                  <a:pt x="3811" y="0"/>
                  <a:pt x="3825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6" y="23"/>
                  <a:pt x="3909" y="30"/>
                  <a:pt x="3922" y="38"/>
                </a:cubicBezTo>
                <a:cubicBezTo>
                  <a:pt x="3934" y="46"/>
                  <a:pt x="3946" y="56"/>
                  <a:pt x="3956" y="66"/>
                </a:cubicBezTo>
                <a:cubicBezTo>
                  <a:pt x="3967" y="77"/>
                  <a:pt x="3976" y="88"/>
                  <a:pt x="3984" y="100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3"/>
                  <a:pt x="4015" y="168"/>
                  <a:pt x="4018" y="182"/>
                </a:cubicBezTo>
                <a:cubicBezTo>
                  <a:pt x="4021" y="197"/>
                  <a:pt x="4023" y="212"/>
                  <a:pt x="4023" y="226"/>
                </a:cubicBezTo>
                <a:lnTo>
                  <a:pt x="4023" y="2658"/>
                </a:lnTo>
                <a:cubicBezTo>
                  <a:pt x="4023" y="2673"/>
                  <a:pt x="4021" y="2688"/>
                  <a:pt x="4018" y="2702"/>
                </a:cubicBezTo>
                <a:cubicBezTo>
                  <a:pt x="4015" y="2717"/>
                  <a:pt x="4011" y="2731"/>
                  <a:pt x="4005" y="2745"/>
                </a:cubicBezTo>
                <a:cubicBezTo>
                  <a:pt x="4000" y="2758"/>
                  <a:pt x="3993" y="2772"/>
                  <a:pt x="3984" y="2784"/>
                </a:cubicBezTo>
                <a:cubicBezTo>
                  <a:pt x="3976" y="2796"/>
                  <a:pt x="3967" y="2808"/>
                  <a:pt x="3956" y="2818"/>
                </a:cubicBezTo>
                <a:cubicBezTo>
                  <a:pt x="3946" y="2829"/>
                  <a:pt x="3934" y="2838"/>
                  <a:pt x="3922" y="2846"/>
                </a:cubicBezTo>
                <a:cubicBezTo>
                  <a:pt x="3909" y="2855"/>
                  <a:pt x="3896" y="2862"/>
                  <a:pt x="3883" y="2867"/>
                </a:cubicBezTo>
                <a:cubicBezTo>
                  <a:pt x="3869" y="2873"/>
                  <a:pt x="3855" y="2877"/>
                  <a:pt x="3840" y="2880"/>
                </a:cubicBezTo>
                <a:cubicBezTo>
                  <a:pt x="3825" y="2883"/>
                  <a:pt x="3811" y="2885"/>
                  <a:pt x="3795" y="2885"/>
                </a:cubicBezTo>
                <a:lnTo>
                  <a:pt x="227" y="2885"/>
                </a:lnTo>
                <a:cubicBezTo>
                  <a:pt x="212" y="2885"/>
                  <a:pt x="197" y="2883"/>
                  <a:pt x="182" y="2880"/>
                </a:cubicBezTo>
                <a:cubicBezTo>
                  <a:pt x="168" y="2877"/>
                  <a:pt x="154" y="2873"/>
                  <a:pt x="140" y="2867"/>
                </a:cubicBezTo>
                <a:cubicBezTo>
                  <a:pt x="126" y="2862"/>
                  <a:pt x="113" y="2855"/>
                  <a:pt x="101" y="2846"/>
                </a:cubicBezTo>
                <a:cubicBezTo>
                  <a:pt x="88" y="2838"/>
                  <a:pt x="77" y="2829"/>
                  <a:pt x="66" y="2818"/>
                </a:cubicBezTo>
                <a:cubicBezTo>
                  <a:pt x="56" y="2808"/>
                  <a:pt x="46" y="2796"/>
                  <a:pt x="38" y="2784"/>
                </a:cubicBezTo>
                <a:cubicBezTo>
                  <a:pt x="30" y="2772"/>
                  <a:pt x="23" y="2758"/>
                  <a:pt x="17" y="2745"/>
                </a:cubicBezTo>
                <a:cubicBezTo>
                  <a:pt x="11" y="2731"/>
                  <a:pt x="7" y="2717"/>
                  <a:pt x="4" y="2702"/>
                </a:cubicBezTo>
                <a:cubicBezTo>
                  <a:pt x="1" y="2688"/>
                  <a:pt x="0" y="2673"/>
                  <a:pt x="0" y="2658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4" name=""/>
          <p:cNvSpPr txBox="1"/>
          <p:nvPr/>
        </p:nvSpPr>
        <p:spPr>
          <a:xfrm>
            <a:off x="837000" y="4473720"/>
            <a:ext cx="10065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Go through this pack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5" name=""/>
          <p:cNvSpPr txBox="1"/>
          <p:nvPr/>
        </p:nvSpPr>
        <p:spPr>
          <a:xfrm>
            <a:off x="2439720" y="4070160"/>
            <a:ext cx="3045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6" name=""/>
          <p:cNvSpPr txBox="1"/>
          <p:nvPr/>
        </p:nvSpPr>
        <p:spPr>
          <a:xfrm>
            <a:off x="2439720" y="4473720"/>
            <a:ext cx="706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Fill in the short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7" name=""/>
          <p:cNvSpPr/>
          <p:nvPr/>
        </p:nvSpPr>
        <p:spPr>
          <a:xfrm>
            <a:off x="3862080" y="3890880"/>
            <a:ext cx="1448280" cy="1038600"/>
          </a:xfrm>
          <a:custGeom>
            <a:avLst/>
            <a:gdLst/>
            <a:ahLst/>
            <a:rect l="0" t="0" r="r" b="b"/>
            <a:pathLst>
              <a:path w="4023" h="2885">
                <a:moveTo>
                  <a:pt x="0" y="2658"/>
                </a:moveTo>
                <a:lnTo>
                  <a:pt x="0" y="226"/>
                </a:lnTo>
                <a:cubicBezTo>
                  <a:pt x="0" y="212"/>
                  <a:pt x="2" y="197"/>
                  <a:pt x="5" y="182"/>
                </a:cubicBezTo>
                <a:cubicBezTo>
                  <a:pt x="8" y="168"/>
                  <a:pt x="12" y="153"/>
                  <a:pt x="18" y="140"/>
                </a:cubicBezTo>
                <a:cubicBezTo>
                  <a:pt x="23" y="126"/>
                  <a:pt x="30" y="113"/>
                  <a:pt x="39" y="100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7" y="23"/>
                  <a:pt x="3910" y="30"/>
                  <a:pt x="3922" y="38"/>
                </a:cubicBezTo>
                <a:cubicBezTo>
                  <a:pt x="3935" y="46"/>
                  <a:pt x="3946" y="56"/>
                  <a:pt x="3957" y="66"/>
                </a:cubicBezTo>
                <a:cubicBezTo>
                  <a:pt x="3967" y="77"/>
                  <a:pt x="3977" y="88"/>
                  <a:pt x="3985" y="100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3"/>
                  <a:pt x="4016" y="168"/>
                  <a:pt x="4019" y="182"/>
                </a:cubicBezTo>
                <a:cubicBezTo>
                  <a:pt x="4022" y="197"/>
                  <a:pt x="4023" y="212"/>
                  <a:pt x="4023" y="226"/>
                </a:cubicBezTo>
                <a:lnTo>
                  <a:pt x="4023" y="2658"/>
                </a:lnTo>
                <a:cubicBezTo>
                  <a:pt x="4023" y="2673"/>
                  <a:pt x="4022" y="2688"/>
                  <a:pt x="4019" y="2702"/>
                </a:cubicBezTo>
                <a:cubicBezTo>
                  <a:pt x="4016" y="2717"/>
                  <a:pt x="4011" y="2731"/>
                  <a:pt x="4006" y="2745"/>
                </a:cubicBezTo>
                <a:cubicBezTo>
                  <a:pt x="4000" y="2758"/>
                  <a:pt x="3993" y="2772"/>
                  <a:pt x="3985" y="2784"/>
                </a:cubicBezTo>
                <a:cubicBezTo>
                  <a:pt x="3977" y="2796"/>
                  <a:pt x="3967" y="2808"/>
                  <a:pt x="3957" y="2818"/>
                </a:cubicBezTo>
                <a:cubicBezTo>
                  <a:pt x="3946" y="2829"/>
                  <a:pt x="3935" y="2838"/>
                  <a:pt x="3922" y="2846"/>
                </a:cubicBezTo>
                <a:cubicBezTo>
                  <a:pt x="3910" y="2855"/>
                  <a:pt x="3897" y="2862"/>
                  <a:pt x="3883" y="2867"/>
                </a:cubicBezTo>
                <a:cubicBezTo>
                  <a:pt x="3869" y="2873"/>
                  <a:pt x="3855" y="2877"/>
                  <a:pt x="3840" y="2880"/>
                </a:cubicBezTo>
                <a:cubicBezTo>
                  <a:pt x="3826" y="2883"/>
                  <a:pt x="3811" y="2885"/>
                  <a:pt x="3796" y="2885"/>
                </a:cubicBezTo>
                <a:lnTo>
                  <a:pt x="227" y="2885"/>
                </a:lnTo>
                <a:cubicBezTo>
                  <a:pt x="212" y="2885"/>
                  <a:pt x="197" y="2883"/>
                  <a:pt x="183" y="2880"/>
                </a:cubicBezTo>
                <a:cubicBezTo>
                  <a:pt x="168" y="2877"/>
                  <a:pt x="154" y="2873"/>
                  <a:pt x="140" y="2867"/>
                </a:cubicBezTo>
                <a:cubicBezTo>
                  <a:pt x="127" y="2862"/>
                  <a:pt x="114" y="2855"/>
                  <a:pt x="101" y="2846"/>
                </a:cubicBezTo>
                <a:cubicBezTo>
                  <a:pt x="89" y="2838"/>
                  <a:pt x="77" y="2829"/>
                  <a:pt x="67" y="2818"/>
                </a:cubicBezTo>
                <a:cubicBezTo>
                  <a:pt x="56" y="2808"/>
                  <a:pt x="47" y="2796"/>
                  <a:pt x="39" y="2784"/>
                </a:cubicBezTo>
                <a:cubicBezTo>
                  <a:pt x="30" y="2772"/>
                  <a:pt x="23" y="2758"/>
                  <a:pt x="18" y="2745"/>
                </a:cubicBezTo>
                <a:cubicBezTo>
                  <a:pt x="12" y="2731"/>
                  <a:pt x="8" y="2717"/>
                  <a:pt x="5" y="2702"/>
                </a:cubicBezTo>
                <a:cubicBezTo>
                  <a:pt x="2" y="2688"/>
                  <a:pt x="0" y="2673"/>
                  <a:pt x="0" y="2658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8" name=""/>
          <p:cNvSpPr/>
          <p:nvPr/>
        </p:nvSpPr>
        <p:spPr>
          <a:xfrm>
            <a:off x="3862080" y="3890880"/>
            <a:ext cx="1448280" cy="1038600"/>
          </a:xfrm>
          <a:custGeom>
            <a:avLst/>
            <a:gdLst/>
            <a:ahLst/>
            <a:rect l="0" t="0" r="r" b="b"/>
            <a:pathLst>
              <a:path w="4023" h="2885">
                <a:moveTo>
                  <a:pt x="0" y="2658"/>
                </a:moveTo>
                <a:lnTo>
                  <a:pt x="0" y="226"/>
                </a:lnTo>
                <a:cubicBezTo>
                  <a:pt x="0" y="212"/>
                  <a:pt x="2" y="197"/>
                  <a:pt x="5" y="182"/>
                </a:cubicBezTo>
                <a:cubicBezTo>
                  <a:pt x="8" y="168"/>
                  <a:pt x="12" y="153"/>
                  <a:pt x="18" y="140"/>
                </a:cubicBezTo>
                <a:cubicBezTo>
                  <a:pt x="23" y="126"/>
                  <a:pt x="30" y="113"/>
                  <a:pt x="39" y="100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7" y="23"/>
                  <a:pt x="3910" y="30"/>
                  <a:pt x="3922" y="38"/>
                </a:cubicBezTo>
                <a:cubicBezTo>
                  <a:pt x="3935" y="46"/>
                  <a:pt x="3946" y="56"/>
                  <a:pt x="3957" y="66"/>
                </a:cubicBezTo>
                <a:cubicBezTo>
                  <a:pt x="3967" y="77"/>
                  <a:pt x="3977" y="88"/>
                  <a:pt x="3985" y="100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3"/>
                  <a:pt x="4016" y="168"/>
                  <a:pt x="4019" y="182"/>
                </a:cubicBezTo>
                <a:cubicBezTo>
                  <a:pt x="4022" y="197"/>
                  <a:pt x="4023" y="212"/>
                  <a:pt x="4023" y="226"/>
                </a:cubicBezTo>
                <a:lnTo>
                  <a:pt x="4023" y="2658"/>
                </a:lnTo>
                <a:cubicBezTo>
                  <a:pt x="4023" y="2673"/>
                  <a:pt x="4022" y="2688"/>
                  <a:pt x="4019" y="2702"/>
                </a:cubicBezTo>
                <a:cubicBezTo>
                  <a:pt x="4016" y="2717"/>
                  <a:pt x="4011" y="2731"/>
                  <a:pt x="4006" y="2745"/>
                </a:cubicBezTo>
                <a:cubicBezTo>
                  <a:pt x="4000" y="2758"/>
                  <a:pt x="3993" y="2772"/>
                  <a:pt x="3985" y="2784"/>
                </a:cubicBezTo>
                <a:cubicBezTo>
                  <a:pt x="3977" y="2796"/>
                  <a:pt x="3967" y="2808"/>
                  <a:pt x="3957" y="2818"/>
                </a:cubicBezTo>
                <a:cubicBezTo>
                  <a:pt x="3946" y="2829"/>
                  <a:pt x="3935" y="2838"/>
                  <a:pt x="3922" y="2846"/>
                </a:cubicBezTo>
                <a:cubicBezTo>
                  <a:pt x="3910" y="2855"/>
                  <a:pt x="3897" y="2862"/>
                  <a:pt x="3883" y="2867"/>
                </a:cubicBezTo>
                <a:cubicBezTo>
                  <a:pt x="3869" y="2873"/>
                  <a:pt x="3855" y="2877"/>
                  <a:pt x="3840" y="2880"/>
                </a:cubicBezTo>
                <a:cubicBezTo>
                  <a:pt x="3826" y="2883"/>
                  <a:pt x="3811" y="2885"/>
                  <a:pt x="3796" y="2885"/>
                </a:cubicBezTo>
                <a:lnTo>
                  <a:pt x="227" y="2885"/>
                </a:lnTo>
                <a:cubicBezTo>
                  <a:pt x="212" y="2885"/>
                  <a:pt x="197" y="2883"/>
                  <a:pt x="183" y="2880"/>
                </a:cubicBezTo>
                <a:cubicBezTo>
                  <a:pt x="168" y="2877"/>
                  <a:pt x="154" y="2873"/>
                  <a:pt x="140" y="2867"/>
                </a:cubicBezTo>
                <a:cubicBezTo>
                  <a:pt x="127" y="2862"/>
                  <a:pt x="114" y="2855"/>
                  <a:pt x="101" y="2846"/>
                </a:cubicBezTo>
                <a:cubicBezTo>
                  <a:pt x="89" y="2838"/>
                  <a:pt x="77" y="2829"/>
                  <a:pt x="67" y="2818"/>
                </a:cubicBezTo>
                <a:cubicBezTo>
                  <a:pt x="56" y="2808"/>
                  <a:pt x="47" y="2796"/>
                  <a:pt x="39" y="2784"/>
                </a:cubicBezTo>
                <a:cubicBezTo>
                  <a:pt x="30" y="2772"/>
                  <a:pt x="23" y="2758"/>
                  <a:pt x="18" y="2745"/>
                </a:cubicBezTo>
                <a:cubicBezTo>
                  <a:pt x="12" y="2731"/>
                  <a:pt x="8" y="2717"/>
                  <a:pt x="5" y="2702"/>
                </a:cubicBezTo>
                <a:cubicBezTo>
                  <a:pt x="2" y="2688"/>
                  <a:pt x="0" y="2673"/>
                  <a:pt x="0" y="2658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9" name=""/>
          <p:cNvSpPr txBox="1"/>
          <p:nvPr/>
        </p:nvSpPr>
        <p:spPr>
          <a:xfrm>
            <a:off x="2439720" y="4635360"/>
            <a:ext cx="8067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onboarding form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0" name=""/>
          <p:cNvSpPr txBox="1"/>
          <p:nvPr/>
        </p:nvSpPr>
        <p:spPr>
          <a:xfrm>
            <a:off x="4042800" y="4070160"/>
            <a:ext cx="3045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1" name=""/>
          <p:cNvSpPr txBox="1"/>
          <p:nvPr/>
        </p:nvSpPr>
        <p:spPr>
          <a:xfrm>
            <a:off x="4042800" y="4473720"/>
            <a:ext cx="9410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Pick a package and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2" name=""/>
          <p:cNvSpPr/>
          <p:nvPr/>
        </p:nvSpPr>
        <p:spPr>
          <a:xfrm>
            <a:off x="5462280" y="3890880"/>
            <a:ext cx="1448280" cy="1038600"/>
          </a:xfrm>
          <a:custGeom>
            <a:avLst/>
            <a:gdLst/>
            <a:ahLst/>
            <a:rect l="0" t="0" r="r" b="b"/>
            <a:pathLst>
              <a:path w="4023" h="2885">
                <a:moveTo>
                  <a:pt x="0" y="2658"/>
                </a:moveTo>
                <a:lnTo>
                  <a:pt x="0" y="226"/>
                </a:lnTo>
                <a:cubicBezTo>
                  <a:pt x="0" y="212"/>
                  <a:pt x="2" y="197"/>
                  <a:pt x="5" y="182"/>
                </a:cubicBezTo>
                <a:cubicBezTo>
                  <a:pt x="8" y="168"/>
                  <a:pt x="12" y="153"/>
                  <a:pt x="18" y="140"/>
                </a:cubicBezTo>
                <a:cubicBezTo>
                  <a:pt x="23" y="126"/>
                  <a:pt x="30" y="113"/>
                  <a:pt x="39" y="100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7" y="23"/>
                  <a:pt x="3910" y="30"/>
                  <a:pt x="3922" y="38"/>
                </a:cubicBezTo>
                <a:cubicBezTo>
                  <a:pt x="3935" y="46"/>
                  <a:pt x="3946" y="56"/>
                  <a:pt x="3957" y="66"/>
                </a:cubicBezTo>
                <a:cubicBezTo>
                  <a:pt x="3967" y="77"/>
                  <a:pt x="3977" y="88"/>
                  <a:pt x="3985" y="100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3"/>
                  <a:pt x="4016" y="168"/>
                  <a:pt x="4019" y="182"/>
                </a:cubicBezTo>
                <a:cubicBezTo>
                  <a:pt x="4022" y="197"/>
                  <a:pt x="4023" y="212"/>
                  <a:pt x="4023" y="226"/>
                </a:cubicBezTo>
                <a:lnTo>
                  <a:pt x="4023" y="2658"/>
                </a:lnTo>
                <a:cubicBezTo>
                  <a:pt x="4023" y="2673"/>
                  <a:pt x="4022" y="2688"/>
                  <a:pt x="4019" y="2702"/>
                </a:cubicBezTo>
                <a:cubicBezTo>
                  <a:pt x="4016" y="2717"/>
                  <a:pt x="4011" y="2731"/>
                  <a:pt x="4006" y="2745"/>
                </a:cubicBezTo>
                <a:cubicBezTo>
                  <a:pt x="4000" y="2758"/>
                  <a:pt x="3993" y="2772"/>
                  <a:pt x="3985" y="2784"/>
                </a:cubicBezTo>
                <a:cubicBezTo>
                  <a:pt x="3977" y="2796"/>
                  <a:pt x="3967" y="2808"/>
                  <a:pt x="3957" y="2818"/>
                </a:cubicBezTo>
                <a:cubicBezTo>
                  <a:pt x="3946" y="2829"/>
                  <a:pt x="3935" y="2838"/>
                  <a:pt x="3922" y="2846"/>
                </a:cubicBezTo>
                <a:cubicBezTo>
                  <a:pt x="3910" y="2855"/>
                  <a:pt x="3897" y="2862"/>
                  <a:pt x="3883" y="2867"/>
                </a:cubicBezTo>
                <a:cubicBezTo>
                  <a:pt x="3869" y="2873"/>
                  <a:pt x="3855" y="2877"/>
                  <a:pt x="3840" y="2880"/>
                </a:cubicBezTo>
                <a:cubicBezTo>
                  <a:pt x="3826" y="2883"/>
                  <a:pt x="3811" y="2885"/>
                  <a:pt x="3796" y="2885"/>
                </a:cubicBezTo>
                <a:lnTo>
                  <a:pt x="227" y="2885"/>
                </a:lnTo>
                <a:cubicBezTo>
                  <a:pt x="212" y="2885"/>
                  <a:pt x="197" y="2883"/>
                  <a:pt x="183" y="2880"/>
                </a:cubicBezTo>
                <a:cubicBezTo>
                  <a:pt x="168" y="2877"/>
                  <a:pt x="154" y="2873"/>
                  <a:pt x="140" y="2867"/>
                </a:cubicBezTo>
                <a:cubicBezTo>
                  <a:pt x="127" y="2862"/>
                  <a:pt x="114" y="2855"/>
                  <a:pt x="101" y="2846"/>
                </a:cubicBezTo>
                <a:cubicBezTo>
                  <a:pt x="89" y="2838"/>
                  <a:pt x="77" y="2829"/>
                  <a:pt x="67" y="2818"/>
                </a:cubicBezTo>
                <a:cubicBezTo>
                  <a:pt x="56" y="2808"/>
                  <a:pt x="47" y="2796"/>
                  <a:pt x="39" y="2784"/>
                </a:cubicBezTo>
                <a:cubicBezTo>
                  <a:pt x="30" y="2772"/>
                  <a:pt x="23" y="2758"/>
                  <a:pt x="18" y="2745"/>
                </a:cubicBezTo>
                <a:cubicBezTo>
                  <a:pt x="12" y="2731"/>
                  <a:pt x="8" y="2717"/>
                  <a:pt x="5" y="2702"/>
                </a:cubicBezTo>
                <a:cubicBezTo>
                  <a:pt x="2" y="2688"/>
                  <a:pt x="0" y="2673"/>
                  <a:pt x="0" y="2658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3" name=""/>
          <p:cNvSpPr/>
          <p:nvPr/>
        </p:nvSpPr>
        <p:spPr>
          <a:xfrm>
            <a:off x="5462280" y="3890880"/>
            <a:ext cx="1448280" cy="1038600"/>
          </a:xfrm>
          <a:custGeom>
            <a:avLst/>
            <a:gdLst/>
            <a:ahLst/>
            <a:rect l="0" t="0" r="r" b="b"/>
            <a:pathLst>
              <a:path w="4023" h="2885">
                <a:moveTo>
                  <a:pt x="0" y="2658"/>
                </a:moveTo>
                <a:lnTo>
                  <a:pt x="0" y="226"/>
                </a:lnTo>
                <a:cubicBezTo>
                  <a:pt x="0" y="212"/>
                  <a:pt x="2" y="197"/>
                  <a:pt x="5" y="182"/>
                </a:cubicBezTo>
                <a:cubicBezTo>
                  <a:pt x="8" y="168"/>
                  <a:pt x="12" y="153"/>
                  <a:pt x="18" y="140"/>
                </a:cubicBezTo>
                <a:cubicBezTo>
                  <a:pt x="23" y="126"/>
                  <a:pt x="30" y="113"/>
                  <a:pt x="39" y="100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7" y="23"/>
                  <a:pt x="3910" y="30"/>
                  <a:pt x="3922" y="38"/>
                </a:cubicBezTo>
                <a:cubicBezTo>
                  <a:pt x="3935" y="46"/>
                  <a:pt x="3946" y="56"/>
                  <a:pt x="3957" y="66"/>
                </a:cubicBezTo>
                <a:cubicBezTo>
                  <a:pt x="3967" y="77"/>
                  <a:pt x="3977" y="88"/>
                  <a:pt x="3985" y="100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3"/>
                  <a:pt x="4016" y="168"/>
                  <a:pt x="4019" y="182"/>
                </a:cubicBezTo>
                <a:cubicBezTo>
                  <a:pt x="4022" y="197"/>
                  <a:pt x="4023" y="212"/>
                  <a:pt x="4023" y="226"/>
                </a:cubicBezTo>
                <a:lnTo>
                  <a:pt x="4023" y="2658"/>
                </a:lnTo>
                <a:cubicBezTo>
                  <a:pt x="4023" y="2673"/>
                  <a:pt x="4022" y="2688"/>
                  <a:pt x="4019" y="2702"/>
                </a:cubicBezTo>
                <a:cubicBezTo>
                  <a:pt x="4016" y="2717"/>
                  <a:pt x="4011" y="2731"/>
                  <a:pt x="4006" y="2745"/>
                </a:cubicBezTo>
                <a:cubicBezTo>
                  <a:pt x="4000" y="2758"/>
                  <a:pt x="3993" y="2772"/>
                  <a:pt x="3985" y="2784"/>
                </a:cubicBezTo>
                <a:cubicBezTo>
                  <a:pt x="3977" y="2796"/>
                  <a:pt x="3967" y="2808"/>
                  <a:pt x="3957" y="2818"/>
                </a:cubicBezTo>
                <a:cubicBezTo>
                  <a:pt x="3946" y="2829"/>
                  <a:pt x="3935" y="2838"/>
                  <a:pt x="3922" y="2846"/>
                </a:cubicBezTo>
                <a:cubicBezTo>
                  <a:pt x="3910" y="2855"/>
                  <a:pt x="3897" y="2862"/>
                  <a:pt x="3883" y="2867"/>
                </a:cubicBezTo>
                <a:cubicBezTo>
                  <a:pt x="3869" y="2873"/>
                  <a:pt x="3855" y="2877"/>
                  <a:pt x="3840" y="2880"/>
                </a:cubicBezTo>
                <a:cubicBezTo>
                  <a:pt x="3826" y="2883"/>
                  <a:pt x="3811" y="2885"/>
                  <a:pt x="3796" y="2885"/>
                </a:cubicBezTo>
                <a:lnTo>
                  <a:pt x="227" y="2885"/>
                </a:lnTo>
                <a:cubicBezTo>
                  <a:pt x="212" y="2885"/>
                  <a:pt x="197" y="2883"/>
                  <a:pt x="183" y="2880"/>
                </a:cubicBezTo>
                <a:cubicBezTo>
                  <a:pt x="168" y="2877"/>
                  <a:pt x="154" y="2873"/>
                  <a:pt x="140" y="2867"/>
                </a:cubicBezTo>
                <a:cubicBezTo>
                  <a:pt x="127" y="2862"/>
                  <a:pt x="114" y="2855"/>
                  <a:pt x="101" y="2846"/>
                </a:cubicBezTo>
                <a:cubicBezTo>
                  <a:pt x="89" y="2838"/>
                  <a:pt x="77" y="2829"/>
                  <a:pt x="67" y="2818"/>
                </a:cubicBezTo>
                <a:cubicBezTo>
                  <a:pt x="56" y="2808"/>
                  <a:pt x="47" y="2796"/>
                  <a:pt x="39" y="2784"/>
                </a:cubicBezTo>
                <a:cubicBezTo>
                  <a:pt x="30" y="2772"/>
                  <a:pt x="23" y="2758"/>
                  <a:pt x="18" y="2745"/>
                </a:cubicBezTo>
                <a:cubicBezTo>
                  <a:pt x="12" y="2731"/>
                  <a:pt x="8" y="2717"/>
                  <a:pt x="5" y="2702"/>
                </a:cubicBezTo>
                <a:cubicBezTo>
                  <a:pt x="2" y="2688"/>
                  <a:pt x="0" y="2673"/>
                  <a:pt x="0" y="2658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4" name=""/>
          <p:cNvSpPr txBox="1"/>
          <p:nvPr/>
        </p:nvSpPr>
        <p:spPr>
          <a:xfrm>
            <a:off x="4042800" y="4635360"/>
            <a:ext cx="9320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sign the agreement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5" name=""/>
          <p:cNvSpPr txBox="1"/>
          <p:nvPr/>
        </p:nvSpPr>
        <p:spPr>
          <a:xfrm>
            <a:off x="5645520" y="4070160"/>
            <a:ext cx="3045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6" name=""/>
          <p:cNvSpPr txBox="1"/>
          <p:nvPr/>
        </p:nvSpPr>
        <p:spPr>
          <a:xfrm>
            <a:off x="5645520" y="4473720"/>
            <a:ext cx="985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Quick call to buy the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7" name=""/>
          <p:cNvSpPr txBox="1"/>
          <p:nvPr/>
        </p:nvSpPr>
        <p:spPr>
          <a:xfrm>
            <a:off x="5645520" y="4635360"/>
            <a:ext cx="8359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domain &amp; hosting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8" name=""/>
          <p:cNvSpPr txBox="1"/>
          <p:nvPr/>
        </p:nvSpPr>
        <p:spPr>
          <a:xfrm>
            <a:off x="2579400" y="5564880"/>
            <a:ext cx="240120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300" spc="-1" strike="noStrike">
                <a:solidFill>
                  <a:srgbClr val="ffffff"/>
                </a:solidFill>
                <a:latin typeface="PlayfairDisplay-Medium"/>
                <a:ea typeface="PlayfairDisplay-Medium"/>
              </a:rPr>
              <a:t>Let's put GFX-T online, properly.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9" name=""/>
          <p:cNvSpPr txBox="1"/>
          <p:nvPr/>
        </p:nvSpPr>
        <p:spPr>
          <a:xfrm>
            <a:off x="2456640" y="5892840"/>
            <a:ext cx="26676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c9b4ff"/>
                </a:solidFill>
                <a:latin typeface="Inter"/>
                <a:ea typeface="Inter"/>
              </a:rPr>
              <a:t>Omer Bin Dawood · OBD AI Solutions · Lahore, Pakistan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