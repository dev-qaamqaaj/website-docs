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</p:sldIdLst>
  <p:sldSz cx="7554913" cy="10691813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4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41040" y="861480"/>
            <a:ext cx="5924880" cy="164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941040" y="2775960"/>
            <a:ext cx="5924880" cy="572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41040" y="861480"/>
            <a:ext cx="5924880" cy="164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941040" y="2775960"/>
            <a:ext cx="5924880" cy="572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647640" y="504720"/>
            <a:ext cx="6267600" cy="9468000"/>
          </a:xfrm>
          <a:custGeom>
            <a:avLst/>
            <a:gdLst/>
            <a:ahLst/>
            <a:rect l="0" t="0" r="r" b="b"/>
            <a:pathLst>
              <a:path w="17410" h="26300">
                <a:moveTo>
                  <a:pt x="0" y="0"/>
                </a:moveTo>
                <a:lnTo>
                  <a:pt x="17410" y="0"/>
                </a:lnTo>
                <a:lnTo>
                  <a:pt x="17410" y="26300"/>
                </a:lnTo>
                <a:lnTo>
                  <a:pt x="0" y="263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6372360" y="10286640"/>
            <a:ext cx="46260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Page 1 of 2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652320" y="2290680"/>
            <a:ext cx="6258240" cy="2000520"/>
          </a:xfrm>
          <a:custGeom>
            <a:avLst/>
            <a:gdLst/>
            <a:ahLst/>
            <a:rect l="0" t="0" r="r" b="b"/>
            <a:pathLst>
              <a:path w="17384" h="5557">
                <a:moveTo>
                  <a:pt x="0" y="5330"/>
                </a:moveTo>
                <a:lnTo>
                  <a:pt x="0" y="226"/>
                </a:lnTo>
                <a:cubicBezTo>
                  <a:pt x="0" y="212"/>
                  <a:pt x="1" y="197"/>
                  <a:pt x="4" y="182"/>
                </a:cubicBezTo>
                <a:cubicBezTo>
                  <a:pt x="7" y="168"/>
                  <a:pt x="11" y="153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6" y="77"/>
                  <a:pt x="66" y="66"/>
                </a:cubicBezTo>
                <a:cubicBezTo>
                  <a:pt x="77" y="56"/>
                  <a:pt x="88" y="46"/>
                  <a:pt x="101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4" y="11"/>
                  <a:pt x="168" y="7"/>
                  <a:pt x="182" y="4"/>
                </a:cubicBezTo>
                <a:cubicBezTo>
                  <a:pt x="197" y="1"/>
                  <a:pt x="212" y="0"/>
                  <a:pt x="227" y="0"/>
                </a:cubicBezTo>
                <a:lnTo>
                  <a:pt x="17157" y="0"/>
                </a:lnTo>
                <a:cubicBezTo>
                  <a:pt x="17172" y="0"/>
                  <a:pt x="17187" y="1"/>
                  <a:pt x="17201" y="4"/>
                </a:cubicBezTo>
                <a:cubicBezTo>
                  <a:pt x="17216" y="7"/>
                  <a:pt x="17230" y="11"/>
                  <a:pt x="17244" y="17"/>
                </a:cubicBezTo>
                <a:cubicBezTo>
                  <a:pt x="17258" y="23"/>
                  <a:pt x="17271" y="30"/>
                  <a:pt x="17283" y="38"/>
                </a:cubicBezTo>
                <a:cubicBezTo>
                  <a:pt x="17296" y="46"/>
                  <a:pt x="17307" y="56"/>
                  <a:pt x="17318" y="66"/>
                </a:cubicBezTo>
                <a:cubicBezTo>
                  <a:pt x="17328" y="77"/>
                  <a:pt x="17338" y="88"/>
                  <a:pt x="17346" y="101"/>
                </a:cubicBezTo>
                <a:cubicBezTo>
                  <a:pt x="17354" y="113"/>
                  <a:pt x="17361" y="126"/>
                  <a:pt x="17367" y="140"/>
                </a:cubicBezTo>
                <a:cubicBezTo>
                  <a:pt x="17372" y="153"/>
                  <a:pt x="17377" y="168"/>
                  <a:pt x="17380" y="182"/>
                </a:cubicBezTo>
                <a:cubicBezTo>
                  <a:pt x="17383" y="197"/>
                  <a:pt x="17384" y="212"/>
                  <a:pt x="17384" y="226"/>
                </a:cubicBezTo>
                <a:lnTo>
                  <a:pt x="17384" y="5330"/>
                </a:lnTo>
                <a:cubicBezTo>
                  <a:pt x="17384" y="5345"/>
                  <a:pt x="17383" y="5360"/>
                  <a:pt x="17380" y="5374"/>
                </a:cubicBezTo>
                <a:cubicBezTo>
                  <a:pt x="17377" y="5389"/>
                  <a:pt x="17372" y="5403"/>
                  <a:pt x="17367" y="5417"/>
                </a:cubicBezTo>
                <a:cubicBezTo>
                  <a:pt x="17361" y="5431"/>
                  <a:pt x="17354" y="5444"/>
                  <a:pt x="17346" y="5456"/>
                </a:cubicBezTo>
                <a:cubicBezTo>
                  <a:pt x="17338" y="5469"/>
                  <a:pt x="17328" y="5480"/>
                  <a:pt x="17318" y="5491"/>
                </a:cubicBezTo>
                <a:cubicBezTo>
                  <a:pt x="17307" y="5501"/>
                  <a:pt x="17296" y="5510"/>
                  <a:pt x="17283" y="5519"/>
                </a:cubicBezTo>
                <a:cubicBezTo>
                  <a:pt x="17271" y="5527"/>
                  <a:pt x="17258" y="5534"/>
                  <a:pt x="17244" y="5540"/>
                </a:cubicBezTo>
                <a:cubicBezTo>
                  <a:pt x="17230" y="5545"/>
                  <a:pt x="17216" y="5550"/>
                  <a:pt x="17201" y="5553"/>
                </a:cubicBezTo>
                <a:cubicBezTo>
                  <a:pt x="17187" y="5556"/>
                  <a:pt x="17172" y="5557"/>
                  <a:pt x="17157" y="5557"/>
                </a:cubicBezTo>
                <a:lnTo>
                  <a:pt x="227" y="5557"/>
                </a:lnTo>
                <a:cubicBezTo>
                  <a:pt x="212" y="5557"/>
                  <a:pt x="197" y="5556"/>
                  <a:pt x="182" y="5553"/>
                </a:cubicBezTo>
                <a:cubicBezTo>
                  <a:pt x="168" y="5550"/>
                  <a:pt x="154" y="5545"/>
                  <a:pt x="140" y="5540"/>
                </a:cubicBezTo>
                <a:cubicBezTo>
                  <a:pt x="126" y="5534"/>
                  <a:pt x="113" y="5527"/>
                  <a:pt x="101" y="5519"/>
                </a:cubicBezTo>
                <a:cubicBezTo>
                  <a:pt x="88" y="5510"/>
                  <a:pt x="77" y="5501"/>
                  <a:pt x="66" y="5491"/>
                </a:cubicBezTo>
                <a:cubicBezTo>
                  <a:pt x="56" y="5480"/>
                  <a:pt x="46" y="5469"/>
                  <a:pt x="38" y="5456"/>
                </a:cubicBezTo>
                <a:cubicBezTo>
                  <a:pt x="30" y="5444"/>
                  <a:pt x="23" y="5431"/>
                  <a:pt x="17" y="5417"/>
                </a:cubicBezTo>
                <a:cubicBezTo>
                  <a:pt x="11" y="5403"/>
                  <a:pt x="7" y="5389"/>
                  <a:pt x="4" y="5374"/>
                </a:cubicBezTo>
                <a:cubicBezTo>
                  <a:pt x="1" y="5360"/>
                  <a:pt x="0" y="5345"/>
                  <a:pt x="0" y="5330"/>
                </a:cubicBezTo>
                <a:close/>
              </a:path>
            </a:pathLst>
          </a:custGeom>
          <a:noFill/>
          <a:ln w="9360">
            <a:solidFill>
              <a:srgbClr val="e6e1f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652320" y="4433760"/>
            <a:ext cx="6258240" cy="1429200"/>
          </a:xfrm>
          <a:custGeom>
            <a:avLst/>
            <a:gdLst/>
            <a:ahLst/>
            <a:rect l="0" t="0" r="r" b="b"/>
            <a:pathLst>
              <a:path w="17384" h="3970">
                <a:moveTo>
                  <a:pt x="0" y="3743"/>
                </a:moveTo>
                <a:lnTo>
                  <a:pt x="0" y="227"/>
                </a:lnTo>
                <a:cubicBezTo>
                  <a:pt x="0" y="212"/>
                  <a:pt x="1" y="197"/>
                  <a:pt x="4" y="182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6" y="77"/>
                  <a:pt x="66" y="66"/>
                </a:cubicBezTo>
                <a:cubicBezTo>
                  <a:pt x="77" y="56"/>
                  <a:pt x="88" y="46"/>
                  <a:pt x="101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4" y="11"/>
                  <a:pt x="168" y="7"/>
                  <a:pt x="182" y="4"/>
                </a:cubicBezTo>
                <a:cubicBezTo>
                  <a:pt x="197" y="1"/>
                  <a:pt x="212" y="0"/>
                  <a:pt x="227" y="0"/>
                </a:cubicBezTo>
                <a:lnTo>
                  <a:pt x="17157" y="0"/>
                </a:lnTo>
                <a:cubicBezTo>
                  <a:pt x="17172" y="0"/>
                  <a:pt x="17187" y="1"/>
                  <a:pt x="17201" y="4"/>
                </a:cubicBezTo>
                <a:cubicBezTo>
                  <a:pt x="17216" y="7"/>
                  <a:pt x="17230" y="11"/>
                  <a:pt x="17244" y="17"/>
                </a:cubicBezTo>
                <a:cubicBezTo>
                  <a:pt x="17258" y="23"/>
                  <a:pt x="17271" y="30"/>
                  <a:pt x="17283" y="38"/>
                </a:cubicBezTo>
                <a:cubicBezTo>
                  <a:pt x="17296" y="46"/>
                  <a:pt x="17307" y="56"/>
                  <a:pt x="17318" y="66"/>
                </a:cubicBezTo>
                <a:cubicBezTo>
                  <a:pt x="17328" y="77"/>
                  <a:pt x="17338" y="88"/>
                  <a:pt x="17346" y="101"/>
                </a:cubicBezTo>
                <a:cubicBezTo>
                  <a:pt x="17354" y="113"/>
                  <a:pt x="17361" y="126"/>
                  <a:pt x="17367" y="140"/>
                </a:cubicBezTo>
                <a:cubicBezTo>
                  <a:pt x="17372" y="154"/>
                  <a:pt x="17377" y="168"/>
                  <a:pt x="17380" y="182"/>
                </a:cubicBezTo>
                <a:cubicBezTo>
                  <a:pt x="17383" y="197"/>
                  <a:pt x="17384" y="212"/>
                  <a:pt x="17384" y="227"/>
                </a:cubicBezTo>
                <a:lnTo>
                  <a:pt x="17384" y="3743"/>
                </a:lnTo>
                <a:cubicBezTo>
                  <a:pt x="17384" y="3758"/>
                  <a:pt x="17383" y="3772"/>
                  <a:pt x="17380" y="3787"/>
                </a:cubicBezTo>
                <a:cubicBezTo>
                  <a:pt x="17377" y="3802"/>
                  <a:pt x="17372" y="3816"/>
                  <a:pt x="17367" y="3830"/>
                </a:cubicBezTo>
                <a:cubicBezTo>
                  <a:pt x="17361" y="3843"/>
                  <a:pt x="17354" y="3856"/>
                  <a:pt x="17346" y="3869"/>
                </a:cubicBezTo>
                <a:cubicBezTo>
                  <a:pt x="17338" y="3881"/>
                  <a:pt x="17328" y="3893"/>
                  <a:pt x="17318" y="3903"/>
                </a:cubicBezTo>
                <a:cubicBezTo>
                  <a:pt x="17307" y="3914"/>
                  <a:pt x="17296" y="3923"/>
                  <a:pt x="17283" y="3931"/>
                </a:cubicBezTo>
                <a:cubicBezTo>
                  <a:pt x="17271" y="3940"/>
                  <a:pt x="17258" y="3947"/>
                  <a:pt x="17244" y="3952"/>
                </a:cubicBezTo>
                <a:cubicBezTo>
                  <a:pt x="17230" y="3958"/>
                  <a:pt x="17216" y="3962"/>
                  <a:pt x="17201" y="3965"/>
                </a:cubicBezTo>
                <a:cubicBezTo>
                  <a:pt x="17187" y="3968"/>
                  <a:pt x="17172" y="3970"/>
                  <a:pt x="17157" y="3970"/>
                </a:cubicBezTo>
                <a:lnTo>
                  <a:pt x="227" y="3970"/>
                </a:lnTo>
                <a:cubicBezTo>
                  <a:pt x="212" y="3970"/>
                  <a:pt x="197" y="3968"/>
                  <a:pt x="182" y="3965"/>
                </a:cubicBezTo>
                <a:cubicBezTo>
                  <a:pt x="168" y="3962"/>
                  <a:pt x="154" y="3958"/>
                  <a:pt x="140" y="3952"/>
                </a:cubicBezTo>
                <a:cubicBezTo>
                  <a:pt x="126" y="3947"/>
                  <a:pt x="113" y="3940"/>
                  <a:pt x="101" y="3931"/>
                </a:cubicBezTo>
                <a:cubicBezTo>
                  <a:pt x="88" y="3923"/>
                  <a:pt x="77" y="3914"/>
                  <a:pt x="66" y="3903"/>
                </a:cubicBezTo>
                <a:cubicBezTo>
                  <a:pt x="56" y="3893"/>
                  <a:pt x="46" y="3881"/>
                  <a:pt x="38" y="3869"/>
                </a:cubicBezTo>
                <a:cubicBezTo>
                  <a:pt x="30" y="3856"/>
                  <a:pt x="23" y="3843"/>
                  <a:pt x="17" y="3830"/>
                </a:cubicBezTo>
                <a:cubicBezTo>
                  <a:pt x="11" y="3816"/>
                  <a:pt x="7" y="3802"/>
                  <a:pt x="4" y="3787"/>
                </a:cubicBezTo>
                <a:cubicBezTo>
                  <a:pt x="1" y="3772"/>
                  <a:pt x="0" y="3758"/>
                  <a:pt x="0" y="3743"/>
                </a:cubicBezTo>
                <a:close/>
              </a:path>
            </a:pathLst>
          </a:custGeom>
          <a:noFill/>
          <a:ln w="9360">
            <a:solidFill>
              <a:srgbClr val="e6e1f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652320" y="5995800"/>
            <a:ext cx="6258240" cy="1895760"/>
          </a:xfrm>
          <a:custGeom>
            <a:avLst/>
            <a:gdLst/>
            <a:ahLst/>
            <a:rect l="0" t="0" r="r" b="b"/>
            <a:pathLst>
              <a:path w="17384" h="5266">
                <a:moveTo>
                  <a:pt x="0" y="5039"/>
                </a:moveTo>
                <a:lnTo>
                  <a:pt x="0" y="227"/>
                </a:lnTo>
                <a:cubicBezTo>
                  <a:pt x="0" y="212"/>
                  <a:pt x="1" y="197"/>
                  <a:pt x="4" y="183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6" y="77"/>
                  <a:pt x="66" y="66"/>
                </a:cubicBezTo>
                <a:cubicBezTo>
                  <a:pt x="77" y="56"/>
                  <a:pt x="88" y="47"/>
                  <a:pt x="101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4" y="12"/>
                  <a:pt x="168" y="7"/>
                  <a:pt x="182" y="4"/>
                </a:cubicBezTo>
                <a:cubicBezTo>
                  <a:pt x="197" y="1"/>
                  <a:pt x="212" y="0"/>
                  <a:pt x="227" y="0"/>
                </a:cubicBezTo>
                <a:lnTo>
                  <a:pt x="17157" y="0"/>
                </a:lnTo>
                <a:cubicBezTo>
                  <a:pt x="17172" y="0"/>
                  <a:pt x="17187" y="1"/>
                  <a:pt x="17201" y="4"/>
                </a:cubicBezTo>
                <a:cubicBezTo>
                  <a:pt x="17216" y="7"/>
                  <a:pt x="17230" y="12"/>
                  <a:pt x="17244" y="17"/>
                </a:cubicBezTo>
                <a:cubicBezTo>
                  <a:pt x="17258" y="23"/>
                  <a:pt x="17271" y="30"/>
                  <a:pt x="17283" y="38"/>
                </a:cubicBezTo>
                <a:cubicBezTo>
                  <a:pt x="17296" y="47"/>
                  <a:pt x="17307" y="56"/>
                  <a:pt x="17318" y="66"/>
                </a:cubicBezTo>
                <a:cubicBezTo>
                  <a:pt x="17328" y="77"/>
                  <a:pt x="17338" y="88"/>
                  <a:pt x="17346" y="101"/>
                </a:cubicBezTo>
                <a:cubicBezTo>
                  <a:pt x="17354" y="113"/>
                  <a:pt x="17361" y="126"/>
                  <a:pt x="17367" y="140"/>
                </a:cubicBezTo>
                <a:cubicBezTo>
                  <a:pt x="17372" y="154"/>
                  <a:pt x="17377" y="168"/>
                  <a:pt x="17380" y="183"/>
                </a:cubicBezTo>
                <a:cubicBezTo>
                  <a:pt x="17383" y="197"/>
                  <a:pt x="17384" y="212"/>
                  <a:pt x="17384" y="227"/>
                </a:cubicBezTo>
                <a:lnTo>
                  <a:pt x="17384" y="5039"/>
                </a:lnTo>
                <a:cubicBezTo>
                  <a:pt x="17384" y="5054"/>
                  <a:pt x="17383" y="5069"/>
                  <a:pt x="17380" y="5084"/>
                </a:cubicBezTo>
                <a:cubicBezTo>
                  <a:pt x="17377" y="5098"/>
                  <a:pt x="17372" y="5112"/>
                  <a:pt x="17367" y="5126"/>
                </a:cubicBezTo>
                <a:cubicBezTo>
                  <a:pt x="17361" y="5140"/>
                  <a:pt x="17354" y="5153"/>
                  <a:pt x="17346" y="5165"/>
                </a:cubicBezTo>
                <a:cubicBezTo>
                  <a:pt x="17338" y="5178"/>
                  <a:pt x="17328" y="5189"/>
                  <a:pt x="17318" y="5200"/>
                </a:cubicBezTo>
                <a:cubicBezTo>
                  <a:pt x="17307" y="5210"/>
                  <a:pt x="17296" y="5220"/>
                  <a:pt x="17283" y="5228"/>
                </a:cubicBezTo>
                <a:cubicBezTo>
                  <a:pt x="17271" y="5236"/>
                  <a:pt x="17258" y="5243"/>
                  <a:pt x="17244" y="5249"/>
                </a:cubicBezTo>
                <a:cubicBezTo>
                  <a:pt x="17230" y="5255"/>
                  <a:pt x="17216" y="5259"/>
                  <a:pt x="17201" y="5262"/>
                </a:cubicBezTo>
                <a:cubicBezTo>
                  <a:pt x="17187" y="5265"/>
                  <a:pt x="17172" y="5266"/>
                  <a:pt x="17157" y="5266"/>
                </a:cubicBezTo>
                <a:lnTo>
                  <a:pt x="227" y="5266"/>
                </a:lnTo>
                <a:cubicBezTo>
                  <a:pt x="212" y="5266"/>
                  <a:pt x="197" y="5265"/>
                  <a:pt x="182" y="5262"/>
                </a:cubicBezTo>
                <a:cubicBezTo>
                  <a:pt x="168" y="5259"/>
                  <a:pt x="154" y="5255"/>
                  <a:pt x="140" y="5249"/>
                </a:cubicBezTo>
                <a:cubicBezTo>
                  <a:pt x="126" y="5243"/>
                  <a:pt x="113" y="5236"/>
                  <a:pt x="101" y="5228"/>
                </a:cubicBezTo>
                <a:cubicBezTo>
                  <a:pt x="88" y="5220"/>
                  <a:pt x="77" y="5210"/>
                  <a:pt x="66" y="5200"/>
                </a:cubicBezTo>
                <a:cubicBezTo>
                  <a:pt x="56" y="5189"/>
                  <a:pt x="46" y="5178"/>
                  <a:pt x="38" y="5165"/>
                </a:cubicBezTo>
                <a:cubicBezTo>
                  <a:pt x="30" y="5153"/>
                  <a:pt x="23" y="5140"/>
                  <a:pt x="17" y="5126"/>
                </a:cubicBezTo>
                <a:cubicBezTo>
                  <a:pt x="11" y="5112"/>
                  <a:pt x="7" y="5098"/>
                  <a:pt x="4" y="5084"/>
                </a:cubicBezTo>
                <a:cubicBezTo>
                  <a:pt x="1" y="5069"/>
                  <a:pt x="0" y="5054"/>
                  <a:pt x="0" y="5039"/>
                </a:cubicBezTo>
                <a:close/>
              </a:path>
            </a:pathLst>
          </a:custGeom>
          <a:noFill/>
          <a:ln w="9360">
            <a:solidFill>
              <a:srgbClr val="e6e1f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838080" y="6610320"/>
            <a:ext cx="286200" cy="9720"/>
          </a:xfrm>
          <a:custGeom>
            <a:avLst/>
            <a:gdLst/>
            <a:ahLst/>
            <a:rect l="0" t="0" r="r" b="b"/>
            <a:pathLst>
              <a:path w="795" h="27">
                <a:moveTo>
                  <a:pt x="0" y="0"/>
                </a:moveTo>
                <a:lnTo>
                  <a:pt x="795" y="0"/>
                </a:lnTo>
                <a:lnTo>
                  <a:pt x="7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e0e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1123920" y="6610320"/>
            <a:ext cx="2143440" cy="9720"/>
          </a:xfrm>
          <a:custGeom>
            <a:avLst/>
            <a:gdLst/>
            <a:ahLst/>
            <a:rect l="0" t="0" r="r" b="b"/>
            <a:pathLst>
              <a:path w="5954" h="27">
                <a:moveTo>
                  <a:pt x="0" y="0"/>
                </a:moveTo>
                <a:lnTo>
                  <a:pt x="5954" y="0"/>
                </a:lnTo>
                <a:lnTo>
                  <a:pt x="59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e0e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3267000" y="6610320"/>
            <a:ext cx="1248120" cy="9720"/>
          </a:xfrm>
          <a:custGeom>
            <a:avLst/>
            <a:gdLst/>
            <a:ahLst/>
            <a:rect l="0" t="0" r="r" b="b"/>
            <a:pathLst>
              <a:path w="3467" h="27">
                <a:moveTo>
                  <a:pt x="0" y="0"/>
                </a:moveTo>
                <a:lnTo>
                  <a:pt x="3467" y="0"/>
                </a:lnTo>
                <a:lnTo>
                  <a:pt x="34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e0e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4514760" y="6610320"/>
            <a:ext cx="2210040" cy="9720"/>
          </a:xfrm>
          <a:custGeom>
            <a:avLst/>
            <a:gdLst/>
            <a:ahLst/>
            <a:rect l="0" t="0" r="r" b="b"/>
            <a:pathLst>
              <a:path w="6139" h="27">
                <a:moveTo>
                  <a:pt x="0" y="0"/>
                </a:moveTo>
                <a:lnTo>
                  <a:pt x="6139" y="0"/>
                </a:lnTo>
                <a:lnTo>
                  <a:pt x="61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e0e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838080" y="6924600"/>
            <a:ext cx="286200" cy="9720"/>
          </a:xfrm>
          <a:custGeom>
            <a:avLst/>
            <a:gdLst/>
            <a:ahLst/>
            <a:rect l="0" t="0" r="r" b="b"/>
            <a:pathLst>
              <a:path w="795" h="27">
                <a:moveTo>
                  <a:pt x="0" y="0"/>
                </a:moveTo>
                <a:lnTo>
                  <a:pt x="795" y="0"/>
                </a:lnTo>
                <a:lnTo>
                  <a:pt x="7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1123920" y="6924600"/>
            <a:ext cx="2143440" cy="9720"/>
          </a:xfrm>
          <a:custGeom>
            <a:avLst/>
            <a:gdLst/>
            <a:ahLst/>
            <a:rect l="0" t="0" r="r" b="b"/>
            <a:pathLst>
              <a:path w="5954" h="27">
                <a:moveTo>
                  <a:pt x="0" y="0"/>
                </a:moveTo>
                <a:lnTo>
                  <a:pt x="5954" y="0"/>
                </a:lnTo>
                <a:lnTo>
                  <a:pt x="59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3267000" y="6924600"/>
            <a:ext cx="1248120" cy="9720"/>
          </a:xfrm>
          <a:custGeom>
            <a:avLst/>
            <a:gdLst/>
            <a:ahLst/>
            <a:rect l="0" t="0" r="r" b="b"/>
            <a:pathLst>
              <a:path w="3467" h="27">
                <a:moveTo>
                  <a:pt x="0" y="0"/>
                </a:moveTo>
                <a:lnTo>
                  <a:pt x="3467" y="0"/>
                </a:lnTo>
                <a:lnTo>
                  <a:pt x="34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4514760" y="6924600"/>
            <a:ext cx="2210040" cy="9720"/>
          </a:xfrm>
          <a:custGeom>
            <a:avLst/>
            <a:gdLst/>
            <a:ahLst/>
            <a:rect l="0" t="0" r="r" b="b"/>
            <a:pathLst>
              <a:path w="6139" h="27">
                <a:moveTo>
                  <a:pt x="0" y="0"/>
                </a:moveTo>
                <a:lnTo>
                  <a:pt x="6139" y="0"/>
                </a:lnTo>
                <a:lnTo>
                  <a:pt x="61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838080" y="7229160"/>
            <a:ext cx="286200" cy="10080"/>
          </a:xfrm>
          <a:custGeom>
            <a:avLst/>
            <a:gdLst/>
            <a:ahLst/>
            <a:rect l="0" t="0" r="r" b="b"/>
            <a:pathLst>
              <a:path w="795" h="28">
                <a:moveTo>
                  <a:pt x="0" y="0"/>
                </a:moveTo>
                <a:lnTo>
                  <a:pt x="795" y="0"/>
                </a:lnTo>
                <a:lnTo>
                  <a:pt x="7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1123920" y="7229160"/>
            <a:ext cx="2143440" cy="10080"/>
          </a:xfrm>
          <a:custGeom>
            <a:avLst/>
            <a:gdLst/>
            <a:ahLst/>
            <a:rect l="0" t="0" r="r" b="b"/>
            <a:pathLst>
              <a:path w="5954" h="28">
                <a:moveTo>
                  <a:pt x="0" y="0"/>
                </a:moveTo>
                <a:lnTo>
                  <a:pt x="5954" y="0"/>
                </a:lnTo>
                <a:lnTo>
                  <a:pt x="59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3267000" y="7229160"/>
            <a:ext cx="1248120" cy="10080"/>
          </a:xfrm>
          <a:custGeom>
            <a:avLst/>
            <a:gdLst/>
            <a:ahLst/>
            <a:rect l="0" t="0" r="r" b="b"/>
            <a:pathLst>
              <a:path w="3467" h="28">
                <a:moveTo>
                  <a:pt x="0" y="0"/>
                </a:moveTo>
                <a:lnTo>
                  <a:pt x="3467" y="0"/>
                </a:lnTo>
                <a:lnTo>
                  <a:pt x="34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4514760" y="7229160"/>
            <a:ext cx="2210040" cy="10080"/>
          </a:xfrm>
          <a:custGeom>
            <a:avLst/>
            <a:gdLst/>
            <a:ahLst/>
            <a:rect l="0" t="0" r="r" b="b"/>
            <a:pathLst>
              <a:path w="6139" h="28">
                <a:moveTo>
                  <a:pt x="0" y="0"/>
                </a:moveTo>
                <a:lnTo>
                  <a:pt x="6139" y="0"/>
                </a:lnTo>
                <a:lnTo>
                  <a:pt x="61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838080" y="7534080"/>
            <a:ext cx="286200" cy="9720"/>
          </a:xfrm>
          <a:custGeom>
            <a:avLst/>
            <a:gdLst/>
            <a:ahLst/>
            <a:rect l="0" t="0" r="r" b="b"/>
            <a:pathLst>
              <a:path w="795" h="27">
                <a:moveTo>
                  <a:pt x="0" y="0"/>
                </a:moveTo>
                <a:lnTo>
                  <a:pt x="795" y="0"/>
                </a:lnTo>
                <a:lnTo>
                  <a:pt x="7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1123920" y="7534080"/>
            <a:ext cx="2143440" cy="9720"/>
          </a:xfrm>
          <a:custGeom>
            <a:avLst/>
            <a:gdLst/>
            <a:ahLst/>
            <a:rect l="0" t="0" r="r" b="b"/>
            <a:pathLst>
              <a:path w="5954" h="27">
                <a:moveTo>
                  <a:pt x="0" y="0"/>
                </a:moveTo>
                <a:lnTo>
                  <a:pt x="5954" y="0"/>
                </a:lnTo>
                <a:lnTo>
                  <a:pt x="59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3267000" y="7534080"/>
            <a:ext cx="1248120" cy="9720"/>
          </a:xfrm>
          <a:custGeom>
            <a:avLst/>
            <a:gdLst/>
            <a:ahLst/>
            <a:rect l="0" t="0" r="r" b="b"/>
            <a:pathLst>
              <a:path w="3467" h="27">
                <a:moveTo>
                  <a:pt x="0" y="0"/>
                </a:moveTo>
                <a:lnTo>
                  <a:pt x="3467" y="0"/>
                </a:lnTo>
                <a:lnTo>
                  <a:pt x="34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4514760" y="7534080"/>
            <a:ext cx="2210040" cy="9720"/>
          </a:xfrm>
          <a:custGeom>
            <a:avLst/>
            <a:gdLst/>
            <a:ahLst/>
            <a:rect l="0" t="0" r="r" b="b"/>
            <a:pathLst>
              <a:path w="6139" h="27">
                <a:moveTo>
                  <a:pt x="0" y="0"/>
                </a:moveTo>
                <a:lnTo>
                  <a:pt x="6139" y="0"/>
                </a:lnTo>
                <a:lnTo>
                  <a:pt x="61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838080" y="7848360"/>
            <a:ext cx="286200" cy="10080"/>
          </a:xfrm>
          <a:custGeom>
            <a:avLst/>
            <a:gdLst/>
            <a:ahLst/>
            <a:rect l="0" t="0" r="r" b="b"/>
            <a:pathLst>
              <a:path w="795" h="28">
                <a:moveTo>
                  <a:pt x="0" y="0"/>
                </a:moveTo>
                <a:lnTo>
                  <a:pt x="795" y="0"/>
                </a:lnTo>
                <a:lnTo>
                  <a:pt x="7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1123920" y="7848360"/>
            <a:ext cx="2143440" cy="10080"/>
          </a:xfrm>
          <a:custGeom>
            <a:avLst/>
            <a:gdLst/>
            <a:ahLst/>
            <a:rect l="0" t="0" r="r" b="b"/>
            <a:pathLst>
              <a:path w="5954" h="28">
                <a:moveTo>
                  <a:pt x="0" y="0"/>
                </a:moveTo>
                <a:lnTo>
                  <a:pt x="5954" y="0"/>
                </a:lnTo>
                <a:lnTo>
                  <a:pt x="59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3267000" y="7848360"/>
            <a:ext cx="1248120" cy="10080"/>
          </a:xfrm>
          <a:custGeom>
            <a:avLst/>
            <a:gdLst/>
            <a:ahLst/>
            <a:rect l="0" t="0" r="r" b="b"/>
            <a:pathLst>
              <a:path w="3467" h="28">
                <a:moveTo>
                  <a:pt x="0" y="0"/>
                </a:moveTo>
                <a:lnTo>
                  <a:pt x="3467" y="0"/>
                </a:lnTo>
                <a:lnTo>
                  <a:pt x="34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4514760" y="7848360"/>
            <a:ext cx="2210040" cy="10080"/>
          </a:xfrm>
          <a:custGeom>
            <a:avLst/>
            <a:gdLst/>
            <a:ahLst/>
            <a:rect l="0" t="0" r="r" b="b"/>
            <a:pathLst>
              <a:path w="6139" h="28">
                <a:moveTo>
                  <a:pt x="0" y="0"/>
                </a:moveTo>
                <a:lnTo>
                  <a:pt x="6139" y="0"/>
                </a:lnTo>
                <a:lnTo>
                  <a:pt x="61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652320" y="8034120"/>
            <a:ext cx="6258240" cy="1371960"/>
          </a:xfrm>
          <a:custGeom>
            <a:avLst/>
            <a:gdLst/>
            <a:ahLst/>
            <a:rect l="0" t="0" r="r" b="b"/>
            <a:pathLst>
              <a:path w="17384" h="3811">
                <a:moveTo>
                  <a:pt x="0" y="3584"/>
                </a:moveTo>
                <a:lnTo>
                  <a:pt x="0" y="227"/>
                </a:lnTo>
                <a:cubicBezTo>
                  <a:pt x="0" y="212"/>
                  <a:pt x="1" y="197"/>
                  <a:pt x="4" y="183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9"/>
                  <a:pt x="56" y="77"/>
                  <a:pt x="66" y="67"/>
                </a:cubicBezTo>
                <a:cubicBezTo>
                  <a:pt x="77" y="56"/>
                  <a:pt x="88" y="47"/>
                  <a:pt x="101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4" y="12"/>
                  <a:pt x="168" y="7"/>
                  <a:pt x="182" y="4"/>
                </a:cubicBezTo>
                <a:cubicBezTo>
                  <a:pt x="197" y="2"/>
                  <a:pt x="212" y="0"/>
                  <a:pt x="227" y="0"/>
                </a:cubicBezTo>
                <a:lnTo>
                  <a:pt x="17157" y="0"/>
                </a:lnTo>
                <a:cubicBezTo>
                  <a:pt x="17172" y="0"/>
                  <a:pt x="17187" y="2"/>
                  <a:pt x="17201" y="4"/>
                </a:cubicBezTo>
                <a:cubicBezTo>
                  <a:pt x="17216" y="7"/>
                  <a:pt x="17230" y="12"/>
                  <a:pt x="17244" y="17"/>
                </a:cubicBezTo>
                <a:cubicBezTo>
                  <a:pt x="17258" y="23"/>
                  <a:pt x="17271" y="30"/>
                  <a:pt x="17283" y="38"/>
                </a:cubicBezTo>
                <a:cubicBezTo>
                  <a:pt x="17296" y="47"/>
                  <a:pt x="17307" y="56"/>
                  <a:pt x="17318" y="67"/>
                </a:cubicBezTo>
                <a:cubicBezTo>
                  <a:pt x="17328" y="77"/>
                  <a:pt x="17338" y="89"/>
                  <a:pt x="17346" y="101"/>
                </a:cubicBezTo>
                <a:cubicBezTo>
                  <a:pt x="17354" y="113"/>
                  <a:pt x="17361" y="126"/>
                  <a:pt x="17367" y="140"/>
                </a:cubicBezTo>
                <a:cubicBezTo>
                  <a:pt x="17372" y="154"/>
                  <a:pt x="17377" y="168"/>
                  <a:pt x="17380" y="183"/>
                </a:cubicBezTo>
                <a:cubicBezTo>
                  <a:pt x="17383" y="197"/>
                  <a:pt x="17384" y="212"/>
                  <a:pt x="17384" y="227"/>
                </a:cubicBezTo>
                <a:lnTo>
                  <a:pt x="17384" y="3584"/>
                </a:lnTo>
                <a:cubicBezTo>
                  <a:pt x="17384" y="3599"/>
                  <a:pt x="17383" y="3614"/>
                  <a:pt x="17380" y="3629"/>
                </a:cubicBezTo>
                <a:cubicBezTo>
                  <a:pt x="17377" y="3643"/>
                  <a:pt x="17372" y="3657"/>
                  <a:pt x="17367" y="3671"/>
                </a:cubicBezTo>
                <a:cubicBezTo>
                  <a:pt x="17361" y="3685"/>
                  <a:pt x="17354" y="3698"/>
                  <a:pt x="17346" y="3710"/>
                </a:cubicBezTo>
                <a:cubicBezTo>
                  <a:pt x="17338" y="3723"/>
                  <a:pt x="17328" y="3734"/>
                  <a:pt x="17318" y="3745"/>
                </a:cubicBezTo>
                <a:cubicBezTo>
                  <a:pt x="17307" y="3755"/>
                  <a:pt x="17296" y="3765"/>
                  <a:pt x="17283" y="3773"/>
                </a:cubicBezTo>
                <a:cubicBezTo>
                  <a:pt x="17271" y="3781"/>
                  <a:pt x="17258" y="3788"/>
                  <a:pt x="17244" y="3794"/>
                </a:cubicBezTo>
                <a:cubicBezTo>
                  <a:pt x="17230" y="3800"/>
                  <a:pt x="17216" y="3804"/>
                  <a:pt x="17201" y="3807"/>
                </a:cubicBezTo>
                <a:cubicBezTo>
                  <a:pt x="17187" y="3810"/>
                  <a:pt x="17172" y="3811"/>
                  <a:pt x="17157" y="3811"/>
                </a:cubicBezTo>
                <a:lnTo>
                  <a:pt x="227" y="3811"/>
                </a:lnTo>
                <a:cubicBezTo>
                  <a:pt x="212" y="3811"/>
                  <a:pt x="197" y="3810"/>
                  <a:pt x="182" y="3807"/>
                </a:cubicBezTo>
                <a:cubicBezTo>
                  <a:pt x="168" y="3804"/>
                  <a:pt x="154" y="3800"/>
                  <a:pt x="140" y="3794"/>
                </a:cubicBezTo>
                <a:cubicBezTo>
                  <a:pt x="126" y="3788"/>
                  <a:pt x="113" y="3781"/>
                  <a:pt x="101" y="3773"/>
                </a:cubicBezTo>
                <a:cubicBezTo>
                  <a:pt x="88" y="3765"/>
                  <a:pt x="77" y="3755"/>
                  <a:pt x="66" y="3745"/>
                </a:cubicBezTo>
                <a:cubicBezTo>
                  <a:pt x="56" y="3734"/>
                  <a:pt x="46" y="3723"/>
                  <a:pt x="38" y="3710"/>
                </a:cubicBezTo>
                <a:cubicBezTo>
                  <a:pt x="30" y="3698"/>
                  <a:pt x="23" y="3685"/>
                  <a:pt x="17" y="3671"/>
                </a:cubicBezTo>
                <a:cubicBezTo>
                  <a:pt x="11" y="3657"/>
                  <a:pt x="7" y="3643"/>
                  <a:pt x="4" y="3629"/>
                </a:cubicBezTo>
                <a:cubicBezTo>
                  <a:pt x="1" y="3614"/>
                  <a:pt x="0" y="3599"/>
                  <a:pt x="0" y="3584"/>
                </a:cubicBezTo>
                <a:close/>
              </a:path>
            </a:pathLst>
          </a:custGeom>
          <a:noFill/>
          <a:ln w="9360">
            <a:solidFill>
              <a:srgbClr val="e6e1f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647640" y="10286640"/>
            <a:ext cx="17564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OBD AI SOLUTIONS · LAHORE, PAKISTAN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647640" y="1863720"/>
            <a:ext cx="62596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We've filled in what we already know. Please check it, complete the blanks and send a photo or scan on WhatsApp. It takes about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647640" y="2025720"/>
            <a:ext cx="61956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five minutes.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838080" y="3085920"/>
            <a:ext cx="1791000" cy="9720"/>
          </a:xfrm>
          <a:custGeom>
            <a:avLst/>
            <a:gdLst/>
            <a:ahLst/>
            <a:rect l="0" t="0" r="r" b="b"/>
            <a:pathLst>
              <a:path w="4975" h="27">
                <a:moveTo>
                  <a:pt x="0" y="0"/>
                </a:moveTo>
                <a:lnTo>
                  <a:pt x="4975" y="0"/>
                </a:lnTo>
                <a:lnTo>
                  <a:pt x="49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837000" y="2432160"/>
            <a:ext cx="16848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6a26d8"/>
                </a:solidFill>
                <a:latin typeface="Inter-Semi"/>
                <a:ea typeface="Inter-Semi"/>
              </a:rPr>
              <a:t>1   ·   B U S I N E S S   D E T A I L S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837000" y="2663280"/>
            <a:ext cx="116820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B U S I N E S S   N A M E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2885760" y="3028680"/>
            <a:ext cx="1791360" cy="10080"/>
          </a:xfrm>
          <a:custGeom>
            <a:avLst/>
            <a:gdLst/>
            <a:ahLst/>
            <a:rect l="0" t="0" r="r" b="b"/>
            <a:pathLst>
              <a:path w="4976" h="28">
                <a:moveTo>
                  <a:pt x="0" y="0"/>
                </a:moveTo>
                <a:lnTo>
                  <a:pt x="4976" y="0"/>
                </a:lnTo>
                <a:lnTo>
                  <a:pt x="49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837000" y="2873880"/>
            <a:ext cx="37548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50" spc="-1" strike="noStrike">
                <a:solidFill>
                  <a:srgbClr val="0e0e14"/>
                </a:solidFill>
                <a:latin typeface="Inter"/>
                <a:ea typeface="Inter"/>
              </a:rPr>
              <a:t>GFXT</a:t>
            </a:r>
            <a:endParaRPr b="0" lang="en-US" sz="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4933800" y="3028680"/>
            <a:ext cx="1791000" cy="10080"/>
          </a:xfrm>
          <a:custGeom>
            <a:avLst/>
            <a:gdLst/>
            <a:ahLst/>
            <a:rect l="0" t="0" r="r" b="b"/>
            <a:pathLst>
              <a:path w="4975" h="28">
                <a:moveTo>
                  <a:pt x="0" y="0"/>
                </a:moveTo>
                <a:lnTo>
                  <a:pt x="4975" y="0"/>
                </a:lnTo>
                <a:lnTo>
                  <a:pt x="49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2883960" y="2663280"/>
            <a:ext cx="237672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A U T H O R I S E D   P E R S O N   ( S I G N I N G )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838080" y="3562200"/>
            <a:ext cx="1791000" cy="9720"/>
          </a:xfrm>
          <a:custGeom>
            <a:avLst/>
            <a:gdLst/>
            <a:ahLst/>
            <a:rect l="0" t="0" r="r" b="b"/>
            <a:pathLst>
              <a:path w="4975" h="27">
                <a:moveTo>
                  <a:pt x="0" y="0"/>
                </a:moveTo>
                <a:lnTo>
                  <a:pt x="4975" y="0"/>
                </a:lnTo>
                <a:lnTo>
                  <a:pt x="49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4930920" y="2663280"/>
            <a:ext cx="94716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D E S I G N AT I O N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2885760" y="3562200"/>
            <a:ext cx="1791360" cy="9720"/>
          </a:xfrm>
          <a:custGeom>
            <a:avLst/>
            <a:gdLst/>
            <a:ahLst/>
            <a:rect l="0" t="0" r="r" b="b"/>
            <a:pathLst>
              <a:path w="4976" h="27">
                <a:moveTo>
                  <a:pt x="0" y="0"/>
                </a:moveTo>
                <a:lnTo>
                  <a:pt x="4976" y="0"/>
                </a:lnTo>
                <a:lnTo>
                  <a:pt x="49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837000" y="3196440"/>
            <a:ext cx="62388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C N I C   N O.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4933800" y="3619440"/>
            <a:ext cx="1791000" cy="9720"/>
          </a:xfrm>
          <a:custGeom>
            <a:avLst/>
            <a:gdLst/>
            <a:ahLst/>
            <a:rect l="0" t="0" r="r" b="b"/>
            <a:pathLst>
              <a:path w="4975" h="27">
                <a:moveTo>
                  <a:pt x="0" y="0"/>
                </a:moveTo>
                <a:lnTo>
                  <a:pt x="4975" y="0"/>
                </a:lnTo>
                <a:lnTo>
                  <a:pt x="49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2883960" y="3196440"/>
            <a:ext cx="200628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N T N   ( O N LY   I F   R E G I S T E R E D )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4930920" y="3196440"/>
            <a:ext cx="147132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W H AT S A P P   /   M O B I L E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838080" y="4152600"/>
            <a:ext cx="2819520" cy="10080"/>
          </a:xfrm>
          <a:custGeom>
            <a:avLst/>
            <a:gdLst/>
            <a:ahLst/>
            <a:rect l="0" t="0" r="r" b="b"/>
            <a:pathLst>
              <a:path w="7832" h="28">
                <a:moveTo>
                  <a:pt x="0" y="0"/>
                </a:moveTo>
                <a:lnTo>
                  <a:pt x="7832" y="0"/>
                </a:lnTo>
                <a:lnTo>
                  <a:pt x="78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930920" y="3407400"/>
            <a:ext cx="101124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50" spc="-1" strike="noStrike">
                <a:solidFill>
                  <a:srgbClr val="0e0e14"/>
                </a:solidFill>
                <a:latin typeface="Inter"/>
                <a:ea typeface="Inter"/>
              </a:rPr>
              <a:t></a:t>
            </a:r>
            <a:r>
              <a:rPr b="0" lang="en-US" sz="950" spc="-1" strike="noStrike">
                <a:solidFill>
                  <a:srgbClr val="0e0e14"/>
                </a:solidFill>
                <a:latin typeface="Inter"/>
                <a:ea typeface="Inter"/>
              </a:rPr>
              <a:t>92 324 0321027</a:t>
            </a:r>
            <a:endParaRPr b="0" lang="en-US" sz="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837000" y="3729960"/>
            <a:ext cx="64368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A D D R E S S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3904920" y="4095720"/>
            <a:ext cx="2819880" cy="9720"/>
          </a:xfrm>
          <a:custGeom>
            <a:avLst/>
            <a:gdLst/>
            <a:ahLst/>
            <a:rect l="0" t="0" r="r" b="b"/>
            <a:pathLst>
              <a:path w="7833" h="27">
                <a:moveTo>
                  <a:pt x="0" y="0"/>
                </a:moveTo>
                <a:lnTo>
                  <a:pt x="7833" y="0"/>
                </a:lnTo>
                <a:lnTo>
                  <a:pt x="78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837000" y="3940920"/>
            <a:ext cx="210852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50" spc="-1" strike="noStrike">
                <a:solidFill>
                  <a:srgbClr val="0e0e14"/>
                </a:solidFill>
                <a:latin typeface="Inter"/>
                <a:ea typeface="Inter"/>
              </a:rPr>
              <a:t>677B, Faisal Town, Lahore, Pakistan</a:t>
            </a:r>
            <a:endParaRPr b="0" lang="en-US" sz="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3907440" y="3729960"/>
            <a:ext cx="224100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C U R R E N T   E M A I L   F O R   I N VO I C E S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837000" y="4575240"/>
            <a:ext cx="844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6a26d8"/>
                </a:solidFill>
                <a:latin typeface="Inter-Semi"/>
                <a:ea typeface="Inter-Semi"/>
              </a:rPr>
              <a:t>2   ·   D O M A I N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838080" y="5219640"/>
            <a:ext cx="1791000" cy="9720"/>
          </a:xfrm>
          <a:custGeom>
            <a:avLst/>
            <a:gdLst/>
            <a:ahLst/>
            <a:rect l="0" t="0" r="r" b="b"/>
            <a:pathLst>
              <a:path w="4975" h="27">
                <a:moveTo>
                  <a:pt x="0" y="0"/>
                </a:moveTo>
                <a:lnTo>
                  <a:pt x="4975" y="0"/>
                </a:lnTo>
                <a:lnTo>
                  <a:pt x="49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3986280" y="4575240"/>
            <a:ext cx="312804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6b6878"/>
                </a:solidFill>
                <a:latin typeface="Inter-Semi"/>
                <a:ea typeface="Inter-Semi"/>
              </a:rPr>
              <a:t>W E ' L L   C H E C K   A V A I L A B I L I T Y   O N   T H E   C A L L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837000" y="4806360"/>
            <a:ext cx="85104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1 S T   C H O I C E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2885760" y="5171760"/>
            <a:ext cx="1791360" cy="10080"/>
          </a:xfrm>
          <a:custGeom>
            <a:avLst/>
            <a:gdLst/>
            <a:ahLst/>
            <a:rect l="0" t="0" r="r" b="b"/>
            <a:pathLst>
              <a:path w="4976" h="28">
                <a:moveTo>
                  <a:pt x="0" y="0"/>
                </a:moveTo>
                <a:lnTo>
                  <a:pt x="4976" y="0"/>
                </a:lnTo>
                <a:lnTo>
                  <a:pt x="49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837000" y="5016960"/>
            <a:ext cx="50508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50" spc="-1" strike="noStrike">
                <a:solidFill>
                  <a:srgbClr val="0e0e14"/>
                </a:solidFill>
                <a:latin typeface="Inter"/>
                <a:ea typeface="Inter"/>
              </a:rPr>
              <a:t>gfxt.com</a:t>
            </a:r>
            <a:endParaRPr b="0" lang="en-US" sz="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4933800" y="5171760"/>
            <a:ext cx="1791000" cy="10080"/>
          </a:xfrm>
          <a:custGeom>
            <a:avLst/>
            <a:gdLst/>
            <a:ahLst/>
            <a:rect l="0" t="0" r="r" b="b"/>
            <a:pathLst>
              <a:path w="4975" h="28">
                <a:moveTo>
                  <a:pt x="0" y="0"/>
                </a:moveTo>
                <a:lnTo>
                  <a:pt x="4975" y="0"/>
                </a:lnTo>
                <a:lnTo>
                  <a:pt x="49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2883960" y="4806360"/>
            <a:ext cx="87408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2 N D   C H O I C E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4930920" y="4806360"/>
            <a:ext cx="86796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3 R D   C H O I C E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842760" y="5538600"/>
            <a:ext cx="114840" cy="114840"/>
          </a:xfrm>
          <a:custGeom>
            <a:avLst/>
            <a:gdLst/>
            <a:ahLst/>
            <a:rect l="0" t="0" r="r" b="b"/>
            <a:pathLst>
              <a:path w="319" h="319">
                <a:moveTo>
                  <a:pt x="0" y="271"/>
                </a:moveTo>
                <a:lnTo>
                  <a:pt x="0" y="47"/>
                </a:lnTo>
                <a:cubicBezTo>
                  <a:pt x="0" y="41"/>
                  <a:pt x="1" y="35"/>
                  <a:pt x="4" y="29"/>
                </a:cubicBezTo>
                <a:cubicBezTo>
                  <a:pt x="6" y="23"/>
                  <a:pt x="9" y="18"/>
                  <a:pt x="14" y="14"/>
                </a:cubicBezTo>
                <a:cubicBezTo>
                  <a:pt x="18" y="9"/>
                  <a:pt x="23" y="6"/>
                  <a:pt x="29" y="4"/>
                </a:cubicBezTo>
                <a:cubicBezTo>
                  <a:pt x="35" y="1"/>
                  <a:pt x="42" y="0"/>
                  <a:pt x="48" y="0"/>
                </a:cubicBezTo>
                <a:lnTo>
                  <a:pt x="272" y="0"/>
                </a:lnTo>
                <a:cubicBezTo>
                  <a:pt x="278" y="0"/>
                  <a:pt x="284" y="1"/>
                  <a:pt x="290" y="4"/>
                </a:cubicBezTo>
                <a:cubicBezTo>
                  <a:pt x="295" y="6"/>
                  <a:pt x="300" y="9"/>
                  <a:pt x="305" y="14"/>
                </a:cubicBezTo>
                <a:cubicBezTo>
                  <a:pt x="309" y="18"/>
                  <a:pt x="313" y="23"/>
                  <a:pt x="315" y="29"/>
                </a:cubicBezTo>
                <a:cubicBezTo>
                  <a:pt x="317" y="35"/>
                  <a:pt x="319" y="41"/>
                  <a:pt x="319" y="47"/>
                </a:cubicBezTo>
                <a:lnTo>
                  <a:pt x="319" y="271"/>
                </a:lnTo>
                <a:cubicBezTo>
                  <a:pt x="319" y="277"/>
                  <a:pt x="317" y="283"/>
                  <a:pt x="315" y="289"/>
                </a:cubicBezTo>
                <a:cubicBezTo>
                  <a:pt x="313" y="294"/>
                  <a:pt x="309" y="299"/>
                  <a:pt x="305" y="304"/>
                </a:cubicBezTo>
                <a:cubicBezTo>
                  <a:pt x="300" y="309"/>
                  <a:pt x="295" y="313"/>
                  <a:pt x="290" y="315"/>
                </a:cubicBezTo>
                <a:cubicBezTo>
                  <a:pt x="284" y="317"/>
                  <a:pt x="278" y="319"/>
                  <a:pt x="272" y="319"/>
                </a:cubicBezTo>
                <a:lnTo>
                  <a:pt x="48" y="319"/>
                </a:lnTo>
                <a:cubicBezTo>
                  <a:pt x="42" y="319"/>
                  <a:pt x="35" y="317"/>
                  <a:pt x="29" y="315"/>
                </a:cubicBezTo>
                <a:cubicBezTo>
                  <a:pt x="23" y="313"/>
                  <a:pt x="18" y="309"/>
                  <a:pt x="14" y="304"/>
                </a:cubicBezTo>
                <a:cubicBezTo>
                  <a:pt x="9" y="299"/>
                  <a:pt x="6" y="294"/>
                  <a:pt x="4" y="289"/>
                </a:cubicBezTo>
                <a:cubicBezTo>
                  <a:pt x="1" y="283"/>
                  <a:pt x="0" y="277"/>
                  <a:pt x="0" y="271"/>
                </a:cubicBezTo>
                <a:close/>
              </a:path>
            </a:pathLst>
          </a:custGeom>
          <a:noFill/>
          <a:ln w="9360">
            <a:solidFill>
              <a:srgbClr val="0e0e1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837000" y="5339520"/>
            <a:ext cx="403020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D O   YO U   A L R E A DY   O W N   A   D O M A I N ,   H O S T I N G   O R   E M A I L ?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1414440" y="5538600"/>
            <a:ext cx="124200" cy="114840"/>
          </a:xfrm>
          <a:custGeom>
            <a:avLst/>
            <a:gdLst/>
            <a:ahLst/>
            <a:rect l="0" t="0" r="r" b="b"/>
            <a:pathLst>
              <a:path w="345" h="319">
                <a:moveTo>
                  <a:pt x="0" y="271"/>
                </a:moveTo>
                <a:lnTo>
                  <a:pt x="0" y="47"/>
                </a:lnTo>
                <a:cubicBezTo>
                  <a:pt x="0" y="41"/>
                  <a:pt x="1" y="35"/>
                  <a:pt x="3" y="29"/>
                </a:cubicBezTo>
                <a:cubicBezTo>
                  <a:pt x="5" y="23"/>
                  <a:pt x="9" y="18"/>
                  <a:pt x="13" y="14"/>
                </a:cubicBezTo>
                <a:cubicBezTo>
                  <a:pt x="19" y="9"/>
                  <a:pt x="24" y="6"/>
                  <a:pt x="29" y="4"/>
                </a:cubicBezTo>
                <a:cubicBezTo>
                  <a:pt x="35" y="1"/>
                  <a:pt x="41" y="0"/>
                  <a:pt x="47" y="0"/>
                </a:cubicBezTo>
                <a:lnTo>
                  <a:pt x="298" y="0"/>
                </a:lnTo>
                <a:cubicBezTo>
                  <a:pt x="304" y="0"/>
                  <a:pt x="310" y="1"/>
                  <a:pt x="316" y="4"/>
                </a:cubicBezTo>
                <a:cubicBezTo>
                  <a:pt x="321" y="6"/>
                  <a:pt x="326" y="9"/>
                  <a:pt x="331" y="14"/>
                </a:cubicBezTo>
                <a:cubicBezTo>
                  <a:pt x="335" y="18"/>
                  <a:pt x="339" y="23"/>
                  <a:pt x="341" y="29"/>
                </a:cubicBezTo>
                <a:cubicBezTo>
                  <a:pt x="343" y="35"/>
                  <a:pt x="345" y="41"/>
                  <a:pt x="345" y="47"/>
                </a:cubicBezTo>
                <a:lnTo>
                  <a:pt x="345" y="271"/>
                </a:lnTo>
                <a:cubicBezTo>
                  <a:pt x="345" y="277"/>
                  <a:pt x="343" y="283"/>
                  <a:pt x="341" y="289"/>
                </a:cubicBezTo>
                <a:cubicBezTo>
                  <a:pt x="339" y="294"/>
                  <a:pt x="335" y="299"/>
                  <a:pt x="331" y="304"/>
                </a:cubicBezTo>
                <a:cubicBezTo>
                  <a:pt x="326" y="309"/>
                  <a:pt x="321" y="313"/>
                  <a:pt x="316" y="315"/>
                </a:cubicBezTo>
                <a:cubicBezTo>
                  <a:pt x="310" y="317"/>
                  <a:pt x="304" y="319"/>
                  <a:pt x="298" y="319"/>
                </a:cubicBezTo>
                <a:lnTo>
                  <a:pt x="47" y="319"/>
                </a:lnTo>
                <a:cubicBezTo>
                  <a:pt x="41" y="319"/>
                  <a:pt x="35" y="317"/>
                  <a:pt x="29" y="315"/>
                </a:cubicBezTo>
                <a:cubicBezTo>
                  <a:pt x="24" y="313"/>
                  <a:pt x="19" y="309"/>
                  <a:pt x="13" y="304"/>
                </a:cubicBezTo>
                <a:cubicBezTo>
                  <a:pt x="9" y="299"/>
                  <a:pt x="5" y="294"/>
                  <a:pt x="3" y="289"/>
                </a:cubicBezTo>
                <a:cubicBezTo>
                  <a:pt x="1" y="283"/>
                  <a:pt x="0" y="277"/>
                  <a:pt x="0" y="271"/>
                </a:cubicBezTo>
                <a:close/>
              </a:path>
            </a:pathLst>
          </a:custGeom>
          <a:noFill/>
          <a:ln w="9360">
            <a:solidFill>
              <a:srgbClr val="0e0e1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1038600" y="5528160"/>
            <a:ext cx="1548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No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1914480" y="5686200"/>
            <a:ext cx="3238560" cy="10080"/>
          </a:xfrm>
          <a:custGeom>
            <a:avLst/>
            <a:gdLst/>
            <a:ahLst/>
            <a:rect l="0" t="0" r="r" b="b"/>
            <a:pathLst>
              <a:path w="8996" h="28">
                <a:moveTo>
                  <a:pt x="0" y="0"/>
                </a:moveTo>
                <a:lnTo>
                  <a:pt x="8996" y="0"/>
                </a:lnTo>
                <a:lnTo>
                  <a:pt x="89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1610640" y="5528160"/>
            <a:ext cx="2368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Yes: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1947240" y="5528160"/>
            <a:ext cx="1137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e0e14"/>
                </a:solidFill>
                <a:latin typeface="Inter"/>
                <a:ea typeface="Inter"/>
              </a:rPr>
              <a:t>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837000" y="6147000"/>
            <a:ext cx="24894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6a26d8"/>
                </a:solidFill>
                <a:latin typeface="Inter-Semi"/>
                <a:ea typeface="Inter-Semi"/>
              </a:rPr>
              <a:t>3   ·   E M A I L   A C C O U N T S   Y O U ' D   L I K E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5650560" y="6147000"/>
            <a:ext cx="11923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6b6878"/>
                </a:solidFill>
                <a:latin typeface="Inter-Semi"/>
                <a:ea typeface="Inter-Semi"/>
              </a:rPr>
              <a:t>C O M P L E T E   C A R E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927000" y="6435000"/>
            <a:ext cx="8604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#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1215000" y="6435000"/>
            <a:ext cx="115596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E M A I L   A D D R E S S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3359520" y="6435000"/>
            <a:ext cx="55080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P E R S O N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4602240" y="6435000"/>
            <a:ext cx="76428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S E T   U P   O N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927000" y="6709320"/>
            <a:ext cx="1137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6b6878"/>
                </a:solidFill>
                <a:latin typeface="Inter"/>
                <a:ea typeface="Inter"/>
              </a:rPr>
              <a:t>1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215000" y="6709320"/>
            <a:ext cx="7948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info@gfxt.com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4602240" y="6706800"/>
            <a:ext cx="10116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DejaVuSans"/>
                <a:ea typeface="DejaVuSans"/>
              </a:rPr>
              <a:t>☐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4693320" y="6702480"/>
            <a:ext cx="39096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 </a:t>
            </a:r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Phone  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5083920" y="6706800"/>
            <a:ext cx="10116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DejaVuSans"/>
                <a:ea typeface="DejaVuSans"/>
              </a:rPr>
              <a:t>☐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5175000" y="6702480"/>
            <a:ext cx="36180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 </a:t>
            </a:r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Laptop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927000" y="7013880"/>
            <a:ext cx="1137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6b6878"/>
                </a:solidFill>
                <a:latin typeface="Inter"/>
                <a:ea typeface="Inter"/>
              </a:rPr>
              <a:t>2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1215000" y="7013880"/>
            <a:ext cx="1137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4602240" y="7011360"/>
            <a:ext cx="10116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DejaVuSans"/>
                <a:ea typeface="DejaVuSans"/>
              </a:rPr>
              <a:t>☐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4693320" y="7007400"/>
            <a:ext cx="39096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 </a:t>
            </a:r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Phone  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5083920" y="7011360"/>
            <a:ext cx="10116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DejaVuSans"/>
                <a:ea typeface="DejaVuSans"/>
              </a:rPr>
              <a:t>☐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5175000" y="7007400"/>
            <a:ext cx="36180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 </a:t>
            </a:r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Laptop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927000" y="7318800"/>
            <a:ext cx="1137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6b6878"/>
                </a:solidFill>
                <a:latin typeface="Inter"/>
                <a:ea typeface="Inter"/>
              </a:rPr>
              <a:t>3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1215000" y="7318800"/>
            <a:ext cx="1137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4602240" y="7316280"/>
            <a:ext cx="10116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DejaVuSans"/>
                <a:ea typeface="DejaVuSans"/>
              </a:rPr>
              <a:t>☐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4693320" y="7311960"/>
            <a:ext cx="39096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 </a:t>
            </a:r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Phone  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5083920" y="7316280"/>
            <a:ext cx="10116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DejaVuSans"/>
                <a:ea typeface="DejaVuSans"/>
              </a:rPr>
              <a:t>☐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5175000" y="7311960"/>
            <a:ext cx="36180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 </a:t>
            </a:r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Laptop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927000" y="7623720"/>
            <a:ext cx="1137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6b6878"/>
                </a:solidFill>
                <a:latin typeface="Inter"/>
                <a:ea typeface="Inter"/>
              </a:rPr>
              <a:t>4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1215000" y="7623720"/>
            <a:ext cx="1137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4602240" y="7621200"/>
            <a:ext cx="10116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DejaVuSans"/>
                <a:ea typeface="DejaVuSans"/>
              </a:rPr>
              <a:t>☐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4693320" y="7616880"/>
            <a:ext cx="39096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 </a:t>
            </a:r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Phone  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5083920" y="7621200"/>
            <a:ext cx="10116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DejaVuSans"/>
                <a:ea typeface="DejaVuSans"/>
              </a:rPr>
              <a:t>☐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5175000" y="7616880"/>
            <a:ext cx="36180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 </a:t>
            </a:r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Laptop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837000" y="8175600"/>
            <a:ext cx="165276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6a26d8"/>
                </a:solidFill>
                <a:latin typeface="Inter-Semi"/>
                <a:ea typeface="Inter-Semi"/>
              </a:rPr>
              <a:t>4   ·   W E B S I T E   C O N T E N T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842760" y="8596080"/>
            <a:ext cx="114840" cy="124200"/>
          </a:xfrm>
          <a:custGeom>
            <a:avLst/>
            <a:gdLst/>
            <a:ahLst/>
            <a:rect l="0" t="0" r="r" b="b"/>
            <a:pathLst>
              <a:path w="319" h="345">
                <a:moveTo>
                  <a:pt x="0" y="297"/>
                </a:moveTo>
                <a:lnTo>
                  <a:pt x="0" y="47"/>
                </a:lnTo>
                <a:cubicBezTo>
                  <a:pt x="0" y="41"/>
                  <a:pt x="1" y="35"/>
                  <a:pt x="4" y="29"/>
                </a:cubicBezTo>
                <a:cubicBezTo>
                  <a:pt x="6" y="23"/>
                  <a:pt x="9" y="18"/>
                  <a:pt x="14" y="14"/>
                </a:cubicBezTo>
                <a:cubicBezTo>
                  <a:pt x="18" y="9"/>
                  <a:pt x="23" y="6"/>
                  <a:pt x="29" y="4"/>
                </a:cubicBezTo>
                <a:cubicBezTo>
                  <a:pt x="35" y="1"/>
                  <a:pt x="42" y="0"/>
                  <a:pt x="48" y="0"/>
                </a:cubicBezTo>
                <a:lnTo>
                  <a:pt x="272" y="0"/>
                </a:lnTo>
                <a:cubicBezTo>
                  <a:pt x="278" y="0"/>
                  <a:pt x="284" y="1"/>
                  <a:pt x="290" y="4"/>
                </a:cubicBezTo>
                <a:cubicBezTo>
                  <a:pt x="295" y="6"/>
                  <a:pt x="300" y="9"/>
                  <a:pt x="305" y="14"/>
                </a:cubicBezTo>
                <a:cubicBezTo>
                  <a:pt x="309" y="18"/>
                  <a:pt x="313" y="23"/>
                  <a:pt x="315" y="29"/>
                </a:cubicBezTo>
                <a:cubicBezTo>
                  <a:pt x="317" y="35"/>
                  <a:pt x="319" y="41"/>
                  <a:pt x="319" y="47"/>
                </a:cubicBezTo>
                <a:lnTo>
                  <a:pt x="319" y="297"/>
                </a:lnTo>
                <a:cubicBezTo>
                  <a:pt x="319" y="305"/>
                  <a:pt x="317" y="310"/>
                  <a:pt x="315" y="316"/>
                </a:cubicBezTo>
                <a:cubicBezTo>
                  <a:pt x="313" y="322"/>
                  <a:pt x="309" y="327"/>
                  <a:pt x="305" y="331"/>
                </a:cubicBezTo>
                <a:cubicBezTo>
                  <a:pt x="300" y="336"/>
                  <a:pt x="295" y="339"/>
                  <a:pt x="290" y="342"/>
                </a:cubicBezTo>
                <a:cubicBezTo>
                  <a:pt x="284" y="344"/>
                  <a:pt x="278" y="345"/>
                  <a:pt x="272" y="345"/>
                </a:cubicBezTo>
                <a:lnTo>
                  <a:pt x="48" y="345"/>
                </a:lnTo>
                <a:cubicBezTo>
                  <a:pt x="42" y="345"/>
                  <a:pt x="35" y="344"/>
                  <a:pt x="29" y="342"/>
                </a:cubicBezTo>
                <a:cubicBezTo>
                  <a:pt x="23" y="339"/>
                  <a:pt x="18" y="336"/>
                  <a:pt x="14" y="331"/>
                </a:cubicBezTo>
                <a:cubicBezTo>
                  <a:pt x="9" y="327"/>
                  <a:pt x="6" y="322"/>
                  <a:pt x="4" y="316"/>
                </a:cubicBezTo>
                <a:cubicBezTo>
                  <a:pt x="1" y="310"/>
                  <a:pt x="0" y="305"/>
                  <a:pt x="0" y="297"/>
                </a:cubicBezTo>
                <a:close/>
              </a:path>
            </a:pathLst>
          </a:custGeom>
          <a:noFill/>
          <a:ln w="9360">
            <a:solidFill>
              <a:srgbClr val="0e0e1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837000" y="8406720"/>
            <a:ext cx="449352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I S   T H E   C O N T E N T   O N   T H E   P R E V I E W   W E B S I T E   O K   T O   G O   L I V E ?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1947600" y="8596080"/>
            <a:ext cx="124200" cy="124200"/>
          </a:xfrm>
          <a:custGeom>
            <a:avLst/>
            <a:gdLst/>
            <a:ahLst/>
            <a:rect l="0" t="0" r="r" b="b"/>
            <a:pathLst>
              <a:path w="345" h="345">
                <a:moveTo>
                  <a:pt x="0" y="297"/>
                </a:moveTo>
                <a:lnTo>
                  <a:pt x="0" y="47"/>
                </a:lnTo>
                <a:cubicBezTo>
                  <a:pt x="0" y="41"/>
                  <a:pt x="1" y="35"/>
                  <a:pt x="4" y="29"/>
                </a:cubicBezTo>
                <a:cubicBezTo>
                  <a:pt x="6" y="23"/>
                  <a:pt x="10" y="18"/>
                  <a:pt x="14" y="14"/>
                </a:cubicBezTo>
                <a:cubicBezTo>
                  <a:pt x="18" y="9"/>
                  <a:pt x="23" y="6"/>
                  <a:pt x="29" y="4"/>
                </a:cubicBezTo>
                <a:cubicBezTo>
                  <a:pt x="35" y="1"/>
                  <a:pt x="41" y="0"/>
                  <a:pt x="47" y="0"/>
                </a:cubicBezTo>
                <a:lnTo>
                  <a:pt x="298" y="0"/>
                </a:lnTo>
                <a:cubicBezTo>
                  <a:pt x="305" y="0"/>
                  <a:pt x="311" y="1"/>
                  <a:pt x="316" y="4"/>
                </a:cubicBezTo>
                <a:cubicBezTo>
                  <a:pt x="322" y="6"/>
                  <a:pt x="327" y="9"/>
                  <a:pt x="331" y="14"/>
                </a:cubicBezTo>
                <a:cubicBezTo>
                  <a:pt x="336" y="18"/>
                  <a:pt x="339" y="23"/>
                  <a:pt x="342" y="29"/>
                </a:cubicBezTo>
                <a:cubicBezTo>
                  <a:pt x="344" y="35"/>
                  <a:pt x="345" y="41"/>
                  <a:pt x="345" y="47"/>
                </a:cubicBezTo>
                <a:lnTo>
                  <a:pt x="345" y="297"/>
                </a:lnTo>
                <a:cubicBezTo>
                  <a:pt x="345" y="305"/>
                  <a:pt x="344" y="310"/>
                  <a:pt x="342" y="316"/>
                </a:cubicBezTo>
                <a:cubicBezTo>
                  <a:pt x="339" y="322"/>
                  <a:pt x="336" y="327"/>
                  <a:pt x="331" y="331"/>
                </a:cubicBezTo>
                <a:cubicBezTo>
                  <a:pt x="327" y="336"/>
                  <a:pt x="322" y="339"/>
                  <a:pt x="316" y="342"/>
                </a:cubicBezTo>
                <a:cubicBezTo>
                  <a:pt x="311" y="344"/>
                  <a:pt x="305" y="345"/>
                  <a:pt x="298" y="345"/>
                </a:cubicBezTo>
                <a:lnTo>
                  <a:pt x="47" y="345"/>
                </a:lnTo>
                <a:cubicBezTo>
                  <a:pt x="41" y="345"/>
                  <a:pt x="35" y="344"/>
                  <a:pt x="29" y="342"/>
                </a:cubicBezTo>
                <a:cubicBezTo>
                  <a:pt x="23" y="339"/>
                  <a:pt x="18" y="336"/>
                  <a:pt x="14" y="331"/>
                </a:cubicBezTo>
                <a:cubicBezTo>
                  <a:pt x="10" y="327"/>
                  <a:pt x="6" y="322"/>
                  <a:pt x="4" y="316"/>
                </a:cubicBezTo>
                <a:cubicBezTo>
                  <a:pt x="1" y="310"/>
                  <a:pt x="0" y="305"/>
                  <a:pt x="0" y="297"/>
                </a:cubicBezTo>
                <a:close/>
              </a:path>
            </a:pathLst>
          </a:custGeom>
          <a:noFill/>
          <a:ln w="9360">
            <a:solidFill>
              <a:srgbClr val="0e0e1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1038600" y="8585640"/>
            <a:ext cx="6987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Yes, all good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838080" y="9258120"/>
            <a:ext cx="2819520" cy="9720"/>
          </a:xfrm>
          <a:custGeom>
            <a:avLst/>
            <a:gdLst/>
            <a:ahLst/>
            <a:rect l="0" t="0" r="r" b="b"/>
            <a:pathLst>
              <a:path w="7832" h="27">
                <a:moveTo>
                  <a:pt x="0" y="0"/>
                </a:moveTo>
                <a:lnTo>
                  <a:pt x="7832" y="0"/>
                </a:lnTo>
                <a:lnTo>
                  <a:pt x="78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2145600" y="8585640"/>
            <a:ext cx="19407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Small changes needed (note below)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3904920" y="9258120"/>
            <a:ext cx="2819880" cy="9720"/>
          </a:xfrm>
          <a:custGeom>
            <a:avLst/>
            <a:gdLst/>
            <a:ahLst/>
            <a:rect l="0" t="0" r="r" b="b"/>
            <a:pathLst>
              <a:path w="7833" h="27">
                <a:moveTo>
                  <a:pt x="0" y="0"/>
                </a:moveTo>
                <a:lnTo>
                  <a:pt x="7833" y="0"/>
                </a:lnTo>
                <a:lnTo>
                  <a:pt x="78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837000" y="8892360"/>
            <a:ext cx="305316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I N S TAG R A M   /   FAC E B O O K   /   L I N K E D I N   L I N K S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647640" y="1695240"/>
            <a:ext cx="6267600" cy="10080"/>
          </a:xfrm>
          <a:custGeom>
            <a:avLst/>
            <a:gdLst/>
            <a:ahLst/>
            <a:rect l="0" t="0" r="r" b="b"/>
            <a:pathLst>
              <a:path w="17410" h="28">
                <a:moveTo>
                  <a:pt x="0" y="0"/>
                </a:moveTo>
                <a:lnTo>
                  <a:pt x="17410" y="0"/>
                </a:lnTo>
                <a:lnTo>
                  <a:pt x="1741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1"/>
          <a:stretch/>
        </p:blipFill>
        <p:spPr>
          <a:xfrm>
            <a:off x="647640" y="504720"/>
            <a:ext cx="409320" cy="399600"/>
          </a:xfrm>
          <a:prstGeom prst="rect">
            <a:avLst/>
          </a:prstGeom>
          <a:ln w="0">
            <a:noFill/>
          </a:ln>
        </p:spPr>
      </p:pic>
      <p:sp>
        <p:nvSpPr>
          <p:cNvPr id="110" name=""/>
          <p:cNvSpPr txBox="1"/>
          <p:nvPr/>
        </p:nvSpPr>
        <p:spPr>
          <a:xfrm>
            <a:off x="3907440" y="8892360"/>
            <a:ext cx="131292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N O T E S   /   C H A N G E S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1162440" y="497520"/>
            <a:ext cx="3693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300" spc="-1" strike="noStrike">
                <a:solidFill>
                  <a:srgbClr val="0e0e14"/>
                </a:solidFill>
                <a:latin typeface="PlayfairDisplay"/>
                <a:ea typeface="PlayfairDisplay"/>
              </a:rPr>
              <a:t>OBD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1162440" y="755640"/>
            <a:ext cx="93492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20" spc="-1" strike="noStrike">
                <a:solidFill>
                  <a:srgbClr val="6a26d8"/>
                </a:solidFill>
                <a:latin typeface="Inter-Semi"/>
                <a:ea typeface="Inter-Semi"/>
              </a:rPr>
              <a:t>A I   S O L U T I O N S</a:t>
            </a:r>
            <a:endParaRPr b="0" lang="en-US" sz="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647640" y="1089000"/>
            <a:ext cx="16711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6a26d8"/>
                </a:solidFill>
                <a:latin typeface="Inter-Semi"/>
                <a:ea typeface="Inter-Semi"/>
              </a:rPr>
              <a:t>O N B O A R D I N G   ·   S T E P   1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647640" y="1257480"/>
            <a:ext cx="96984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00" spc="-1" strike="noStrike">
                <a:solidFill>
                  <a:srgbClr val="0e0e14"/>
                </a:solidFill>
                <a:latin typeface="PlayfairDisplay-Semi"/>
                <a:ea typeface="PlayfairDisplay-Semi"/>
              </a:rPr>
              <a:t>Client 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1447920" y="1216440"/>
            <a:ext cx="20887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2100" spc="-1" strike="noStrike">
                <a:solidFill>
                  <a:srgbClr val="6a26d8"/>
                </a:solidFill>
                <a:latin typeface="PlayfairDisplay-Medium"/>
                <a:ea typeface="PlayfairDisplay-Medium"/>
              </a:rPr>
              <a:t>Onboarding Form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5932800" y="1136520"/>
            <a:ext cx="20808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50" spc="-1" strike="noStrike">
                <a:solidFill>
                  <a:srgbClr val="6b6878"/>
                </a:solidFill>
                <a:latin typeface="Inter"/>
                <a:ea typeface="Inter"/>
              </a:rPr>
              <a:t>Ref. 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6132240" y="1140480"/>
            <a:ext cx="87408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50" spc="-1" strike="noStrike">
                <a:solidFill>
                  <a:srgbClr val="0e0e14"/>
                </a:solidFill>
                <a:latin typeface="Inter-Semi"/>
                <a:ea typeface="Inter-Semi"/>
              </a:rPr>
              <a:t>OBDGFXT2026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6017760" y="1279440"/>
            <a:ext cx="90612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50" spc="-1" strike="noStrike">
                <a:solidFill>
                  <a:srgbClr val="6b6878"/>
                </a:solidFill>
                <a:latin typeface="Inter"/>
                <a:ea typeface="Inter"/>
              </a:rPr>
              <a:t>25 September 2026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647640" y="1685880"/>
            <a:ext cx="8640" cy="8640"/>
          </a:xfrm>
          <a:custGeom>
            <a:avLst/>
            <a:gdLst/>
            <a:ahLst/>
            <a:rect l="0" t="0" r="r" b="b"/>
            <a:pathLst>
              <a:path w="24" h="24">
                <a:moveTo>
                  <a:pt x="0" y="0"/>
                </a:moveTo>
                <a:lnTo>
                  <a:pt x="0" y="24"/>
                </a:lnTo>
                <a:lnTo>
                  <a:pt x="24" y="0"/>
                </a:lnTo>
                <a:lnTo>
                  <a:pt x="0" y="0"/>
                </a:lnTo>
                <a:close/>
              </a:path>
            </a:pathLst>
          </a:custGeom>
          <a:solidFill>
            <a:srgbClr val="7b22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647640" y="1685880"/>
            <a:ext cx="17280" cy="17280"/>
          </a:xfrm>
          <a:custGeom>
            <a:avLst/>
            <a:gdLst/>
            <a:ahLst/>
            <a:rect l="0" t="0" r="r" b="b"/>
            <a:pathLst>
              <a:path w="48" h="48">
                <a:moveTo>
                  <a:pt x="24" y="0"/>
                </a:moveTo>
                <a:lnTo>
                  <a:pt x="0" y="23"/>
                </a:lnTo>
                <a:lnTo>
                  <a:pt x="0" y="48"/>
                </a:lnTo>
                <a:lnTo>
                  <a:pt x="48" y="0"/>
                </a:lnTo>
                <a:lnTo>
                  <a:pt x="24" y="0"/>
                </a:lnTo>
                <a:close/>
              </a:path>
            </a:pathLst>
          </a:custGeom>
          <a:solidFill>
            <a:srgbClr val="7c22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647640" y="168588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47" y="0"/>
                </a:moveTo>
                <a:lnTo>
                  <a:pt x="0" y="48"/>
                </a:lnTo>
                <a:lnTo>
                  <a:pt x="0" y="54"/>
                </a:lnTo>
                <a:lnTo>
                  <a:pt x="54" y="0"/>
                </a:lnTo>
                <a:lnTo>
                  <a:pt x="47" y="0"/>
                </a:lnTo>
                <a:close/>
              </a:path>
            </a:pathLst>
          </a:custGeom>
          <a:solidFill>
            <a:srgbClr val="7c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647640" y="1685880"/>
            <a:ext cx="25920" cy="19440"/>
          </a:xfrm>
          <a:custGeom>
            <a:avLst/>
            <a:gdLst/>
            <a:ahLst/>
            <a:rect l="0" t="0" r="r" b="b"/>
            <a:pathLst>
              <a:path w="72" h="54">
                <a:moveTo>
                  <a:pt x="54" y="0"/>
                </a:moveTo>
                <a:lnTo>
                  <a:pt x="0" y="54"/>
                </a:lnTo>
                <a:lnTo>
                  <a:pt x="19" y="54"/>
                </a:lnTo>
                <a:lnTo>
                  <a:pt x="72" y="0"/>
                </a:lnTo>
                <a:lnTo>
                  <a:pt x="54" y="0"/>
                </a:lnTo>
                <a:close/>
              </a:path>
            </a:pathLst>
          </a:custGeom>
          <a:solidFill>
            <a:srgbClr val="7d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65412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7d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66276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5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7e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67140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3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7e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67968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68832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69696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5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70560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3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80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71388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1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72252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5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1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73116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3" y="0"/>
                </a:lnTo>
                <a:close/>
              </a:path>
            </a:pathLst>
          </a:custGeom>
          <a:solidFill>
            <a:srgbClr val="82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73980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7" y="0"/>
                </a:lnTo>
                <a:lnTo>
                  <a:pt x="54" y="0"/>
                </a:lnTo>
                <a:close/>
              </a:path>
            </a:pathLst>
          </a:custGeom>
          <a:solidFill>
            <a:srgbClr val="83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74844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83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75672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3" y="0"/>
                </a:lnTo>
                <a:close/>
              </a:path>
            </a:pathLst>
          </a:custGeom>
          <a:solidFill>
            <a:srgbClr val="84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76536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4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77400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5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5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78264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3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85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79092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79956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5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80820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3" y="0"/>
                </a:lnTo>
                <a:close/>
              </a:path>
            </a:pathLst>
          </a:custGeom>
          <a:solidFill>
            <a:srgbClr val="87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81684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4" y="0"/>
                </a:moveTo>
                <a:lnTo>
                  <a:pt x="0" y="54"/>
                </a:lnTo>
                <a:lnTo>
                  <a:pt x="23" y="54"/>
                </a:lnTo>
                <a:lnTo>
                  <a:pt x="77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82512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82a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83376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5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92a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84240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3" y="0"/>
                </a:lnTo>
                <a:close/>
              </a:path>
            </a:pathLst>
          </a:custGeom>
          <a:solidFill>
            <a:srgbClr val="892a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85104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7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85968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8a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86796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3" y="0"/>
                </a:lnTo>
                <a:close/>
              </a:path>
            </a:pathLst>
          </a:custGeom>
          <a:solidFill>
            <a:srgbClr val="8b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87660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b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88524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5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c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89388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3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8c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90216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d2d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91080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5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2d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91944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3" y="0"/>
                </a:lnTo>
                <a:close/>
              </a:path>
            </a:pathLst>
          </a:custGeom>
          <a:solidFill>
            <a:srgbClr val="8e2d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92808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7" y="0"/>
                </a:lnTo>
                <a:lnTo>
                  <a:pt x="54" y="0"/>
                </a:lnTo>
                <a:close/>
              </a:path>
            </a:pathLst>
          </a:custGeom>
          <a:solidFill>
            <a:srgbClr val="8f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93672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8f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94500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3" y="0"/>
                </a:lnTo>
                <a:close/>
              </a:path>
            </a:pathLst>
          </a:custGeom>
          <a:solidFill>
            <a:srgbClr val="90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95364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0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96228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1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97092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7" y="0"/>
                </a:lnTo>
                <a:lnTo>
                  <a:pt x="54" y="0"/>
                </a:lnTo>
                <a:close/>
              </a:path>
            </a:pathLst>
          </a:custGeom>
          <a:solidFill>
            <a:srgbClr val="91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97920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3" y="0"/>
                </a:lnTo>
                <a:close/>
              </a:path>
            </a:pathLst>
          </a:custGeom>
          <a:solidFill>
            <a:srgbClr val="9230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98784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330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99648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5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330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100512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3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94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101340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102204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5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5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103068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3" y="0"/>
                </a:lnTo>
                <a:close/>
              </a:path>
            </a:pathLst>
          </a:custGeom>
          <a:solidFill>
            <a:srgbClr val="95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103932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7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104796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96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105624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3" y="0"/>
                </a:lnTo>
                <a:close/>
              </a:path>
            </a:pathLst>
          </a:custGeom>
          <a:solidFill>
            <a:srgbClr val="97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106488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8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107352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5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8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108216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3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99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109044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9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109908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a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1107720" y="1685880"/>
            <a:ext cx="36360" cy="19440"/>
          </a:xfrm>
          <a:custGeom>
            <a:avLst/>
            <a:gdLst/>
            <a:ahLst/>
            <a:rect l="0" t="0" r="r" b="b"/>
            <a:pathLst>
              <a:path w="101" h="54">
                <a:moveTo>
                  <a:pt x="53" y="0"/>
                </a:moveTo>
                <a:lnTo>
                  <a:pt x="0" y="54"/>
                </a:lnTo>
                <a:lnTo>
                  <a:pt x="47" y="54"/>
                </a:lnTo>
                <a:lnTo>
                  <a:pt x="101" y="0"/>
                </a:lnTo>
                <a:lnTo>
                  <a:pt x="53" y="0"/>
                </a:lnTo>
                <a:close/>
              </a:path>
            </a:pathLst>
          </a:custGeom>
          <a:solidFill>
            <a:srgbClr val="9a35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11246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a35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11289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9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11332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8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11376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7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11419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96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11462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11505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5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115488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115920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3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1163160" y="1685880"/>
            <a:ext cx="24120" cy="19440"/>
          </a:xfrm>
          <a:custGeom>
            <a:avLst/>
            <a:gdLst/>
            <a:ahLst/>
            <a:rect l="0" t="0" r="r" b="b"/>
            <a:pathLst>
              <a:path w="67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7" y="0"/>
                </a:lnTo>
                <a:lnTo>
                  <a:pt x="54" y="0"/>
                </a:lnTo>
                <a:close/>
              </a:path>
            </a:pathLst>
          </a:custGeom>
          <a:solidFill>
            <a:srgbClr val="92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11674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2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11718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13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11761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0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11804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f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11847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11890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8e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119340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d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119772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c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12016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b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12060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12103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8a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12146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9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12189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8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12232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12276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123192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123624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2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2" y="0"/>
                </a:lnTo>
                <a:close/>
              </a:path>
            </a:pathLst>
          </a:custGeom>
          <a:solidFill>
            <a:srgbClr val="85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12402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4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12445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3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12488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12531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12574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81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12618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12661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127044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12744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e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12787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7d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12830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c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12873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b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12916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b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12960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a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13003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9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130464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78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130896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77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13129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7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13172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6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13215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5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13258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74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13302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3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13345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3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13388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2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134316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71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134748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70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13514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6f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13557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f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13600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e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13644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d37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13687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c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13730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6b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13773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b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138168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6a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13856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9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13899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8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13942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67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13986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7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14029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6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14072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5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14115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4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141588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63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142020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2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2" y="0"/>
                </a:lnTo>
                <a:close/>
              </a:path>
            </a:pathLst>
          </a:custGeom>
          <a:solidFill>
            <a:srgbClr val="63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14241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2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14284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1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14328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0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14371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f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14414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5f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14457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e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14500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d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145440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5c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145872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5c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1462680" y="1685880"/>
            <a:ext cx="24120" cy="19440"/>
          </a:xfrm>
          <a:custGeom>
            <a:avLst/>
            <a:gdLst/>
            <a:ahLst/>
            <a:rect l="0" t="0" r="r" b="b"/>
            <a:pathLst>
              <a:path w="67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7" y="0"/>
                </a:lnTo>
                <a:lnTo>
                  <a:pt x="54" y="0"/>
                </a:lnTo>
                <a:close/>
              </a:path>
            </a:pathLst>
          </a:custGeom>
          <a:solidFill>
            <a:srgbClr val="5b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14670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a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14713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939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14756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8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14799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8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14842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7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14886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56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149292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55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149724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54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15012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4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15055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3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15098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52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15141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1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15184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0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15228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0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15271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4f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153144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4e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15354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4d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15397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4c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15440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4c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15483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4b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15526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4a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15570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49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15613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48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156564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48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156996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47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15739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46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15782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45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15825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44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15868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44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15912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43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15955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42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15998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41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160416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40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160848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40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16124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f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16167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e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16210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d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16254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3c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16297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c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16340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b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16383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a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164268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39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164700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39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16509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38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16552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7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16596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6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16639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5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16682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53a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16725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343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16768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33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168120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32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16851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1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16894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1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16938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30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16981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2f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1702440" y="168588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0" y="5"/>
                </a:lnTo>
                <a:lnTo>
                  <a:pt x="54" y="0"/>
                </a:lnTo>
                <a:close/>
              </a:path>
            </a:pathLst>
          </a:custGeom>
          <a:solidFill>
            <a:srgbClr val="2e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1706760" y="1687680"/>
            <a:ext cx="17280" cy="17640"/>
          </a:xfrm>
          <a:custGeom>
            <a:avLst/>
            <a:gdLst/>
            <a:ahLst/>
            <a:rect l="0" t="0" r="r" b="b"/>
            <a:pathLst>
              <a:path w="48" h="49">
                <a:moveTo>
                  <a:pt x="48" y="0"/>
                </a:moveTo>
                <a:lnTo>
                  <a:pt x="0" y="49"/>
                </a:lnTo>
                <a:lnTo>
                  <a:pt x="12" y="49"/>
                </a:lnTo>
                <a:lnTo>
                  <a:pt x="48" y="12"/>
                </a:lnTo>
                <a:lnTo>
                  <a:pt x="48" y="0"/>
                </a:lnTo>
                <a:close/>
              </a:path>
            </a:pathLst>
          </a:custGeom>
          <a:solidFill>
            <a:srgbClr val="2d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1711080" y="1692000"/>
            <a:ext cx="12960" cy="13320"/>
          </a:xfrm>
          <a:custGeom>
            <a:avLst/>
            <a:gdLst/>
            <a:ahLst/>
            <a:rect l="0" t="0" r="r" b="b"/>
            <a:pathLst>
              <a:path w="36" h="37">
                <a:moveTo>
                  <a:pt x="36" y="0"/>
                </a:moveTo>
                <a:lnTo>
                  <a:pt x="0" y="37"/>
                </a:lnTo>
                <a:lnTo>
                  <a:pt x="12" y="37"/>
                </a:lnTo>
                <a:lnTo>
                  <a:pt x="36" y="13"/>
                </a:lnTo>
                <a:lnTo>
                  <a:pt x="36" y="0"/>
                </a:lnTo>
                <a:close/>
              </a:path>
            </a:pathLst>
          </a:custGeom>
          <a:solidFill>
            <a:srgbClr val="2d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1715400" y="1696320"/>
            <a:ext cx="8640" cy="9000"/>
          </a:xfrm>
          <a:custGeom>
            <a:avLst/>
            <a:gdLst/>
            <a:ahLst/>
            <a:rect l="0" t="0" r="r" b="b"/>
            <a:pathLst>
              <a:path w="24" h="25">
                <a:moveTo>
                  <a:pt x="24" y="0"/>
                </a:moveTo>
                <a:lnTo>
                  <a:pt x="0" y="25"/>
                </a:lnTo>
                <a:lnTo>
                  <a:pt x="13" y="25"/>
                </a:lnTo>
                <a:lnTo>
                  <a:pt x="24" y="12"/>
                </a:lnTo>
                <a:lnTo>
                  <a:pt x="24" y="0"/>
                </a:lnTo>
                <a:close/>
              </a:path>
            </a:pathLst>
          </a:custGeom>
          <a:solidFill>
            <a:srgbClr val="2c3b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1719720" y="1700640"/>
            <a:ext cx="4320" cy="5040"/>
          </a:xfrm>
          <a:custGeom>
            <a:avLst/>
            <a:gdLst/>
            <a:ahLst/>
            <a:rect l="0" t="0" r="r" b="b"/>
            <a:pathLst>
              <a:path w="12" h="14">
                <a:moveTo>
                  <a:pt x="12" y="0"/>
                </a:moveTo>
                <a:lnTo>
                  <a:pt x="0" y="14"/>
                </a:lnTo>
                <a:lnTo>
                  <a:pt x="12" y="14"/>
                </a:lnTo>
                <a:lnTo>
                  <a:pt x="12" y="0"/>
                </a:lnTo>
                <a:close/>
              </a:path>
            </a:pathLst>
          </a:custGeom>
          <a:solidFill>
            <a:srgbClr val="2b3b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5746680" y="1422000"/>
            <a:ext cx="118800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50" spc="-1" strike="noStrike">
                <a:solidFill>
                  <a:srgbClr val="6b6878"/>
                </a:solidFill>
                <a:latin typeface="Inter"/>
                <a:ea typeface="Inter"/>
              </a:rPr>
              <a:t>GFXT  OBD AI Solutions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"/>
          <p:cNvSpPr/>
          <p:nvPr/>
        </p:nvSpPr>
        <p:spPr>
          <a:xfrm>
            <a:off x="647640" y="504720"/>
            <a:ext cx="6267600" cy="9468000"/>
          </a:xfrm>
          <a:custGeom>
            <a:avLst/>
            <a:gdLst/>
            <a:ahLst/>
            <a:rect l="0" t="0" r="r" b="b"/>
            <a:pathLst>
              <a:path w="17410" h="26300">
                <a:moveTo>
                  <a:pt x="0" y="0"/>
                </a:moveTo>
                <a:lnTo>
                  <a:pt x="17410" y="0"/>
                </a:lnTo>
                <a:lnTo>
                  <a:pt x="17410" y="26300"/>
                </a:lnTo>
                <a:lnTo>
                  <a:pt x="0" y="263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6354360" y="10286640"/>
            <a:ext cx="47916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Page 2 of 2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652320" y="509400"/>
            <a:ext cx="6258240" cy="1371960"/>
          </a:xfrm>
          <a:custGeom>
            <a:avLst/>
            <a:gdLst/>
            <a:ahLst/>
            <a:rect l="0" t="0" r="r" b="b"/>
            <a:pathLst>
              <a:path w="17384" h="3811">
                <a:moveTo>
                  <a:pt x="0" y="3584"/>
                </a:moveTo>
                <a:lnTo>
                  <a:pt x="0" y="227"/>
                </a:lnTo>
                <a:cubicBezTo>
                  <a:pt x="0" y="212"/>
                  <a:pt x="1" y="197"/>
                  <a:pt x="4" y="183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6" y="77"/>
                  <a:pt x="66" y="66"/>
                </a:cubicBezTo>
                <a:cubicBezTo>
                  <a:pt x="77" y="56"/>
                  <a:pt x="88" y="47"/>
                  <a:pt x="101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4" y="12"/>
                  <a:pt x="168" y="7"/>
                  <a:pt x="182" y="4"/>
                </a:cubicBezTo>
                <a:cubicBezTo>
                  <a:pt x="197" y="1"/>
                  <a:pt x="212" y="0"/>
                  <a:pt x="227" y="0"/>
                </a:cubicBezTo>
                <a:lnTo>
                  <a:pt x="17157" y="0"/>
                </a:lnTo>
                <a:cubicBezTo>
                  <a:pt x="17172" y="0"/>
                  <a:pt x="17187" y="1"/>
                  <a:pt x="17201" y="4"/>
                </a:cubicBezTo>
                <a:cubicBezTo>
                  <a:pt x="17216" y="7"/>
                  <a:pt x="17230" y="12"/>
                  <a:pt x="17244" y="17"/>
                </a:cubicBezTo>
                <a:cubicBezTo>
                  <a:pt x="17258" y="23"/>
                  <a:pt x="17271" y="30"/>
                  <a:pt x="17283" y="38"/>
                </a:cubicBezTo>
                <a:cubicBezTo>
                  <a:pt x="17296" y="47"/>
                  <a:pt x="17307" y="56"/>
                  <a:pt x="17318" y="66"/>
                </a:cubicBezTo>
                <a:cubicBezTo>
                  <a:pt x="17328" y="77"/>
                  <a:pt x="17338" y="88"/>
                  <a:pt x="17346" y="101"/>
                </a:cubicBezTo>
                <a:cubicBezTo>
                  <a:pt x="17354" y="113"/>
                  <a:pt x="17361" y="126"/>
                  <a:pt x="17367" y="140"/>
                </a:cubicBezTo>
                <a:cubicBezTo>
                  <a:pt x="17372" y="154"/>
                  <a:pt x="17377" y="168"/>
                  <a:pt x="17380" y="183"/>
                </a:cubicBezTo>
                <a:cubicBezTo>
                  <a:pt x="17383" y="197"/>
                  <a:pt x="17384" y="212"/>
                  <a:pt x="17384" y="227"/>
                </a:cubicBezTo>
                <a:lnTo>
                  <a:pt x="17384" y="3584"/>
                </a:lnTo>
                <a:cubicBezTo>
                  <a:pt x="17384" y="3599"/>
                  <a:pt x="17383" y="3614"/>
                  <a:pt x="17380" y="3628"/>
                </a:cubicBezTo>
                <a:cubicBezTo>
                  <a:pt x="17377" y="3643"/>
                  <a:pt x="17372" y="3657"/>
                  <a:pt x="17367" y="3671"/>
                </a:cubicBezTo>
                <a:cubicBezTo>
                  <a:pt x="17361" y="3685"/>
                  <a:pt x="17354" y="3698"/>
                  <a:pt x="17346" y="3710"/>
                </a:cubicBezTo>
                <a:cubicBezTo>
                  <a:pt x="17338" y="3723"/>
                  <a:pt x="17328" y="3734"/>
                  <a:pt x="17318" y="3745"/>
                </a:cubicBezTo>
                <a:cubicBezTo>
                  <a:pt x="17307" y="3755"/>
                  <a:pt x="17296" y="3765"/>
                  <a:pt x="17283" y="3773"/>
                </a:cubicBezTo>
                <a:cubicBezTo>
                  <a:pt x="17271" y="3781"/>
                  <a:pt x="17258" y="3788"/>
                  <a:pt x="17244" y="3794"/>
                </a:cubicBezTo>
                <a:cubicBezTo>
                  <a:pt x="17230" y="3799"/>
                  <a:pt x="17216" y="3804"/>
                  <a:pt x="17201" y="3807"/>
                </a:cubicBezTo>
                <a:cubicBezTo>
                  <a:pt x="17187" y="3810"/>
                  <a:pt x="17172" y="3811"/>
                  <a:pt x="17157" y="3811"/>
                </a:cubicBezTo>
                <a:lnTo>
                  <a:pt x="227" y="3811"/>
                </a:lnTo>
                <a:cubicBezTo>
                  <a:pt x="212" y="3811"/>
                  <a:pt x="197" y="3810"/>
                  <a:pt x="182" y="3807"/>
                </a:cubicBezTo>
                <a:cubicBezTo>
                  <a:pt x="168" y="3804"/>
                  <a:pt x="154" y="3799"/>
                  <a:pt x="140" y="3794"/>
                </a:cubicBezTo>
                <a:cubicBezTo>
                  <a:pt x="126" y="3788"/>
                  <a:pt x="113" y="3781"/>
                  <a:pt x="101" y="3773"/>
                </a:cubicBezTo>
                <a:cubicBezTo>
                  <a:pt x="88" y="3765"/>
                  <a:pt x="77" y="3755"/>
                  <a:pt x="66" y="3745"/>
                </a:cubicBezTo>
                <a:cubicBezTo>
                  <a:pt x="56" y="3734"/>
                  <a:pt x="46" y="3723"/>
                  <a:pt x="38" y="3710"/>
                </a:cubicBezTo>
                <a:cubicBezTo>
                  <a:pt x="30" y="3698"/>
                  <a:pt x="23" y="3685"/>
                  <a:pt x="17" y="3671"/>
                </a:cubicBezTo>
                <a:cubicBezTo>
                  <a:pt x="11" y="3657"/>
                  <a:pt x="7" y="3643"/>
                  <a:pt x="4" y="3628"/>
                </a:cubicBezTo>
                <a:cubicBezTo>
                  <a:pt x="1" y="3614"/>
                  <a:pt x="0" y="3599"/>
                  <a:pt x="0" y="3584"/>
                </a:cubicBezTo>
                <a:close/>
              </a:path>
            </a:pathLst>
          </a:custGeom>
          <a:noFill/>
          <a:ln w="9360">
            <a:solidFill>
              <a:srgbClr val="e6e1f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647640" y="10286640"/>
            <a:ext cx="17564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OBD AI SOLUTIONS · LAHORE, PAKISTAN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837000" y="650880"/>
            <a:ext cx="18583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6a26d8"/>
                </a:solidFill>
                <a:latin typeface="Inter-Semi"/>
                <a:ea typeface="Inter-Semi"/>
              </a:rPr>
              <a:t>5   ·   P A C K A G E   &amp;   P A Y M E N T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842760" y="1081080"/>
            <a:ext cx="114840" cy="114480"/>
          </a:xfrm>
          <a:custGeom>
            <a:avLst/>
            <a:gdLst/>
            <a:ahLst/>
            <a:rect l="0" t="0" r="r" b="b"/>
            <a:pathLst>
              <a:path w="319" h="318">
                <a:moveTo>
                  <a:pt x="0" y="271"/>
                </a:moveTo>
                <a:lnTo>
                  <a:pt x="0" y="47"/>
                </a:lnTo>
                <a:cubicBezTo>
                  <a:pt x="0" y="41"/>
                  <a:pt x="1" y="35"/>
                  <a:pt x="4" y="29"/>
                </a:cubicBezTo>
                <a:cubicBezTo>
                  <a:pt x="6" y="24"/>
                  <a:pt x="9" y="19"/>
                  <a:pt x="14" y="14"/>
                </a:cubicBezTo>
                <a:cubicBezTo>
                  <a:pt x="18" y="10"/>
                  <a:pt x="23" y="5"/>
                  <a:pt x="29" y="3"/>
                </a:cubicBezTo>
                <a:cubicBezTo>
                  <a:pt x="35" y="1"/>
                  <a:pt x="42" y="0"/>
                  <a:pt x="48" y="0"/>
                </a:cubicBezTo>
                <a:lnTo>
                  <a:pt x="272" y="0"/>
                </a:lnTo>
                <a:cubicBezTo>
                  <a:pt x="278" y="0"/>
                  <a:pt x="284" y="1"/>
                  <a:pt x="290" y="3"/>
                </a:cubicBezTo>
                <a:cubicBezTo>
                  <a:pt x="295" y="5"/>
                  <a:pt x="300" y="10"/>
                  <a:pt x="305" y="14"/>
                </a:cubicBezTo>
                <a:cubicBezTo>
                  <a:pt x="309" y="19"/>
                  <a:pt x="313" y="24"/>
                  <a:pt x="315" y="29"/>
                </a:cubicBezTo>
                <a:cubicBezTo>
                  <a:pt x="317" y="35"/>
                  <a:pt x="319" y="41"/>
                  <a:pt x="319" y="47"/>
                </a:cubicBezTo>
                <a:lnTo>
                  <a:pt x="319" y="271"/>
                </a:lnTo>
                <a:cubicBezTo>
                  <a:pt x="319" y="277"/>
                  <a:pt x="317" y="283"/>
                  <a:pt x="315" y="289"/>
                </a:cubicBezTo>
                <a:cubicBezTo>
                  <a:pt x="313" y="295"/>
                  <a:pt x="309" y="300"/>
                  <a:pt x="305" y="304"/>
                </a:cubicBezTo>
                <a:cubicBezTo>
                  <a:pt x="300" y="309"/>
                  <a:pt x="295" y="312"/>
                  <a:pt x="290" y="314"/>
                </a:cubicBezTo>
                <a:cubicBezTo>
                  <a:pt x="284" y="317"/>
                  <a:pt x="278" y="318"/>
                  <a:pt x="272" y="318"/>
                </a:cubicBezTo>
                <a:lnTo>
                  <a:pt x="48" y="318"/>
                </a:lnTo>
                <a:cubicBezTo>
                  <a:pt x="42" y="318"/>
                  <a:pt x="35" y="317"/>
                  <a:pt x="29" y="314"/>
                </a:cubicBezTo>
                <a:cubicBezTo>
                  <a:pt x="23" y="312"/>
                  <a:pt x="18" y="309"/>
                  <a:pt x="14" y="304"/>
                </a:cubicBezTo>
                <a:cubicBezTo>
                  <a:pt x="9" y="300"/>
                  <a:pt x="6" y="295"/>
                  <a:pt x="4" y="289"/>
                </a:cubicBezTo>
                <a:cubicBezTo>
                  <a:pt x="1" y="283"/>
                  <a:pt x="0" y="277"/>
                  <a:pt x="0" y="271"/>
                </a:cubicBezTo>
                <a:close/>
              </a:path>
            </a:pathLst>
          </a:custGeom>
          <a:noFill/>
          <a:ln w="9360">
            <a:solidFill>
              <a:srgbClr val="0e0e1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837000" y="891360"/>
            <a:ext cx="119412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L A U N C H   PAC K AG E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3357360" y="1081080"/>
            <a:ext cx="124200" cy="114480"/>
          </a:xfrm>
          <a:custGeom>
            <a:avLst/>
            <a:gdLst/>
            <a:ahLst/>
            <a:rect l="0" t="0" r="r" b="b"/>
            <a:pathLst>
              <a:path w="345" h="318">
                <a:moveTo>
                  <a:pt x="0" y="271"/>
                </a:moveTo>
                <a:lnTo>
                  <a:pt x="0" y="47"/>
                </a:lnTo>
                <a:cubicBezTo>
                  <a:pt x="0" y="41"/>
                  <a:pt x="1" y="35"/>
                  <a:pt x="4" y="29"/>
                </a:cubicBezTo>
                <a:cubicBezTo>
                  <a:pt x="6" y="24"/>
                  <a:pt x="9" y="19"/>
                  <a:pt x="14" y="14"/>
                </a:cubicBezTo>
                <a:cubicBezTo>
                  <a:pt x="18" y="10"/>
                  <a:pt x="23" y="5"/>
                  <a:pt x="29" y="3"/>
                </a:cubicBezTo>
                <a:cubicBezTo>
                  <a:pt x="35" y="1"/>
                  <a:pt x="41" y="0"/>
                  <a:pt x="47" y="0"/>
                </a:cubicBezTo>
                <a:lnTo>
                  <a:pt x="298" y="0"/>
                </a:lnTo>
                <a:cubicBezTo>
                  <a:pt x="304" y="0"/>
                  <a:pt x="310" y="1"/>
                  <a:pt x="316" y="3"/>
                </a:cubicBezTo>
                <a:cubicBezTo>
                  <a:pt x="322" y="5"/>
                  <a:pt x="327" y="10"/>
                  <a:pt x="331" y="14"/>
                </a:cubicBezTo>
                <a:cubicBezTo>
                  <a:pt x="336" y="19"/>
                  <a:pt x="339" y="24"/>
                  <a:pt x="341" y="29"/>
                </a:cubicBezTo>
                <a:cubicBezTo>
                  <a:pt x="344" y="35"/>
                  <a:pt x="345" y="41"/>
                  <a:pt x="345" y="47"/>
                </a:cubicBezTo>
                <a:lnTo>
                  <a:pt x="345" y="271"/>
                </a:lnTo>
                <a:cubicBezTo>
                  <a:pt x="345" y="277"/>
                  <a:pt x="344" y="283"/>
                  <a:pt x="341" y="289"/>
                </a:cubicBezTo>
                <a:cubicBezTo>
                  <a:pt x="339" y="295"/>
                  <a:pt x="336" y="300"/>
                  <a:pt x="331" y="304"/>
                </a:cubicBezTo>
                <a:cubicBezTo>
                  <a:pt x="327" y="309"/>
                  <a:pt x="322" y="312"/>
                  <a:pt x="316" y="314"/>
                </a:cubicBezTo>
                <a:cubicBezTo>
                  <a:pt x="310" y="317"/>
                  <a:pt x="304" y="318"/>
                  <a:pt x="298" y="318"/>
                </a:cubicBezTo>
                <a:lnTo>
                  <a:pt x="47" y="318"/>
                </a:lnTo>
                <a:cubicBezTo>
                  <a:pt x="41" y="318"/>
                  <a:pt x="35" y="317"/>
                  <a:pt x="29" y="314"/>
                </a:cubicBezTo>
                <a:cubicBezTo>
                  <a:pt x="23" y="312"/>
                  <a:pt x="18" y="309"/>
                  <a:pt x="14" y="304"/>
                </a:cubicBezTo>
                <a:cubicBezTo>
                  <a:pt x="9" y="300"/>
                  <a:pt x="6" y="295"/>
                  <a:pt x="4" y="289"/>
                </a:cubicBezTo>
                <a:cubicBezTo>
                  <a:pt x="1" y="283"/>
                  <a:pt x="0" y="277"/>
                  <a:pt x="0" y="271"/>
                </a:cubicBezTo>
                <a:close/>
              </a:path>
            </a:pathLst>
          </a:custGeom>
          <a:noFill/>
          <a:ln w="9360">
            <a:solidFill>
              <a:srgbClr val="0e0e1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1038600" y="1070280"/>
            <a:ext cx="21067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Option A, Complete Care PKR 20,000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3553560" y="1070280"/>
            <a:ext cx="22363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Option B, Launch Essentials PKR 12,000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842760" y="1566720"/>
            <a:ext cx="114840" cy="114480"/>
          </a:xfrm>
          <a:custGeom>
            <a:avLst/>
            <a:gdLst/>
            <a:ahLst/>
            <a:rect l="0" t="0" r="r" b="b"/>
            <a:pathLst>
              <a:path w="319" h="318">
                <a:moveTo>
                  <a:pt x="0" y="272"/>
                </a:moveTo>
                <a:lnTo>
                  <a:pt x="0" y="47"/>
                </a:lnTo>
                <a:cubicBezTo>
                  <a:pt x="0" y="40"/>
                  <a:pt x="1" y="34"/>
                  <a:pt x="4" y="29"/>
                </a:cubicBezTo>
                <a:cubicBezTo>
                  <a:pt x="6" y="23"/>
                  <a:pt x="9" y="18"/>
                  <a:pt x="14" y="14"/>
                </a:cubicBezTo>
                <a:cubicBezTo>
                  <a:pt x="18" y="9"/>
                  <a:pt x="23" y="6"/>
                  <a:pt x="29" y="3"/>
                </a:cubicBezTo>
                <a:cubicBezTo>
                  <a:pt x="35" y="1"/>
                  <a:pt x="42" y="0"/>
                  <a:pt x="48" y="0"/>
                </a:cubicBezTo>
                <a:lnTo>
                  <a:pt x="272" y="0"/>
                </a:lnTo>
                <a:cubicBezTo>
                  <a:pt x="278" y="0"/>
                  <a:pt x="284" y="1"/>
                  <a:pt x="290" y="3"/>
                </a:cubicBezTo>
                <a:cubicBezTo>
                  <a:pt x="295" y="6"/>
                  <a:pt x="300" y="9"/>
                  <a:pt x="305" y="14"/>
                </a:cubicBezTo>
                <a:cubicBezTo>
                  <a:pt x="309" y="18"/>
                  <a:pt x="313" y="23"/>
                  <a:pt x="315" y="29"/>
                </a:cubicBezTo>
                <a:cubicBezTo>
                  <a:pt x="317" y="34"/>
                  <a:pt x="319" y="40"/>
                  <a:pt x="319" y="47"/>
                </a:cubicBezTo>
                <a:lnTo>
                  <a:pt x="319" y="272"/>
                </a:lnTo>
                <a:cubicBezTo>
                  <a:pt x="319" y="278"/>
                  <a:pt x="317" y="284"/>
                  <a:pt x="315" y="290"/>
                </a:cubicBezTo>
                <a:cubicBezTo>
                  <a:pt x="313" y="295"/>
                  <a:pt x="309" y="300"/>
                  <a:pt x="305" y="305"/>
                </a:cubicBezTo>
                <a:cubicBezTo>
                  <a:pt x="300" y="309"/>
                  <a:pt x="295" y="312"/>
                  <a:pt x="290" y="315"/>
                </a:cubicBezTo>
                <a:cubicBezTo>
                  <a:pt x="284" y="317"/>
                  <a:pt x="278" y="318"/>
                  <a:pt x="272" y="318"/>
                </a:cubicBezTo>
                <a:lnTo>
                  <a:pt x="48" y="318"/>
                </a:lnTo>
                <a:cubicBezTo>
                  <a:pt x="42" y="318"/>
                  <a:pt x="35" y="317"/>
                  <a:pt x="29" y="315"/>
                </a:cubicBezTo>
                <a:cubicBezTo>
                  <a:pt x="23" y="312"/>
                  <a:pt x="18" y="309"/>
                  <a:pt x="14" y="305"/>
                </a:cubicBezTo>
                <a:cubicBezTo>
                  <a:pt x="9" y="300"/>
                  <a:pt x="6" y="295"/>
                  <a:pt x="4" y="290"/>
                </a:cubicBezTo>
                <a:cubicBezTo>
                  <a:pt x="1" y="284"/>
                  <a:pt x="0" y="278"/>
                  <a:pt x="0" y="272"/>
                </a:cubicBezTo>
                <a:close/>
              </a:path>
            </a:pathLst>
          </a:custGeom>
          <a:noFill/>
          <a:ln w="9360">
            <a:solidFill>
              <a:srgbClr val="0e0e1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837000" y="1377360"/>
            <a:ext cx="79488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I ' L L   PAY   B Y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1985760" y="1566720"/>
            <a:ext cx="114840" cy="114480"/>
          </a:xfrm>
          <a:custGeom>
            <a:avLst/>
            <a:gdLst/>
            <a:ahLst/>
            <a:rect l="0" t="0" r="r" b="b"/>
            <a:pathLst>
              <a:path w="319" h="318">
                <a:moveTo>
                  <a:pt x="0" y="272"/>
                </a:moveTo>
                <a:lnTo>
                  <a:pt x="0" y="47"/>
                </a:lnTo>
                <a:cubicBezTo>
                  <a:pt x="0" y="40"/>
                  <a:pt x="1" y="34"/>
                  <a:pt x="4" y="29"/>
                </a:cubicBezTo>
                <a:cubicBezTo>
                  <a:pt x="6" y="23"/>
                  <a:pt x="9" y="18"/>
                  <a:pt x="14" y="14"/>
                </a:cubicBezTo>
                <a:cubicBezTo>
                  <a:pt x="18" y="9"/>
                  <a:pt x="23" y="6"/>
                  <a:pt x="29" y="3"/>
                </a:cubicBezTo>
                <a:cubicBezTo>
                  <a:pt x="36" y="1"/>
                  <a:pt x="42" y="0"/>
                  <a:pt x="48" y="0"/>
                </a:cubicBezTo>
                <a:lnTo>
                  <a:pt x="272" y="0"/>
                </a:lnTo>
                <a:cubicBezTo>
                  <a:pt x="278" y="0"/>
                  <a:pt x="284" y="1"/>
                  <a:pt x="290" y="3"/>
                </a:cubicBezTo>
                <a:cubicBezTo>
                  <a:pt x="295" y="6"/>
                  <a:pt x="300" y="9"/>
                  <a:pt x="305" y="14"/>
                </a:cubicBezTo>
                <a:cubicBezTo>
                  <a:pt x="309" y="18"/>
                  <a:pt x="313" y="23"/>
                  <a:pt x="315" y="29"/>
                </a:cubicBezTo>
                <a:cubicBezTo>
                  <a:pt x="317" y="34"/>
                  <a:pt x="319" y="40"/>
                  <a:pt x="319" y="47"/>
                </a:cubicBezTo>
                <a:lnTo>
                  <a:pt x="319" y="272"/>
                </a:lnTo>
                <a:cubicBezTo>
                  <a:pt x="319" y="278"/>
                  <a:pt x="317" y="284"/>
                  <a:pt x="315" y="290"/>
                </a:cubicBezTo>
                <a:cubicBezTo>
                  <a:pt x="313" y="295"/>
                  <a:pt x="309" y="300"/>
                  <a:pt x="305" y="305"/>
                </a:cubicBezTo>
                <a:cubicBezTo>
                  <a:pt x="300" y="309"/>
                  <a:pt x="295" y="312"/>
                  <a:pt x="290" y="315"/>
                </a:cubicBezTo>
                <a:cubicBezTo>
                  <a:pt x="284" y="317"/>
                  <a:pt x="278" y="318"/>
                  <a:pt x="272" y="318"/>
                </a:cubicBezTo>
                <a:lnTo>
                  <a:pt x="48" y="318"/>
                </a:lnTo>
                <a:cubicBezTo>
                  <a:pt x="42" y="318"/>
                  <a:pt x="36" y="317"/>
                  <a:pt x="29" y="315"/>
                </a:cubicBezTo>
                <a:cubicBezTo>
                  <a:pt x="23" y="312"/>
                  <a:pt x="18" y="309"/>
                  <a:pt x="14" y="305"/>
                </a:cubicBezTo>
                <a:cubicBezTo>
                  <a:pt x="9" y="300"/>
                  <a:pt x="6" y="295"/>
                  <a:pt x="4" y="290"/>
                </a:cubicBezTo>
                <a:cubicBezTo>
                  <a:pt x="1" y="284"/>
                  <a:pt x="0" y="278"/>
                  <a:pt x="0" y="272"/>
                </a:cubicBezTo>
                <a:close/>
              </a:path>
            </a:pathLst>
          </a:custGeom>
          <a:noFill/>
          <a:ln w="9360">
            <a:solidFill>
              <a:srgbClr val="0e0e1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1038600" y="1556280"/>
            <a:ext cx="7261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Bank transfer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2947680" y="1566720"/>
            <a:ext cx="114840" cy="114480"/>
          </a:xfrm>
          <a:custGeom>
            <a:avLst/>
            <a:gdLst/>
            <a:ahLst/>
            <a:rect l="0" t="0" r="r" b="b"/>
            <a:pathLst>
              <a:path w="319" h="318">
                <a:moveTo>
                  <a:pt x="0" y="272"/>
                </a:moveTo>
                <a:lnTo>
                  <a:pt x="0" y="47"/>
                </a:lnTo>
                <a:cubicBezTo>
                  <a:pt x="0" y="40"/>
                  <a:pt x="2" y="34"/>
                  <a:pt x="4" y="29"/>
                </a:cubicBezTo>
                <a:cubicBezTo>
                  <a:pt x="6" y="23"/>
                  <a:pt x="10" y="18"/>
                  <a:pt x="14" y="14"/>
                </a:cubicBezTo>
                <a:cubicBezTo>
                  <a:pt x="18" y="9"/>
                  <a:pt x="23" y="6"/>
                  <a:pt x="29" y="3"/>
                </a:cubicBezTo>
                <a:cubicBezTo>
                  <a:pt x="35" y="1"/>
                  <a:pt x="41" y="0"/>
                  <a:pt x="47" y="0"/>
                </a:cubicBezTo>
                <a:lnTo>
                  <a:pt x="272" y="0"/>
                </a:lnTo>
                <a:cubicBezTo>
                  <a:pt x="278" y="0"/>
                  <a:pt x="284" y="1"/>
                  <a:pt x="290" y="3"/>
                </a:cubicBezTo>
                <a:cubicBezTo>
                  <a:pt x="296" y="6"/>
                  <a:pt x="301" y="9"/>
                  <a:pt x="305" y="14"/>
                </a:cubicBezTo>
                <a:cubicBezTo>
                  <a:pt x="310" y="18"/>
                  <a:pt x="313" y="23"/>
                  <a:pt x="315" y="29"/>
                </a:cubicBezTo>
                <a:cubicBezTo>
                  <a:pt x="318" y="34"/>
                  <a:pt x="319" y="40"/>
                  <a:pt x="319" y="47"/>
                </a:cubicBezTo>
                <a:lnTo>
                  <a:pt x="319" y="272"/>
                </a:lnTo>
                <a:cubicBezTo>
                  <a:pt x="319" y="278"/>
                  <a:pt x="318" y="284"/>
                  <a:pt x="315" y="290"/>
                </a:cubicBezTo>
                <a:cubicBezTo>
                  <a:pt x="313" y="295"/>
                  <a:pt x="310" y="300"/>
                  <a:pt x="305" y="305"/>
                </a:cubicBezTo>
                <a:cubicBezTo>
                  <a:pt x="301" y="309"/>
                  <a:pt x="296" y="312"/>
                  <a:pt x="290" y="315"/>
                </a:cubicBezTo>
                <a:cubicBezTo>
                  <a:pt x="284" y="317"/>
                  <a:pt x="278" y="318"/>
                  <a:pt x="272" y="318"/>
                </a:cubicBezTo>
                <a:lnTo>
                  <a:pt x="47" y="318"/>
                </a:lnTo>
                <a:cubicBezTo>
                  <a:pt x="41" y="318"/>
                  <a:pt x="35" y="317"/>
                  <a:pt x="29" y="315"/>
                </a:cubicBezTo>
                <a:cubicBezTo>
                  <a:pt x="23" y="312"/>
                  <a:pt x="18" y="309"/>
                  <a:pt x="14" y="305"/>
                </a:cubicBezTo>
                <a:cubicBezTo>
                  <a:pt x="10" y="300"/>
                  <a:pt x="6" y="295"/>
                  <a:pt x="4" y="290"/>
                </a:cubicBezTo>
                <a:cubicBezTo>
                  <a:pt x="2" y="284"/>
                  <a:pt x="0" y="278"/>
                  <a:pt x="0" y="272"/>
                </a:cubicBezTo>
                <a:close/>
              </a:path>
            </a:pathLst>
          </a:custGeom>
          <a:noFill/>
          <a:ln w="9360">
            <a:solidFill>
              <a:srgbClr val="0e0e1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2178360" y="1556280"/>
            <a:ext cx="5432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Easypaisa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3890880" y="1566720"/>
            <a:ext cx="124200" cy="114480"/>
          </a:xfrm>
          <a:custGeom>
            <a:avLst/>
            <a:gdLst/>
            <a:ahLst/>
            <a:rect l="0" t="0" r="r" b="b"/>
            <a:pathLst>
              <a:path w="345" h="318">
                <a:moveTo>
                  <a:pt x="0" y="272"/>
                </a:moveTo>
                <a:lnTo>
                  <a:pt x="0" y="47"/>
                </a:lnTo>
                <a:cubicBezTo>
                  <a:pt x="0" y="40"/>
                  <a:pt x="1" y="34"/>
                  <a:pt x="3" y="29"/>
                </a:cubicBezTo>
                <a:cubicBezTo>
                  <a:pt x="6" y="23"/>
                  <a:pt x="9" y="18"/>
                  <a:pt x="13" y="14"/>
                </a:cubicBezTo>
                <a:cubicBezTo>
                  <a:pt x="18" y="9"/>
                  <a:pt x="23" y="6"/>
                  <a:pt x="29" y="3"/>
                </a:cubicBezTo>
                <a:cubicBezTo>
                  <a:pt x="34" y="1"/>
                  <a:pt x="40" y="0"/>
                  <a:pt x="46" y="0"/>
                </a:cubicBezTo>
                <a:lnTo>
                  <a:pt x="297" y="0"/>
                </a:lnTo>
                <a:cubicBezTo>
                  <a:pt x="303" y="0"/>
                  <a:pt x="309" y="1"/>
                  <a:pt x="315" y="3"/>
                </a:cubicBezTo>
                <a:cubicBezTo>
                  <a:pt x="321" y="6"/>
                  <a:pt x="326" y="9"/>
                  <a:pt x="330" y="14"/>
                </a:cubicBezTo>
                <a:cubicBezTo>
                  <a:pt x="334" y="18"/>
                  <a:pt x="338" y="23"/>
                  <a:pt x="341" y="29"/>
                </a:cubicBezTo>
                <a:cubicBezTo>
                  <a:pt x="343" y="34"/>
                  <a:pt x="345" y="40"/>
                  <a:pt x="345" y="47"/>
                </a:cubicBezTo>
                <a:lnTo>
                  <a:pt x="345" y="272"/>
                </a:lnTo>
                <a:cubicBezTo>
                  <a:pt x="345" y="278"/>
                  <a:pt x="343" y="284"/>
                  <a:pt x="341" y="290"/>
                </a:cubicBezTo>
                <a:cubicBezTo>
                  <a:pt x="338" y="295"/>
                  <a:pt x="334" y="300"/>
                  <a:pt x="330" y="305"/>
                </a:cubicBezTo>
                <a:cubicBezTo>
                  <a:pt x="326" y="309"/>
                  <a:pt x="321" y="312"/>
                  <a:pt x="315" y="315"/>
                </a:cubicBezTo>
                <a:cubicBezTo>
                  <a:pt x="309" y="317"/>
                  <a:pt x="303" y="318"/>
                  <a:pt x="297" y="318"/>
                </a:cubicBezTo>
                <a:lnTo>
                  <a:pt x="46" y="318"/>
                </a:lnTo>
                <a:cubicBezTo>
                  <a:pt x="40" y="318"/>
                  <a:pt x="34" y="317"/>
                  <a:pt x="29" y="315"/>
                </a:cubicBezTo>
                <a:cubicBezTo>
                  <a:pt x="23" y="312"/>
                  <a:pt x="18" y="309"/>
                  <a:pt x="13" y="305"/>
                </a:cubicBezTo>
                <a:cubicBezTo>
                  <a:pt x="9" y="300"/>
                  <a:pt x="6" y="295"/>
                  <a:pt x="3" y="290"/>
                </a:cubicBezTo>
                <a:cubicBezTo>
                  <a:pt x="1" y="284"/>
                  <a:pt x="0" y="278"/>
                  <a:pt x="0" y="272"/>
                </a:cubicBezTo>
                <a:close/>
              </a:path>
            </a:pathLst>
          </a:custGeom>
          <a:noFill/>
          <a:ln w="9360">
            <a:solidFill>
              <a:srgbClr val="0e0e1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3140640" y="1556280"/>
            <a:ext cx="5310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JazzCash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647640" y="2562120"/>
            <a:ext cx="1924200" cy="9720"/>
          </a:xfrm>
          <a:custGeom>
            <a:avLst/>
            <a:gdLst/>
            <a:ahLst/>
            <a:rect l="0" t="0" r="r" b="b"/>
            <a:pathLst>
              <a:path w="5345" h="27">
                <a:moveTo>
                  <a:pt x="0" y="0"/>
                </a:moveTo>
                <a:lnTo>
                  <a:pt x="5345" y="0"/>
                </a:lnTo>
                <a:lnTo>
                  <a:pt x="534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4089240" y="1556280"/>
            <a:ext cx="2750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Cash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2819160" y="2562120"/>
            <a:ext cx="1924560" cy="9720"/>
          </a:xfrm>
          <a:custGeom>
            <a:avLst/>
            <a:gdLst/>
            <a:ahLst/>
            <a:rect l="0" t="0" r="r" b="b"/>
            <a:pathLst>
              <a:path w="5346" h="27">
                <a:moveTo>
                  <a:pt x="0" y="0"/>
                </a:moveTo>
                <a:lnTo>
                  <a:pt x="5346" y="0"/>
                </a:lnTo>
                <a:lnTo>
                  <a:pt x="53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647640" y="2053440"/>
            <a:ext cx="77328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S I G N AT U R E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4991040" y="2562120"/>
            <a:ext cx="1924200" cy="9720"/>
          </a:xfrm>
          <a:custGeom>
            <a:avLst/>
            <a:gdLst/>
            <a:ahLst/>
            <a:rect l="0" t="0" r="r" b="b"/>
            <a:pathLst>
              <a:path w="5345" h="27">
                <a:moveTo>
                  <a:pt x="0" y="0"/>
                </a:moveTo>
                <a:lnTo>
                  <a:pt x="5345" y="0"/>
                </a:lnTo>
                <a:lnTo>
                  <a:pt x="534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2820600" y="2053440"/>
            <a:ext cx="37728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N A M E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4993920" y="2053440"/>
            <a:ext cx="28872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DAT E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647640" y="2673360"/>
            <a:ext cx="620784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By signing, you confirm the details are correct and that GFXT has the right to use the content supplied for the website. We keep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647640" y="2835360"/>
            <a:ext cx="338256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your details private and use them only for this project and its invoices.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