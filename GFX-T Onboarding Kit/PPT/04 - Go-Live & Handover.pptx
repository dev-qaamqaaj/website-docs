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7554913" cy="10691813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941040" y="861480"/>
            <a:ext cx="5924880" cy="164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ubTitle"/>
          </p:nvPr>
        </p:nvSpPr>
        <p:spPr>
          <a:xfrm>
            <a:off x="941040" y="2775960"/>
            <a:ext cx="5924880" cy="572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47640" y="504720"/>
            <a:ext cx="6267600" cy="9468000"/>
          </a:xfrm>
          <a:custGeom>
            <a:avLst/>
            <a:gdLst/>
            <a:ahLst/>
            <a:rect l="0" t="0" r="r" b="b"/>
            <a:pathLst>
              <a:path w="17410" h="26300">
                <a:moveTo>
                  <a:pt x="0" y="0"/>
                </a:moveTo>
                <a:lnTo>
                  <a:pt x="17410" y="0"/>
                </a:lnTo>
                <a:lnTo>
                  <a:pt x="17410" y="26300"/>
                </a:lnTo>
                <a:lnTo>
                  <a:pt x="0" y="263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"/>
          <p:cNvSpPr txBox="1"/>
          <p:nvPr/>
        </p:nvSpPr>
        <p:spPr>
          <a:xfrm>
            <a:off x="6390360" y="10286640"/>
            <a:ext cx="44424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9a9496"/>
                </a:solidFill>
                <a:latin typeface="Inter"/>
                <a:ea typeface="Inter"/>
              </a:rPr>
              <a:t>Page 1 of 1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"/>
          <p:cNvSpPr/>
          <p:nvPr/>
        </p:nvSpPr>
        <p:spPr>
          <a:xfrm>
            <a:off x="647640" y="3600360"/>
            <a:ext cx="304920" cy="9720"/>
          </a:xfrm>
          <a:custGeom>
            <a:avLst/>
            <a:gdLst/>
            <a:ahLst/>
            <a:rect l="0" t="0" r="r" b="b"/>
            <a:pathLst>
              <a:path w="847" h="27">
                <a:moveTo>
                  <a:pt x="0" y="0"/>
                </a:moveTo>
                <a:lnTo>
                  <a:pt x="847" y="0"/>
                </a:lnTo>
                <a:lnTo>
                  <a:pt x="8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952200" y="3600360"/>
            <a:ext cx="5963040" cy="9720"/>
          </a:xfrm>
          <a:custGeom>
            <a:avLst/>
            <a:gdLst/>
            <a:ahLst/>
            <a:rect l="0" t="0" r="r" b="b"/>
            <a:pathLst>
              <a:path w="16564" h="27">
                <a:moveTo>
                  <a:pt x="0" y="0"/>
                </a:moveTo>
                <a:lnTo>
                  <a:pt x="16564" y="0"/>
                </a:lnTo>
                <a:lnTo>
                  <a:pt x="165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647640" y="3885840"/>
            <a:ext cx="304920" cy="10080"/>
          </a:xfrm>
          <a:custGeom>
            <a:avLst/>
            <a:gdLst/>
            <a:ahLst/>
            <a:rect l="0" t="0" r="r" b="b"/>
            <a:pathLst>
              <a:path w="847" h="28">
                <a:moveTo>
                  <a:pt x="0" y="0"/>
                </a:moveTo>
                <a:lnTo>
                  <a:pt x="847" y="0"/>
                </a:lnTo>
                <a:lnTo>
                  <a:pt x="8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952200" y="3885840"/>
            <a:ext cx="5963040" cy="10080"/>
          </a:xfrm>
          <a:custGeom>
            <a:avLst/>
            <a:gdLst/>
            <a:ahLst/>
            <a:rect l="0" t="0" r="r" b="b"/>
            <a:pathLst>
              <a:path w="16564" h="28">
                <a:moveTo>
                  <a:pt x="0" y="0"/>
                </a:moveTo>
                <a:lnTo>
                  <a:pt x="16564" y="0"/>
                </a:lnTo>
                <a:lnTo>
                  <a:pt x="165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647640" y="4181400"/>
            <a:ext cx="304920" cy="9720"/>
          </a:xfrm>
          <a:custGeom>
            <a:avLst/>
            <a:gdLst/>
            <a:ahLst/>
            <a:rect l="0" t="0" r="r" b="b"/>
            <a:pathLst>
              <a:path w="847" h="27">
                <a:moveTo>
                  <a:pt x="0" y="0"/>
                </a:moveTo>
                <a:lnTo>
                  <a:pt x="847" y="0"/>
                </a:lnTo>
                <a:lnTo>
                  <a:pt x="8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952200" y="4181400"/>
            <a:ext cx="5963040" cy="9720"/>
          </a:xfrm>
          <a:custGeom>
            <a:avLst/>
            <a:gdLst/>
            <a:ahLst/>
            <a:rect l="0" t="0" r="r" b="b"/>
            <a:pathLst>
              <a:path w="16564" h="27">
                <a:moveTo>
                  <a:pt x="0" y="0"/>
                </a:moveTo>
                <a:lnTo>
                  <a:pt x="16564" y="0"/>
                </a:lnTo>
                <a:lnTo>
                  <a:pt x="165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647640" y="4476600"/>
            <a:ext cx="304920" cy="9720"/>
          </a:xfrm>
          <a:custGeom>
            <a:avLst/>
            <a:gdLst/>
            <a:ahLst/>
            <a:rect l="0" t="0" r="r" b="b"/>
            <a:pathLst>
              <a:path w="847" h="27">
                <a:moveTo>
                  <a:pt x="0" y="0"/>
                </a:moveTo>
                <a:lnTo>
                  <a:pt x="847" y="0"/>
                </a:lnTo>
                <a:lnTo>
                  <a:pt x="8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952200" y="4476600"/>
            <a:ext cx="5963040" cy="9720"/>
          </a:xfrm>
          <a:custGeom>
            <a:avLst/>
            <a:gdLst/>
            <a:ahLst/>
            <a:rect l="0" t="0" r="r" b="b"/>
            <a:pathLst>
              <a:path w="16564" h="27">
                <a:moveTo>
                  <a:pt x="0" y="0"/>
                </a:moveTo>
                <a:lnTo>
                  <a:pt x="16564" y="0"/>
                </a:lnTo>
                <a:lnTo>
                  <a:pt x="165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647640" y="4771800"/>
            <a:ext cx="304920" cy="10080"/>
          </a:xfrm>
          <a:custGeom>
            <a:avLst/>
            <a:gdLst/>
            <a:ahLst/>
            <a:rect l="0" t="0" r="r" b="b"/>
            <a:pathLst>
              <a:path w="847" h="28">
                <a:moveTo>
                  <a:pt x="0" y="0"/>
                </a:moveTo>
                <a:lnTo>
                  <a:pt x="847" y="0"/>
                </a:lnTo>
                <a:lnTo>
                  <a:pt x="8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952200" y="4771800"/>
            <a:ext cx="5963040" cy="10080"/>
          </a:xfrm>
          <a:custGeom>
            <a:avLst/>
            <a:gdLst/>
            <a:ahLst/>
            <a:rect l="0" t="0" r="r" b="b"/>
            <a:pathLst>
              <a:path w="16564" h="28">
                <a:moveTo>
                  <a:pt x="0" y="0"/>
                </a:moveTo>
                <a:lnTo>
                  <a:pt x="16564" y="0"/>
                </a:lnTo>
                <a:lnTo>
                  <a:pt x="165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647640" y="5057640"/>
            <a:ext cx="304920" cy="9720"/>
          </a:xfrm>
          <a:custGeom>
            <a:avLst/>
            <a:gdLst/>
            <a:ahLst/>
            <a:rect l="0" t="0" r="r" b="b"/>
            <a:pathLst>
              <a:path w="847" h="27">
                <a:moveTo>
                  <a:pt x="0" y="0"/>
                </a:moveTo>
                <a:lnTo>
                  <a:pt x="847" y="0"/>
                </a:lnTo>
                <a:lnTo>
                  <a:pt x="8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952200" y="5057640"/>
            <a:ext cx="5963040" cy="9720"/>
          </a:xfrm>
          <a:custGeom>
            <a:avLst/>
            <a:gdLst/>
            <a:ahLst/>
            <a:rect l="0" t="0" r="r" b="b"/>
            <a:pathLst>
              <a:path w="16564" h="27">
                <a:moveTo>
                  <a:pt x="0" y="0"/>
                </a:moveTo>
                <a:lnTo>
                  <a:pt x="16564" y="0"/>
                </a:lnTo>
                <a:lnTo>
                  <a:pt x="165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647640" y="5352840"/>
            <a:ext cx="304920" cy="10080"/>
          </a:xfrm>
          <a:custGeom>
            <a:avLst/>
            <a:gdLst/>
            <a:ahLst/>
            <a:rect l="0" t="0" r="r" b="b"/>
            <a:pathLst>
              <a:path w="847" h="28">
                <a:moveTo>
                  <a:pt x="0" y="0"/>
                </a:moveTo>
                <a:lnTo>
                  <a:pt x="847" y="0"/>
                </a:lnTo>
                <a:lnTo>
                  <a:pt x="8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952200" y="5352840"/>
            <a:ext cx="5963040" cy="10080"/>
          </a:xfrm>
          <a:custGeom>
            <a:avLst/>
            <a:gdLst/>
            <a:ahLst/>
            <a:rect l="0" t="0" r="r" b="b"/>
            <a:pathLst>
              <a:path w="16564" h="28">
                <a:moveTo>
                  <a:pt x="0" y="0"/>
                </a:moveTo>
                <a:lnTo>
                  <a:pt x="16564" y="0"/>
                </a:lnTo>
                <a:lnTo>
                  <a:pt x="165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647640" y="6038640"/>
            <a:ext cx="1333800" cy="10080"/>
          </a:xfrm>
          <a:custGeom>
            <a:avLst/>
            <a:gdLst/>
            <a:ahLst/>
            <a:rect l="0" t="0" r="r" b="b"/>
            <a:pathLst>
              <a:path w="3705" h="28">
                <a:moveTo>
                  <a:pt x="0" y="0"/>
                </a:moveTo>
                <a:lnTo>
                  <a:pt x="3705" y="0"/>
                </a:lnTo>
                <a:lnTo>
                  <a:pt x="37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e0e1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1981080" y="6038640"/>
            <a:ext cx="1362240" cy="10080"/>
          </a:xfrm>
          <a:custGeom>
            <a:avLst/>
            <a:gdLst/>
            <a:ahLst/>
            <a:rect l="0" t="0" r="r" b="b"/>
            <a:pathLst>
              <a:path w="3784" h="28">
                <a:moveTo>
                  <a:pt x="0" y="0"/>
                </a:moveTo>
                <a:lnTo>
                  <a:pt x="3784" y="0"/>
                </a:lnTo>
                <a:lnTo>
                  <a:pt x="378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e0e1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3342960" y="6038640"/>
            <a:ext cx="2019960" cy="10080"/>
          </a:xfrm>
          <a:custGeom>
            <a:avLst/>
            <a:gdLst/>
            <a:ahLst/>
            <a:rect l="0" t="0" r="r" b="b"/>
            <a:pathLst>
              <a:path w="5611" h="28">
                <a:moveTo>
                  <a:pt x="0" y="0"/>
                </a:moveTo>
                <a:lnTo>
                  <a:pt x="5611" y="0"/>
                </a:lnTo>
                <a:lnTo>
                  <a:pt x="56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e0e1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5362560" y="6038640"/>
            <a:ext cx="1552680" cy="10080"/>
          </a:xfrm>
          <a:custGeom>
            <a:avLst/>
            <a:gdLst/>
            <a:ahLst/>
            <a:rect l="0" t="0" r="r" b="b"/>
            <a:pathLst>
              <a:path w="4313" h="28">
                <a:moveTo>
                  <a:pt x="0" y="0"/>
                </a:moveTo>
                <a:lnTo>
                  <a:pt x="4313" y="0"/>
                </a:lnTo>
                <a:lnTo>
                  <a:pt x="431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e0e1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647640" y="6333840"/>
            <a:ext cx="1333800" cy="10080"/>
          </a:xfrm>
          <a:custGeom>
            <a:avLst/>
            <a:gdLst/>
            <a:ahLst/>
            <a:rect l="0" t="0" r="r" b="b"/>
            <a:pathLst>
              <a:path w="3705" h="28">
                <a:moveTo>
                  <a:pt x="0" y="0"/>
                </a:moveTo>
                <a:lnTo>
                  <a:pt x="3705" y="0"/>
                </a:lnTo>
                <a:lnTo>
                  <a:pt x="37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1981080" y="6333840"/>
            <a:ext cx="1362240" cy="10080"/>
          </a:xfrm>
          <a:custGeom>
            <a:avLst/>
            <a:gdLst/>
            <a:ahLst/>
            <a:rect l="0" t="0" r="r" b="b"/>
            <a:pathLst>
              <a:path w="3784" h="28">
                <a:moveTo>
                  <a:pt x="0" y="0"/>
                </a:moveTo>
                <a:lnTo>
                  <a:pt x="3784" y="0"/>
                </a:lnTo>
                <a:lnTo>
                  <a:pt x="378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3342960" y="6333840"/>
            <a:ext cx="2019960" cy="10080"/>
          </a:xfrm>
          <a:custGeom>
            <a:avLst/>
            <a:gdLst/>
            <a:ahLst/>
            <a:rect l="0" t="0" r="r" b="b"/>
            <a:pathLst>
              <a:path w="5611" h="28">
                <a:moveTo>
                  <a:pt x="0" y="0"/>
                </a:moveTo>
                <a:lnTo>
                  <a:pt x="5611" y="0"/>
                </a:lnTo>
                <a:lnTo>
                  <a:pt x="56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5362560" y="6333840"/>
            <a:ext cx="1552680" cy="10080"/>
          </a:xfrm>
          <a:custGeom>
            <a:avLst/>
            <a:gdLst/>
            <a:ahLst/>
            <a:rect l="0" t="0" r="r" b="b"/>
            <a:pathLst>
              <a:path w="4313" h="28">
                <a:moveTo>
                  <a:pt x="0" y="0"/>
                </a:moveTo>
                <a:lnTo>
                  <a:pt x="4313" y="0"/>
                </a:lnTo>
                <a:lnTo>
                  <a:pt x="431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647640" y="6629040"/>
            <a:ext cx="1333800" cy="10080"/>
          </a:xfrm>
          <a:custGeom>
            <a:avLst/>
            <a:gdLst/>
            <a:ahLst/>
            <a:rect l="0" t="0" r="r" b="b"/>
            <a:pathLst>
              <a:path w="3705" h="28">
                <a:moveTo>
                  <a:pt x="0" y="0"/>
                </a:moveTo>
                <a:lnTo>
                  <a:pt x="3705" y="0"/>
                </a:lnTo>
                <a:lnTo>
                  <a:pt x="37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1981080" y="6629040"/>
            <a:ext cx="1362240" cy="10080"/>
          </a:xfrm>
          <a:custGeom>
            <a:avLst/>
            <a:gdLst/>
            <a:ahLst/>
            <a:rect l="0" t="0" r="r" b="b"/>
            <a:pathLst>
              <a:path w="3784" h="28">
                <a:moveTo>
                  <a:pt x="0" y="0"/>
                </a:moveTo>
                <a:lnTo>
                  <a:pt x="3784" y="0"/>
                </a:lnTo>
                <a:lnTo>
                  <a:pt x="378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3342960" y="6629040"/>
            <a:ext cx="2019960" cy="10080"/>
          </a:xfrm>
          <a:custGeom>
            <a:avLst/>
            <a:gdLst/>
            <a:ahLst/>
            <a:rect l="0" t="0" r="r" b="b"/>
            <a:pathLst>
              <a:path w="5611" h="28">
                <a:moveTo>
                  <a:pt x="0" y="0"/>
                </a:moveTo>
                <a:lnTo>
                  <a:pt x="5611" y="0"/>
                </a:lnTo>
                <a:lnTo>
                  <a:pt x="56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5362560" y="6629040"/>
            <a:ext cx="1552680" cy="10080"/>
          </a:xfrm>
          <a:custGeom>
            <a:avLst/>
            <a:gdLst/>
            <a:ahLst/>
            <a:rect l="0" t="0" r="r" b="b"/>
            <a:pathLst>
              <a:path w="4313" h="28">
                <a:moveTo>
                  <a:pt x="0" y="0"/>
                </a:moveTo>
                <a:lnTo>
                  <a:pt x="4313" y="0"/>
                </a:lnTo>
                <a:lnTo>
                  <a:pt x="431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647640" y="6924600"/>
            <a:ext cx="1333800" cy="9720"/>
          </a:xfrm>
          <a:custGeom>
            <a:avLst/>
            <a:gdLst/>
            <a:ahLst/>
            <a:rect l="0" t="0" r="r" b="b"/>
            <a:pathLst>
              <a:path w="3705" h="27">
                <a:moveTo>
                  <a:pt x="0" y="0"/>
                </a:moveTo>
                <a:lnTo>
                  <a:pt x="3705" y="0"/>
                </a:lnTo>
                <a:lnTo>
                  <a:pt x="37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1981080" y="6924600"/>
            <a:ext cx="1362240" cy="9720"/>
          </a:xfrm>
          <a:custGeom>
            <a:avLst/>
            <a:gdLst/>
            <a:ahLst/>
            <a:rect l="0" t="0" r="r" b="b"/>
            <a:pathLst>
              <a:path w="3784" h="27">
                <a:moveTo>
                  <a:pt x="0" y="0"/>
                </a:moveTo>
                <a:lnTo>
                  <a:pt x="3784" y="0"/>
                </a:lnTo>
                <a:lnTo>
                  <a:pt x="37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3342960" y="6924600"/>
            <a:ext cx="2019960" cy="9720"/>
          </a:xfrm>
          <a:custGeom>
            <a:avLst/>
            <a:gdLst/>
            <a:ahLst/>
            <a:rect l="0" t="0" r="r" b="b"/>
            <a:pathLst>
              <a:path w="5611" h="27">
                <a:moveTo>
                  <a:pt x="0" y="0"/>
                </a:moveTo>
                <a:lnTo>
                  <a:pt x="5611" y="0"/>
                </a:lnTo>
                <a:lnTo>
                  <a:pt x="56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5362560" y="6924600"/>
            <a:ext cx="1552680" cy="9720"/>
          </a:xfrm>
          <a:custGeom>
            <a:avLst/>
            <a:gdLst/>
            <a:ahLst/>
            <a:rect l="0" t="0" r="r" b="b"/>
            <a:pathLst>
              <a:path w="4313" h="27">
                <a:moveTo>
                  <a:pt x="0" y="0"/>
                </a:moveTo>
                <a:lnTo>
                  <a:pt x="4313" y="0"/>
                </a:lnTo>
                <a:lnTo>
                  <a:pt x="43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647640" y="10286640"/>
            <a:ext cx="175644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9a9496"/>
                </a:solidFill>
                <a:latin typeface="Inter"/>
                <a:ea typeface="Inter"/>
              </a:rPr>
              <a:t>OBD AI SOLUTIONS · LAHORE, PAKISTAN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647640" y="2562120"/>
            <a:ext cx="1924200" cy="9720"/>
          </a:xfrm>
          <a:custGeom>
            <a:avLst/>
            <a:gdLst/>
            <a:ahLst/>
            <a:rect l="0" t="0" r="r" b="b"/>
            <a:pathLst>
              <a:path w="5345" h="27">
                <a:moveTo>
                  <a:pt x="0" y="0"/>
                </a:moveTo>
                <a:lnTo>
                  <a:pt x="5345" y="0"/>
                </a:lnTo>
                <a:lnTo>
                  <a:pt x="534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db5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647640" y="1863720"/>
            <a:ext cx="569448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6b6878"/>
                </a:solidFill>
                <a:latin typeface="Inter"/>
                <a:ea typeface="Inter"/>
              </a:rPr>
              <a:t>We sign this together on launch day. It confirms your website is live and that everything has been handed over to you.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647640" y="2139120"/>
            <a:ext cx="101268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L I V E   W E B S I T E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2819160" y="2533320"/>
            <a:ext cx="1924560" cy="10080"/>
          </a:xfrm>
          <a:custGeom>
            <a:avLst/>
            <a:gdLst/>
            <a:ahLst/>
            <a:rect l="0" t="0" r="r" b="b"/>
            <a:pathLst>
              <a:path w="5346" h="28">
                <a:moveTo>
                  <a:pt x="0" y="0"/>
                </a:moveTo>
                <a:lnTo>
                  <a:pt x="5346" y="0"/>
                </a:lnTo>
                <a:lnTo>
                  <a:pt x="534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bdb5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647640" y="2353320"/>
            <a:ext cx="4291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00" spc="-1" strike="noStrike">
                <a:solidFill>
                  <a:srgbClr val="0e0e14"/>
                </a:solidFill>
                <a:latin typeface="Inter"/>
                <a:ea typeface="Inter"/>
              </a:rPr>
              <a:t>https://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4991040" y="2761920"/>
            <a:ext cx="1924200" cy="10080"/>
          </a:xfrm>
          <a:custGeom>
            <a:avLst/>
            <a:gdLst/>
            <a:ahLst/>
            <a:rect l="0" t="0" r="r" b="b"/>
            <a:pathLst>
              <a:path w="5345" h="28">
                <a:moveTo>
                  <a:pt x="0" y="0"/>
                </a:moveTo>
                <a:lnTo>
                  <a:pt x="5345" y="0"/>
                </a:lnTo>
                <a:lnTo>
                  <a:pt x="534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bdb5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2820600" y="2139120"/>
            <a:ext cx="95616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G O - L I V E   DAT E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4993920" y="2139120"/>
            <a:ext cx="55080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PAC K AG E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4993920" y="2358720"/>
            <a:ext cx="1267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00" spc="-1" strike="noStrike">
                <a:solidFill>
                  <a:srgbClr val="0e0e14"/>
                </a:solidFill>
                <a:latin typeface="DejaVuSans"/>
                <a:ea typeface="DejaVuSans"/>
              </a:rPr>
              <a:t>☐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5107680" y="2353320"/>
            <a:ext cx="11970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00" spc="-1" strike="noStrike">
                <a:solidFill>
                  <a:srgbClr val="0e0e14"/>
                </a:solidFill>
                <a:latin typeface="Inter"/>
                <a:ea typeface="Inter"/>
              </a:rPr>
              <a:t> </a:t>
            </a:r>
            <a:r>
              <a:rPr b="0" lang="en-US" sz="1000" spc="-1" strike="noStrike">
                <a:solidFill>
                  <a:srgbClr val="0e0e14"/>
                </a:solidFill>
                <a:latin typeface="Inter"/>
                <a:ea typeface="Inter"/>
              </a:rPr>
              <a:t>A · Complete Care  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6306840" y="2358720"/>
            <a:ext cx="1267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00" spc="-1" strike="noStrike">
                <a:solidFill>
                  <a:srgbClr val="0e0e14"/>
                </a:solidFill>
                <a:latin typeface="DejaVuSans"/>
                <a:ea typeface="DejaVuSans"/>
              </a:rPr>
              <a:t>☐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6420600" y="2353320"/>
            <a:ext cx="1897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00" spc="-1" strike="noStrike">
                <a:solidFill>
                  <a:srgbClr val="0e0e14"/>
                </a:solidFill>
                <a:latin typeface="Inter"/>
                <a:ea typeface="Inter"/>
              </a:rPr>
              <a:t> </a:t>
            </a:r>
            <a:r>
              <a:rPr b="0" lang="en-US" sz="1000" spc="-1" strike="noStrike">
                <a:solidFill>
                  <a:srgbClr val="0e0e14"/>
                </a:solidFill>
                <a:latin typeface="Inter"/>
                <a:ea typeface="Inter"/>
              </a:rPr>
              <a:t>B ·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4993920" y="2553480"/>
            <a:ext cx="11088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00" spc="-1" strike="noStrike">
                <a:solidFill>
                  <a:srgbClr val="0e0e14"/>
                </a:solidFill>
                <a:latin typeface="Inter"/>
                <a:ea typeface="Inter"/>
              </a:rPr>
              <a:t>Launch Essentials 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738000" y="3376440"/>
            <a:ext cx="124200" cy="114480"/>
          </a:xfrm>
          <a:custGeom>
            <a:avLst/>
            <a:gdLst/>
            <a:ahLst/>
            <a:rect l="0" t="0" r="r" b="b"/>
            <a:pathLst>
              <a:path w="345" h="318">
                <a:moveTo>
                  <a:pt x="0" y="271"/>
                </a:moveTo>
                <a:lnTo>
                  <a:pt x="0" y="47"/>
                </a:lnTo>
                <a:cubicBezTo>
                  <a:pt x="0" y="41"/>
                  <a:pt x="1" y="35"/>
                  <a:pt x="4" y="29"/>
                </a:cubicBezTo>
                <a:cubicBezTo>
                  <a:pt x="6" y="23"/>
                  <a:pt x="9" y="18"/>
                  <a:pt x="14" y="14"/>
                </a:cubicBezTo>
                <a:cubicBezTo>
                  <a:pt x="18" y="9"/>
                  <a:pt x="23" y="6"/>
                  <a:pt x="29" y="4"/>
                </a:cubicBezTo>
                <a:cubicBezTo>
                  <a:pt x="35" y="1"/>
                  <a:pt x="41" y="0"/>
                  <a:pt x="47" y="0"/>
                </a:cubicBezTo>
                <a:lnTo>
                  <a:pt x="298" y="0"/>
                </a:lnTo>
                <a:cubicBezTo>
                  <a:pt x="304" y="0"/>
                  <a:pt x="310" y="1"/>
                  <a:pt x="316" y="4"/>
                </a:cubicBezTo>
                <a:cubicBezTo>
                  <a:pt x="322" y="6"/>
                  <a:pt x="327" y="9"/>
                  <a:pt x="331" y="14"/>
                </a:cubicBezTo>
                <a:cubicBezTo>
                  <a:pt x="336" y="18"/>
                  <a:pt x="339" y="23"/>
                  <a:pt x="341" y="29"/>
                </a:cubicBezTo>
                <a:cubicBezTo>
                  <a:pt x="344" y="35"/>
                  <a:pt x="345" y="41"/>
                  <a:pt x="345" y="47"/>
                </a:cubicBezTo>
                <a:lnTo>
                  <a:pt x="345" y="271"/>
                </a:lnTo>
                <a:cubicBezTo>
                  <a:pt x="345" y="277"/>
                  <a:pt x="344" y="283"/>
                  <a:pt x="341" y="289"/>
                </a:cubicBezTo>
                <a:cubicBezTo>
                  <a:pt x="339" y="295"/>
                  <a:pt x="336" y="300"/>
                  <a:pt x="331" y="305"/>
                </a:cubicBezTo>
                <a:cubicBezTo>
                  <a:pt x="327" y="309"/>
                  <a:pt x="322" y="313"/>
                  <a:pt x="316" y="315"/>
                </a:cubicBezTo>
                <a:cubicBezTo>
                  <a:pt x="310" y="317"/>
                  <a:pt x="304" y="318"/>
                  <a:pt x="298" y="318"/>
                </a:cubicBezTo>
                <a:lnTo>
                  <a:pt x="47" y="318"/>
                </a:lnTo>
                <a:cubicBezTo>
                  <a:pt x="41" y="318"/>
                  <a:pt x="35" y="317"/>
                  <a:pt x="29" y="315"/>
                </a:cubicBezTo>
                <a:cubicBezTo>
                  <a:pt x="23" y="313"/>
                  <a:pt x="18" y="309"/>
                  <a:pt x="14" y="305"/>
                </a:cubicBezTo>
                <a:cubicBezTo>
                  <a:pt x="9" y="300"/>
                  <a:pt x="6" y="295"/>
                  <a:pt x="4" y="289"/>
                </a:cubicBezTo>
                <a:cubicBezTo>
                  <a:pt x="1" y="283"/>
                  <a:pt x="0" y="277"/>
                  <a:pt x="0" y="271"/>
                </a:cubicBezTo>
                <a:close/>
              </a:path>
            </a:pathLst>
          </a:custGeom>
          <a:noFill/>
          <a:ln w="9360">
            <a:solidFill>
              <a:srgbClr val="0e0e14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647640" y="3076560"/>
            <a:ext cx="7171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050" spc="-1" strike="noStrike">
                <a:solidFill>
                  <a:srgbClr val="0e0e14"/>
                </a:solidFill>
                <a:latin typeface="Inter-Semi"/>
                <a:ea typeface="Inter-Semi"/>
              </a:rPr>
              <a:t>Delivered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738000" y="3662280"/>
            <a:ext cx="124200" cy="124200"/>
          </a:xfrm>
          <a:custGeom>
            <a:avLst/>
            <a:gdLst/>
            <a:ahLst/>
            <a:rect l="0" t="0" r="r" b="b"/>
            <a:pathLst>
              <a:path w="345" h="345">
                <a:moveTo>
                  <a:pt x="0" y="298"/>
                </a:moveTo>
                <a:lnTo>
                  <a:pt x="0" y="46"/>
                </a:lnTo>
                <a:cubicBezTo>
                  <a:pt x="0" y="40"/>
                  <a:pt x="1" y="34"/>
                  <a:pt x="4" y="29"/>
                </a:cubicBezTo>
                <a:cubicBezTo>
                  <a:pt x="6" y="23"/>
                  <a:pt x="9" y="18"/>
                  <a:pt x="14" y="13"/>
                </a:cubicBezTo>
                <a:cubicBezTo>
                  <a:pt x="18" y="9"/>
                  <a:pt x="23" y="6"/>
                  <a:pt x="29" y="3"/>
                </a:cubicBezTo>
                <a:cubicBezTo>
                  <a:pt x="35" y="1"/>
                  <a:pt x="41" y="0"/>
                  <a:pt x="47" y="0"/>
                </a:cubicBezTo>
                <a:lnTo>
                  <a:pt x="298" y="0"/>
                </a:lnTo>
                <a:cubicBezTo>
                  <a:pt x="304" y="0"/>
                  <a:pt x="310" y="1"/>
                  <a:pt x="316" y="3"/>
                </a:cubicBezTo>
                <a:cubicBezTo>
                  <a:pt x="322" y="6"/>
                  <a:pt x="327" y="9"/>
                  <a:pt x="331" y="13"/>
                </a:cubicBezTo>
                <a:cubicBezTo>
                  <a:pt x="336" y="18"/>
                  <a:pt x="339" y="23"/>
                  <a:pt x="341" y="29"/>
                </a:cubicBezTo>
                <a:cubicBezTo>
                  <a:pt x="344" y="34"/>
                  <a:pt x="345" y="40"/>
                  <a:pt x="345" y="46"/>
                </a:cubicBezTo>
                <a:lnTo>
                  <a:pt x="345" y="298"/>
                </a:lnTo>
                <a:cubicBezTo>
                  <a:pt x="345" y="304"/>
                  <a:pt x="344" y="310"/>
                  <a:pt x="341" y="316"/>
                </a:cubicBezTo>
                <a:cubicBezTo>
                  <a:pt x="339" y="322"/>
                  <a:pt x="336" y="327"/>
                  <a:pt x="331" y="331"/>
                </a:cubicBezTo>
                <a:cubicBezTo>
                  <a:pt x="327" y="335"/>
                  <a:pt x="322" y="339"/>
                  <a:pt x="316" y="341"/>
                </a:cubicBezTo>
                <a:cubicBezTo>
                  <a:pt x="310" y="343"/>
                  <a:pt x="304" y="345"/>
                  <a:pt x="298" y="345"/>
                </a:cubicBezTo>
                <a:lnTo>
                  <a:pt x="47" y="345"/>
                </a:lnTo>
                <a:cubicBezTo>
                  <a:pt x="41" y="345"/>
                  <a:pt x="35" y="343"/>
                  <a:pt x="29" y="341"/>
                </a:cubicBezTo>
                <a:cubicBezTo>
                  <a:pt x="23" y="339"/>
                  <a:pt x="18" y="335"/>
                  <a:pt x="14" y="331"/>
                </a:cubicBezTo>
                <a:cubicBezTo>
                  <a:pt x="9" y="327"/>
                  <a:pt x="6" y="322"/>
                  <a:pt x="4" y="316"/>
                </a:cubicBezTo>
                <a:cubicBezTo>
                  <a:pt x="1" y="310"/>
                  <a:pt x="0" y="304"/>
                  <a:pt x="0" y="298"/>
                </a:cubicBezTo>
                <a:close/>
              </a:path>
            </a:pathLst>
          </a:custGeom>
          <a:noFill/>
          <a:ln w="9360">
            <a:solidFill>
              <a:srgbClr val="0e0e14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1046880" y="3385080"/>
            <a:ext cx="25290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Website live on your domain with HTTPS SSL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738000" y="3957480"/>
            <a:ext cx="124200" cy="124200"/>
          </a:xfrm>
          <a:custGeom>
            <a:avLst/>
            <a:gdLst/>
            <a:ahLst/>
            <a:rect l="0" t="0" r="r" b="b"/>
            <a:pathLst>
              <a:path w="345" h="345">
                <a:moveTo>
                  <a:pt x="0" y="298"/>
                </a:moveTo>
                <a:lnTo>
                  <a:pt x="0" y="47"/>
                </a:lnTo>
                <a:cubicBezTo>
                  <a:pt x="0" y="41"/>
                  <a:pt x="1" y="35"/>
                  <a:pt x="4" y="29"/>
                </a:cubicBezTo>
                <a:cubicBezTo>
                  <a:pt x="6" y="23"/>
                  <a:pt x="9" y="18"/>
                  <a:pt x="14" y="14"/>
                </a:cubicBezTo>
                <a:cubicBezTo>
                  <a:pt x="18" y="9"/>
                  <a:pt x="23" y="6"/>
                  <a:pt x="29" y="3"/>
                </a:cubicBezTo>
                <a:cubicBezTo>
                  <a:pt x="35" y="1"/>
                  <a:pt x="41" y="0"/>
                  <a:pt x="47" y="0"/>
                </a:cubicBezTo>
                <a:lnTo>
                  <a:pt x="298" y="0"/>
                </a:lnTo>
                <a:cubicBezTo>
                  <a:pt x="304" y="0"/>
                  <a:pt x="310" y="1"/>
                  <a:pt x="316" y="3"/>
                </a:cubicBezTo>
                <a:cubicBezTo>
                  <a:pt x="322" y="6"/>
                  <a:pt x="327" y="9"/>
                  <a:pt x="331" y="14"/>
                </a:cubicBezTo>
                <a:cubicBezTo>
                  <a:pt x="336" y="18"/>
                  <a:pt x="339" y="23"/>
                  <a:pt x="341" y="29"/>
                </a:cubicBezTo>
                <a:cubicBezTo>
                  <a:pt x="344" y="35"/>
                  <a:pt x="345" y="41"/>
                  <a:pt x="345" y="47"/>
                </a:cubicBezTo>
                <a:lnTo>
                  <a:pt x="345" y="298"/>
                </a:lnTo>
                <a:cubicBezTo>
                  <a:pt x="345" y="304"/>
                  <a:pt x="344" y="310"/>
                  <a:pt x="341" y="316"/>
                </a:cubicBezTo>
                <a:cubicBezTo>
                  <a:pt x="339" y="322"/>
                  <a:pt x="336" y="327"/>
                  <a:pt x="331" y="331"/>
                </a:cubicBezTo>
                <a:cubicBezTo>
                  <a:pt x="327" y="336"/>
                  <a:pt x="322" y="339"/>
                  <a:pt x="316" y="341"/>
                </a:cubicBezTo>
                <a:cubicBezTo>
                  <a:pt x="310" y="344"/>
                  <a:pt x="304" y="345"/>
                  <a:pt x="298" y="345"/>
                </a:cubicBezTo>
                <a:lnTo>
                  <a:pt x="47" y="345"/>
                </a:lnTo>
                <a:cubicBezTo>
                  <a:pt x="41" y="345"/>
                  <a:pt x="35" y="344"/>
                  <a:pt x="29" y="341"/>
                </a:cubicBezTo>
                <a:cubicBezTo>
                  <a:pt x="23" y="339"/>
                  <a:pt x="18" y="336"/>
                  <a:pt x="14" y="331"/>
                </a:cubicBezTo>
                <a:cubicBezTo>
                  <a:pt x="9" y="327"/>
                  <a:pt x="6" y="322"/>
                  <a:pt x="4" y="316"/>
                </a:cubicBezTo>
                <a:cubicBezTo>
                  <a:pt x="1" y="310"/>
                  <a:pt x="0" y="304"/>
                  <a:pt x="0" y="298"/>
                </a:cubicBezTo>
                <a:close/>
              </a:path>
            </a:pathLst>
          </a:custGeom>
          <a:noFill/>
          <a:ln w="9360">
            <a:solidFill>
              <a:srgbClr val="0e0e14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1046880" y="3680280"/>
            <a:ext cx="27212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All 7 pages checked on mobile, tablet and desktop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738000" y="4252680"/>
            <a:ext cx="124200" cy="124200"/>
          </a:xfrm>
          <a:custGeom>
            <a:avLst/>
            <a:gdLst/>
            <a:ahLst/>
            <a:rect l="0" t="0" r="r" b="b"/>
            <a:pathLst>
              <a:path w="345" h="345">
                <a:moveTo>
                  <a:pt x="0" y="298"/>
                </a:moveTo>
                <a:lnTo>
                  <a:pt x="0" y="48"/>
                </a:lnTo>
                <a:cubicBezTo>
                  <a:pt x="0" y="42"/>
                  <a:pt x="1" y="36"/>
                  <a:pt x="4" y="30"/>
                </a:cubicBezTo>
                <a:cubicBezTo>
                  <a:pt x="6" y="24"/>
                  <a:pt x="9" y="18"/>
                  <a:pt x="14" y="14"/>
                </a:cubicBezTo>
                <a:cubicBezTo>
                  <a:pt x="18" y="9"/>
                  <a:pt x="23" y="6"/>
                  <a:pt x="29" y="4"/>
                </a:cubicBezTo>
                <a:cubicBezTo>
                  <a:pt x="35" y="1"/>
                  <a:pt x="41" y="0"/>
                  <a:pt x="47" y="0"/>
                </a:cubicBezTo>
                <a:lnTo>
                  <a:pt x="298" y="0"/>
                </a:lnTo>
                <a:cubicBezTo>
                  <a:pt x="304" y="0"/>
                  <a:pt x="310" y="1"/>
                  <a:pt x="316" y="4"/>
                </a:cubicBezTo>
                <a:cubicBezTo>
                  <a:pt x="322" y="6"/>
                  <a:pt x="327" y="9"/>
                  <a:pt x="331" y="14"/>
                </a:cubicBezTo>
                <a:cubicBezTo>
                  <a:pt x="336" y="18"/>
                  <a:pt x="339" y="24"/>
                  <a:pt x="341" y="30"/>
                </a:cubicBezTo>
                <a:cubicBezTo>
                  <a:pt x="344" y="36"/>
                  <a:pt x="345" y="42"/>
                  <a:pt x="345" y="48"/>
                </a:cubicBezTo>
                <a:lnTo>
                  <a:pt x="345" y="298"/>
                </a:lnTo>
                <a:cubicBezTo>
                  <a:pt x="345" y="305"/>
                  <a:pt x="344" y="310"/>
                  <a:pt x="341" y="316"/>
                </a:cubicBezTo>
                <a:cubicBezTo>
                  <a:pt x="339" y="322"/>
                  <a:pt x="336" y="327"/>
                  <a:pt x="331" y="331"/>
                </a:cubicBezTo>
                <a:cubicBezTo>
                  <a:pt x="327" y="336"/>
                  <a:pt x="322" y="339"/>
                  <a:pt x="316" y="342"/>
                </a:cubicBezTo>
                <a:cubicBezTo>
                  <a:pt x="310" y="344"/>
                  <a:pt x="304" y="345"/>
                  <a:pt x="298" y="345"/>
                </a:cubicBezTo>
                <a:lnTo>
                  <a:pt x="47" y="345"/>
                </a:lnTo>
                <a:cubicBezTo>
                  <a:pt x="41" y="345"/>
                  <a:pt x="35" y="344"/>
                  <a:pt x="29" y="342"/>
                </a:cubicBezTo>
                <a:cubicBezTo>
                  <a:pt x="23" y="339"/>
                  <a:pt x="18" y="336"/>
                  <a:pt x="14" y="331"/>
                </a:cubicBezTo>
                <a:cubicBezTo>
                  <a:pt x="9" y="327"/>
                  <a:pt x="6" y="322"/>
                  <a:pt x="4" y="316"/>
                </a:cubicBezTo>
                <a:cubicBezTo>
                  <a:pt x="1" y="310"/>
                  <a:pt x="0" y="305"/>
                  <a:pt x="0" y="298"/>
                </a:cubicBezTo>
                <a:close/>
              </a:path>
            </a:pathLst>
          </a:custGeom>
          <a:noFill/>
          <a:ln w="9360">
            <a:solidFill>
              <a:srgbClr val="0e0e14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1046880" y="3975480"/>
            <a:ext cx="21664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Contact details, links and buttons tested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738000" y="4547880"/>
            <a:ext cx="124200" cy="114840"/>
          </a:xfrm>
          <a:custGeom>
            <a:avLst/>
            <a:gdLst/>
            <a:ahLst/>
            <a:rect l="0" t="0" r="r" b="b"/>
            <a:pathLst>
              <a:path w="345" h="319">
                <a:moveTo>
                  <a:pt x="0" y="272"/>
                </a:moveTo>
                <a:lnTo>
                  <a:pt x="0" y="47"/>
                </a:lnTo>
                <a:cubicBezTo>
                  <a:pt x="0" y="41"/>
                  <a:pt x="1" y="35"/>
                  <a:pt x="4" y="29"/>
                </a:cubicBezTo>
                <a:cubicBezTo>
                  <a:pt x="6" y="23"/>
                  <a:pt x="9" y="18"/>
                  <a:pt x="14" y="14"/>
                </a:cubicBezTo>
                <a:cubicBezTo>
                  <a:pt x="18" y="10"/>
                  <a:pt x="23" y="6"/>
                  <a:pt x="29" y="4"/>
                </a:cubicBezTo>
                <a:cubicBezTo>
                  <a:pt x="35" y="2"/>
                  <a:pt x="41" y="0"/>
                  <a:pt x="47" y="0"/>
                </a:cubicBezTo>
                <a:lnTo>
                  <a:pt x="298" y="0"/>
                </a:lnTo>
                <a:cubicBezTo>
                  <a:pt x="304" y="0"/>
                  <a:pt x="310" y="2"/>
                  <a:pt x="316" y="4"/>
                </a:cubicBezTo>
                <a:cubicBezTo>
                  <a:pt x="322" y="6"/>
                  <a:pt x="327" y="10"/>
                  <a:pt x="331" y="14"/>
                </a:cubicBezTo>
                <a:cubicBezTo>
                  <a:pt x="336" y="18"/>
                  <a:pt x="339" y="23"/>
                  <a:pt x="341" y="29"/>
                </a:cubicBezTo>
                <a:cubicBezTo>
                  <a:pt x="344" y="35"/>
                  <a:pt x="345" y="41"/>
                  <a:pt x="345" y="47"/>
                </a:cubicBezTo>
                <a:lnTo>
                  <a:pt x="345" y="272"/>
                </a:lnTo>
                <a:cubicBezTo>
                  <a:pt x="345" y="278"/>
                  <a:pt x="344" y="284"/>
                  <a:pt x="341" y="290"/>
                </a:cubicBezTo>
                <a:cubicBezTo>
                  <a:pt x="339" y="296"/>
                  <a:pt x="336" y="301"/>
                  <a:pt x="331" y="305"/>
                </a:cubicBezTo>
                <a:cubicBezTo>
                  <a:pt x="327" y="310"/>
                  <a:pt x="322" y="313"/>
                  <a:pt x="316" y="315"/>
                </a:cubicBezTo>
                <a:cubicBezTo>
                  <a:pt x="310" y="318"/>
                  <a:pt x="304" y="319"/>
                  <a:pt x="298" y="319"/>
                </a:cubicBezTo>
                <a:lnTo>
                  <a:pt x="47" y="319"/>
                </a:lnTo>
                <a:cubicBezTo>
                  <a:pt x="41" y="319"/>
                  <a:pt x="35" y="318"/>
                  <a:pt x="29" y="315"/>
                </a:cubicBezTo>
                <a:cubicBezTo>
                  <a:pt x="23" y="313"/>
                  <a:pt x="18" y="310"/>
                  <a:pt x="14" y="305"/>
                </a:cubicBezTo>
                <a:cubicBezTo>
                  <a:pt x="9" y="301"/>
                  <a:pt x="6" y="296"/>
                  <a:pt x="4" y="290"/>
                </a:cubicBezTo>
                <a:cubicBezTo>
                  <a:pt x="1" y="284"/>
                  <a:pt x="0" y="278"/>
                  <a:pt x="0" y="272"/>
                </a:cubicBezTo>
                <a:close/>
              </a:path>
            </a:pathLst>
          </a:custGeom>
          <a:noFill/>
          <a:ln w="9360">
            <a:solidFill>
              <a:srgbClr val="0e0e14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1046880" y="4270680"/>
            <a:ext cx="23644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Professional email working (info@gfxt.com)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738000" y="4833720"/>
            <a:ext cx="124200" cy="124200"/>
          </a:xfrm>
          <a:custGeom>
            <a:avLst/>
            <a:gdLst/>
            <a:ahLst/>
            <a:rect l="0" t="0" r="r" b="b"/>
            <a:pathLst>
              <a:path w="345" h="345">
                <a:moveTo>
                  <a:pt x="0" y="298"/>
                </a:moveTo>
                <a:lnTo>
                  <a:pt x="0" y="47"/>
                </a:lnTo>
                <a:cubicBezTo>
                  <a:pt x="0" y="41"/>
                  <a:pt x="1" y="35"/>
                  <a:pt x="4" y="29"/>
                </a:cubicBezTo>
                <a:cubicBezTo>
                  <a:pt x="6" y="23"/>
                  <a:pt x="9" y="18"/>
                  <a:pt x="14" y="14"/>
                </a:cubicBezTo>
                <a:cubicBezTo>
                  <a:pt x="18" y="9"/>
                  <a:pt x="23" y="6"/>
                  <a:pt x="29" y="4"/>
                </a:cubicBezTo>
                <a:cubicBezTo>
                  <a:pt x="35" y="1"/>
                  <a:pt x="41" y="0"/>
                  <a:pt x="47" y="0"/>
                </a:cubicBezTo>
                <a:lnTo>
                  <a:pt x="298" y="0"/>
                </a:lnTo>
                <a:cubicBezTo>
                  <a:pt x="304" y="0"/>
                  <a:pt x="310" y="1"/>
                  <a:pt x="316" y="4"/>
                </a:cubicBezTo>
                <a:cubicBezTo>
                  <a:pt x="322" y="6"/>
                  <a:pt x="327" y="9"/>
                  <a:pt x="331" y="14"/>
                </a:cubicBezTo>
                <a:cubicBezTo>
                  <a:pt x="336" y="18"/>
                  <a:pt x="339" y="23"/>
                  <a:pt x="341" y="29"/>
                </a:cubicBezTo>
                <a:cubicBezTo>
                  <a:pt x="344" y="35"/>
                  <a:pt x="345" y="41"/>
                  <a:pt x="345" y="47"/>
                </a:cubicBezTo>
                <a:lnTo>
                  <a:pt x="345" y="298"/>
                </a:lnTo>
                <a:cubicBezTo>
                  <a:pt x="345" y="304"/>
                  <a:pt x="344" y="310"/>
                  <a:pt x="341" y="316"/>
                </a:cubicBezTo>
                <a:cubicBezTo>
                  <a:pt x="339" y="322"/>
                  <a:pt x="336" y="327"/>
                  <a:pt x="331" y="331"/>
                </a:cubicBezTo>
                <a:cubicBezTo>
                  <a:pt x="327" y="336"/>
                  <a:pt x="322" y="339"/>
                  <a:pt x="316" y="341"/>
                </a:cubicBezTo>
                <a:cubicBezTo>
                  <a:pt x="310" y="344"/>
                  <a:pt x="304" y="345"/>
                  <a:pt x="298" y="345"/>
                </a:cubicBezTo>
                <a:lnTo>
                  <a:pt x="47" y="345"/>
                </a:lnTo>
                <a:cubicBezTo>
                  <a:pt x="41" y="345"/>
                  <a:pt x="35" y="344"/>
                  <a:pt x="29" y="341"/>
                </a:cubicBezTo>
                <a:cubicBezTo>
                  <a:pt x="23" y="339"/>
                  <a:pt x="18" y="336"/>
                  <a:pt x="14" y="331"/>
                </a:cubicBezTo>
                <a:cubicBezTo>
                  <a:pt x="9" y="327"/>
                  <a:pt x="6" y="322"/>
                  <a:pt x="4" y="316"/>
                </a:cubicBezTo>
                <a:cubicBezTo>
                  <a:pt x="1" y="310"/>
                  <a:pt x="0" y="304"/>
                  <a:pt x="0" y="298"/>
                </a:cubicBezTo>
                <a:close/>
              </a:path>
            </a:pathLst>
          </a:custGeom>
          <a:noFill/>
          <a:ln w="9360">
            <a:solidFill>
              <a:srgbClr val="0e0e14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1046880" y="4556520"/>
            <a:ext cx="19134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Email set up on your phone / laptop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738000" y="5128920"/>
            <a:ext cx="124200" cy="124200"/>
          </a:xfrm>
          <a:custGeom>
            <a:avLst/>
            <a:gdLst/>
            <a:ahLst/>
            <a:rect l="0" t="0" r="r" b="b"/>
            <a:pathLst>
              <a:path w="345" h="345">
                <a:moveTo>
                  <a:pt x="0" y="297"/>
                </a:moveTo>
                <a:lnTo>
                  <a:pt x="0" y="47"/>
                </a:lnTo>
                <a:cubicBezTo>
                  <a:pt x="0" y="41"/>
                  <a:pt x="1" y="35"/>
                  <a:pt x="4" y="29"/>
                </a:cubicBezTo>
                <a:cubicBezTo>
                  <a:pt x="6" y="23"/>
                  <a:pt x="9" y="18"/>
                  <a:pt x="14" y="14"/>
                </a:cubicBezTo>
                <a:cubicBezTo>
                  <a:pt x="18" y="10"/>
                  <a:pt x="23" y="6"/>
                  <a:pt x="29" y="4"/>
                </a:cubicBezTo>
                <a:cubicBezTo>
                  <a:pt x="35" y="1"/>
                  <a:pt x="41" y="0"/>
                  <a:pt x="47" y="0"/>
                </a:cubicBezTo>
                <a:lnTo>
                  <a:pt x="298" y="0"/>
                </a:lnTo>
                <a:cubicBezTo>
                  <a:pt x="304" y="0"/>
                  <a:pt x="310" y="1"/>
                  <a:pt x="316" y="4"/>
                </a:cubicBezTo>
                <a:cubicBezTo>
                  <a:pt x="322" y="6"/>
                  <a:pt x="327" y="10"/>
                  <a:pt x="331" y="14"/>
                </a:cubicBezTo>
                <a:cubicBezTo>
                  <a:pt x="336" y="18"/>
                  <a:pt x="339" y="23"/>
                  <a:pt x="341" y="29"/>
                </a:cubicBezTo>
                <a:cubicBezTo>
                  <a:pt x="344" y="35"/>
                  <a:pt x="345" y="41"/>
                  <a:pt x="345" y="47"/>
                </a:cubicBezTo>
                <a:lnTo>
                  <a:pt x="345" y="297"/>
                </a:lnTo>
                <a:cubicBezTo>
                  <a:pt x="345" y="304"/>
                  <a:pt x="344" y="310"/>
                  <a:pt x="341" y="315"/>
                </a:cubicBezTo>
                <a:cubicBezTo>
                  <a:pt x="339" y="321"/>
                  <a:pt x="336" y="326"/>
                  <a:pt x="331" y="332"/>
                </a:cubicBezTo>
                <a:cubicBezTo>
                  <a:pt x="327" y="336"/>
                  <a:pt x="322" y="339"/>
                  <a:pt x="316" y="342"/>
                </a:cubicBezTo>
                <a:cubicBezTo>
                  <a:pt x="310" y="344"/>
                  <a:pt x="304" y="345"/>
                  <a:pt x="298" y="345"/>
                </a:cubicBezTo>
                <a:lnTo>
                  <a:pt x="47" y="345"/>
                </a:lnTo>
                <a:cubicBezTo>
                  <a:pt x="41" y="345"/>
                  <a:pt x="35" y="344"/>
                  <a:pt x="29" y="342"/>
                </a:cubicBezTo>
                <a:cubicBezTo>
                  <a:pt x="23" y="339"/>
                  <a:pt x="18" y="336"/>
                  <a:pt x="14" y="332"/>
                </a:cubicBezTo>
                <a:cubicBezTo>
                  <a:pt x="9" y="326"/>
                  <a:pt x="6" y="321"/>
                  <a:pt x="4" y="315"/>
                </a:cubicBezTo>
                <a:cubicBezTo>
                  <a:pt x="1" y="310"/>
                  <a:pt x="0" y="304"/>
                  <a:pt x="0" y="297"/>
                </a:cubicBezTo>
                <a:close/>
              </a:path>
            </a:pathLst>
          </a:custGeom>
          <a:noFill/>
          <a:ln w="9360">
            <a:solidFill>
              <a:srgbClr val="0e0e14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1046880" y="4851720"/>
            <a:ext cx="22042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Backup copy of the website given to you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1046880" y="5146920"/>
            <a:ext cx="99432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Walkthrough done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647640" y="5534280"/>
            <a:ext cx="1472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050" spc="-1" strike="noStrike">
                <a:solidFill>
                  <a:srgbClr val="0e0e14"/>
                </a:solidFill>
                <a:latin typeface="Inter-Semi"/>
                <a:ea typeface="Inter-Semi"/>
              </a:rPr>
              <a:t>Logins handed over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737640" y="5853960"/>
            <a:ext cx="62244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AC C O U N T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2074680" y="5853960"/>
            <a:ext cx="71388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P R O V I D E R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3428280" y="5853960"/>
            <a:ext cx="119844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I N   T H E   N A M E   O F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5455080" y="5853960"/>
            <a:ext cx="83592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R E N E W S   O N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737640" y="6132960"/>
            <a:ext cx="48996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e0e14"/>
                </a:solidFill>
                <a:latin typeface="Inter-Semi"/>
                <a:ea typeface="Inter-Semi"/>
              </a:rPr>
              <a:t>Domain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3428280" y="6128280"/>
            <a:ext cx="3574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GFXT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737640" y="6428160"/>
            <a:ext cx="49896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e0e14"/>
                </a:solidFill>
                <a:latin typeface="Inter-Semi"/>
                <a:ea typeface="Inter-Semi"/>
              </a:rPr>
              <a:t>Hosting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3428280" y="6423480"/>
            <a:ext cx="3574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GFXT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737640" y="6714000"/>
            <a:ext cx="35280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e0e14"/>
                </a:solidFill>
                <a:latin typeface="Inter-Semi"/>
                <a:ea typeface="Inter-Semi"/>
              </a:rPr>
              <a:t>Email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3428280" y="6709320"/>
            <a:ext cx="3574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GFXT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647640" y="6997680"/>
            <a:ext cx="446292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6b6878"/>
                </a:solidFill>
                <a:latin typeface="Inter"/>
                <a:ea typeface="Inter"/>
              </a:rPr>
              <a:t>Passwords are shared privately, never on paper. We suggest changing them after handover.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647640" y="7273800"/>
            <a:ext cx="618192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2a2934"/>
                </a:solidFill>
                <a:latin typeface="Inter"/>
                <a:ea typeface="Inter"/>
              </a:rPr>
              <a:t>GFXT confirms the website is live and accepted. The second instalment is now due, and any care period starts from the go-live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647640" y="7435800"/>
            <a:ext cx="56916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2a2934"/>
                </a:solidFill>
                <a:latin typeface="Inter"/>
                <a:ea typeface="Inter"/>
              </a:rPr>
              <a:t>date above.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647640" y="8391240"/>
            <a:ext cx="1391040" cy="10080"/>
          </a:xfrm>
          <a:custGeom>
            <a:avLst/>
            <a:gdLst/>
            <a:ahLst/>
            <a:rect l="0" t="0" r="r" b="b"/>
            <a:pathLst>
              <a:path w="3864" h="28">
                <a:moveTo>
                  <a:pt x="0" y="0"/>
                </a:moveTo>
                <a:lnTo>
                  <a:pt x="3864" y="0"/>
                </a:lnTo>
                <a:lnTo>
                  <a:pt x="38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bdb5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647640" y="7699320"/>
            <a:ext cx="17701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00" spc="-1" strike="noStrike">
                <a:solidFill>
                  <a:srgbClr val="6a26d8"/>
                </a:solidFill>
                <a:latin typeface="Inter-Semi"/>
                <a:ea typeface="Inter-Semi"/>
              </a:rPr>
              <a:t>F O R   O B D   A I   S O L U T I O N S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2219040" y="8391240"/>
            <a:ext cx="1381680" cy="10080"/>
          </a:xfrm>
          <a:custGeom>
            <a:avLst/>
            <a:gdLst/>
            <a:ahLst/>
            <a:rect l="0" t="0" r="r" b="b"/>
            <a:pathLst>
              <a:path w="3838" h="28">
                <a:moveTo>
                  <a:pt x="0" y="0"/>
                </a:moveTo>
                <a:lnTo>
                  <a:pt x="3838" y="0"/>
                </a:lnTo>
                <a:lnTo>
                  <a:pt x="383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bdb5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647640" y="7882920"/>
            <a:ext cx="77328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S I G N AT U R E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2214720" y="7882920"/>
            <a:ext cx="87840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N A M E   ·   DAT E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2214720" y="8097120"/>
            <a:ext cx="108288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00" spc="-1" strike="noStrike">
                <a:solidFill>
                  <a:srgbClr val="0e0e14"/>
                </a:solidFill>
                <a:latin typeface="Inter"/>
                <a:ea typeface="Inter"/>
              </a:rPr>
              <a:t>Omer Bin Dawood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3962160" y="8391240"/>
            <a:ext cx="1391040" cy="10080"/>
          </a:xfrm>
          <a:custGeom>
            <a:avLst/>
            <a:gdLst/>
            <a:ahLst/>
            <a:rect l="0" t="0" r="r" b="b"/>
            <a:pathLst>
              <a:path w="3864" h="28">
                <a:moveTo>
                  <a:pt x="0" y="0"/>
                </a:moveTo>
                <a:lnTo>
                  <a:pt x="3864" y="0"/>
                </a:lnTo>
                <a:lnTo>
                  <a:pt x="38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bdb5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3961440" y="7699320"/>
            <a:ext cx="77796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00" spc="-1" strike="noStrike">
                <a:solidFill>
                  <a:srgbClr val="6a26d8"/>
                </a:solidFill>
                <a:latin typeface="Inter-Semi"/>
                <a:ea typeface="Inter-Semi"/>
              </a:rPr>
              <a:t>F O R   G F X - T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5524200" y="8391240"/>
            <a:ext cx="1391040" cy="10080"/>
          </a:xfrm>
          <a:custGeom>
            <a:avLst/>
            <a:gdLst/>
            <a:ahLst/>
            <a:rect l="0" t="0" r="r" b="b"/>
            <a:pathLst>
              <a:path w="3864" h="28">
                <a:moveTo>
                  <a:pt x="0" y="0"/>
                </a:moveTo>
                <a:lnTo>
                  <a:pt x="3864" y="0"/>
                </a:lnTo>
                <a:lnTo>
                  <a:pt x="38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bdb5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3961440" y="7882920"/>
            <a:ext cx="77328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S I G N AT U R E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647640" y="1695240"/>
            <a:ext cx="6267600" cy="10080"/>
          </a:xfrm>
          <a:custGeom>
            <a:avLst/>
            <a:gdLst/>
            <a:ahLst/>
            <a:rect l="0" t="0" r="r" b="b"/>
            <a:pathLst>
              <a:path w="17410" h="28">
                <a:moveTo>
                  <a:pt x="0" y="0"/>
                </a:moveTo>
                <a:lnTo>
                  <a:pt x="17410" y="0"/>
                </a:lnTo>
                <a:lnTo>
                  <a:pt x="1741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88" name="" descr=""/>
          <p:cNvPicPr/>
          <p:nvPr/>
        </p:nvPicPr>
        <p:blipFill>
          <a:blip r:embed="rId1"/>
          <a:stretch/>
        </p:blipFill>
        <p:spPr>
          <a:xfrm>
            <a:off x="647640" y="504720"/>
            <a:ext cx="409320" cy="399600"/>
          </a:xfrm>
          <a:prstGeom prst="rect">
            <a:avLst/>
          </a:prstGeom>
          <a:ln w="0">
            <a:noFill/>
          </a:ln>
        </p:spPr>
      </p:pic>
      <p:sp>
        <p:nvSpPr>
          <p:cNvPr id="89" name=""/>
          <p:cNvSpPr txBox="1"/>
          <p:nvPr/>
        </p:nvSpPr>
        <p:spPr>
          <a:xfrm>
            <a:off x="5528160" y="7882920"/>
            <a:ext cx="87840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N A M E   ·   DAT E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1162440" y="488160"/>
            <a:ext cx="3693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300" spc="-1" strike="noStrike">
                <a:solidFill>
                  <a:srgbClr val="0e0e14"/>
                </a:solidFill>
                <a:latin typeface="PlayfairDisplay"/>
                <a:ea typeface="PlayfairDisplay"/>
              </a:rPr>
              <a:t>OBD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1162440" y="755640"/>
            <a:ext cx="93492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20" spc="-1" strike="noStrike">
                <a:solidFill>
                  <a:srgbClr val="6a26d8"/>
                </a:solidFill>
                <a:latin typeface="Inter-Semi"/>
                <a:ea typeface="Inter-Semi"/>
              </a:rPr>
              <a:t>A I   S O L U T I O N S</a:t>
            </a:r>
            <a:endParaRPr b="0" lang="en-US" sz="6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647640" y="1089000"/>
            <a:ext cx="16297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00" spc="-1" strike="noStrike">
                <a:solidFill>
                  <a:srgbClr val="6a26d8"/>
                </a:solidFill>
                <a:latin typeface="Inter-Semi"/>
                <a:ea typeface="Inter-Semi"/>
              </a:rPr>
              <a:t>L A U N C H   ·   F I N A L   S T E P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647640" y="1257480"/>
            <a:ext cx="1221480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00" spc="-1" strike="noStrike">
                <a:solidFill>
                  <a:srgbClr val="0e0e14"/>
                </a:solidFill>
                <a:latin typeface="PlayfairDisplay-Semi"/>
                <a:ea typeface="PlayfairDisplay-Semi"/>
              </a:rPr>
              <a:t>Go-Live 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1689480" y="1216440"/>
            <a:ext cx="145296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2100" spc="-1" strike="noStrike">
                <a:solidFill>
                  <a:srgbClr val="6a26d8"/>
                </a:solidFill>
                <a:latin typeface="PlayfairDisplay-Medium"/>
                <a:ea typeface="PlayfairDisplay-Medium"/>
              </a:rPr>
              <a:t>&amp; Handover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5932800" y="1136520"/>
            <a:ext cx="20808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50" spc="-1" strike="noStrike">
                <a:solidFill>
                  <a:srgbClr val="6b6878"/>
                </a:solidFill>
                <a:latin typeface="Inter"/>
                <a:ea typeface="Inter"/>
              </a:rPr>
              <a:t>Ref. </a:t>
            </a:r>
            <a:endParaRPr b="0" lang="en-US" sz="7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6132240" y="1140480"/>
            <a:ext cx="874080" cy="111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50" spc="-1" strike="noStrike">
                <a:solidFill>
                  <a:srgbClr val="0e0e14"/>
                </a:solidFill>
                <a:latin typeface="Inter-Semi"/>
                <a:ea typeface="Inter-Semi"/>
              </a:rPr>
              <a:t>OBDGFXT2026</a:t>
            </a:r>
            <a:endParaRPr b="0" lang="en-US" sz="7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6017760" y="1279440"/>
            <a:ext cx="90612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50" spc="-1" strike="noStrike">
                <a:solidFill>
                  <a:srgbClr val="6b6878"/>
                </a:solidFill>
                <a:latin typeface="Inter"/>
                <a:ea typeface="Inter"/>
              </a:rPr>
              <a:t>25 September 2026</a:t>
            </a:r>
            <a:endParaRPr b="0" lang="en-US" sz="7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647640" y="1685880"/>
            <a:ext cx="8640" cy="8640"/>
          </a:xfrm>
          <a:custGeom>
            <a:avLst/>
            <a:gdLst/>
            <a:ahLst/>
            <a:rect l="0" t="0" r="r" b="b"/>
            <a:pathLst>
              <a:path w="24" h="24">
                <a:moveTo>
                  <a:pt x="0" y="0"/>
                </a:moveTo>
                <a:lnTo>
                  <a:pt x="0" y="24"/>
                </a:lnTo>
                <a:lnTo>
                  <a:pt x="24" y="0"/>
                </a:lnTo>
                <a:lnTo>
                  <a:pt x="0" y="0"/>
                </a:lnTo>
                <a:close/>
              </a:path>
            </a:pathLst>
          </a:custGeom>
          <a:solidFill>
            <a:srgbClr val="7b22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647640" y="1685880"/>
            <a:ext cx="17280" cy="17280"/>
          </a:xfrm>
          <a:custGeom>
            <a:avLst/>
            <a:gdLst/>
            <a:ahLst/>
            <a:rect l="0" t="0" r="r" b="b"/>
            <a:pathLst>
              <a:path w="48" h="48">
                <a:moveTo>
                  <a:pt x="24" y="0"/>
                </a:moveTo>
                <a:lnTo>
                  <a:pt x="0" y="23"/>
                </a:lnTo>
                <a:lnTo>
                  <a:pt x="0" y="48"/>
                </a:lnTo>
                <a:lnTo>
                  <a:pt x="48" y="0"/>
                </a:lnTo>
                <a:lnTo>
                  <a:pt x="24" y="0"/>
                </a:lnTo>
                <a:close/>
              </a:path>
            </a:pathLst>
          </a:custGeom>
          <a:solidFill>
            <a:srgbClr val="7c22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647640" y="168588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47" y="0"/>
                </a:moveTo>
                <a:lnTo>
                  <a:pt x="0" y="48"/>
                </a:lnTo>
                <a:lnTo>
                  <a:pt x="0" y="54"/>
                </a:lnTo>
                <a:lnTo>
                  <a:pt x="54" y="0"/>
                </a:lnTo>
                <a:lnTo>
                  <a:pt x="47" y="0"/>
                </a:lnTo>
                <a:close/>
              </a:path>
            </a:pathLst>
          </a:custGeom>
          <a:solidFill>
            <a:srgbClr val="7c23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647640" y="1685880"/>
            <a:ext cx="25920" cy="19440"/>
          </a:xfrm>
          <a:custGeom>
            <a:avLst/>
            <a:gdLst/>
            <a:ahLst/>
            <a:rect l="0" t="0" r="r" b="b"/>
            <a:pathLst>
              <a:path w="72" h="54">
                <a:moveTo>
                  <a:pt x="54" y="0"/>
                </a:moveTo>
                <a:lnTo>
                  <a:pt x="0" y="54"/>
                </a:lnTo>
                <a:lnTo>
                  <a:pt x="19" y="54"/>
                </a:lnTo>
                <a:lnTo>
                  <a:pt x="72" y="0"/>
                </a:lnTo>
                <a:lnTo>
                  <a:pt x="54" y="0"/>
                </a:lnTo>
                <a:close/>
              </a:path>
            </a:pathLst>
          </a:custGeom>
          <a:solidFill>
            <a:srgbClr val="7d23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65412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7d23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66276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5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7e23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671400" y="168588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3" y="0"/>
                </a:moveTo>
                <a:lnTo>
                  <a:pt x="0" y="54"/>
                </a:lnTo>
                <a:lnTo>
                  <a:pt x="23" y="54"/>
                </a:lnTo>
                <a:lnTo>
                  <a:pt x="77" y="0"/>
                </a:lnTo>
                <a:lnTo>
                  <a:pt x="53" y="0"/>
                </a:lnTo>
                <a:close/>
              </a:path>
            </a:pathLst>
          </a:custGeom>
          <a:solidFill>
            <a:srgbClr val="7e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67968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7f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68832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7f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69696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5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025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705600" y="168588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3" y="0"/>
                </a:moveTo>
                <a:lnTo>
                  <a:pt x="0" y="54"/>
                </a:lnTo>
                <a:lnTo>
                  <a:pt x="23" y="54"/>
                </a:lnTo>
                <a:lnTo>
                  <a:pt x="77" y="0"/>
                </a:lnTo>
                <a:lnTo>
                  <a:pt x="53" y="0"/>
                </a:lnTo>
                <a:close/>
              </a:path>
            </a:pathLst>
          </a:custGeom>
          <a:solidFill>
            <a:srgbClr val="8025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71388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125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72252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5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126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73116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3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3" y="0"/>
                </a:lnTo>
                <a:close/>
              </a:path>
            </a:pathLst>
          </a:custGeom>
          <a:solidFill>
            <a:srgbClr val="8226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739800" y="168588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7" y="0"/>
                </a:lnTo>
                <a:lnTo>
                  <a:pt x="54" y="0"/>
                </a:lnTo>
                <a:close/>
              </a:path>
            </a:pathLst>
          </a:custGeom>
          <a:solidFill>
            <a:srgbClr val="8326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748440" y="168588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3" y="0"/>
                </a:moveTo>
                <a:lnTo>
                  <a:pt x="0" y="54"/>
                </a:lnTo>
                <a:lnTo>
                  <a:pt x="24" y="54"/>
                </a:lnTo>
                <a:lnTo>
                  <a:pt x="77" y="0"/>
                </a:lnTo>
                <a:lnTo>
                  <a:pt x="53" y="0"/>
                </a:lnTo>
                <a:close/>
              </a:path>
            </a:pathLst>
          </a:custGeom>
          <a:solidFill>
            <a:srgbClr val="8327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75672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3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3" y="0"/>
                </a:lnTo>
                <a:close/>
              </a:path>
            </a:pathLst>
          </a:custGeom>
          <a:solidFill>
            <a:srgbClr val="8427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76536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427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77400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5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52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782640" y="168588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3" y="0"/>
                </a:moveTo>
                <a:lnTo>
                  <a:pt x="0" y="54"/>
                </a:lnTo>
                <a:lnTo>
                  <a:pt x="23" y="54"/>
                </a:lnTo>
                <a:lnTo>
                  <a:pt x="77" y="0"/>
                </a:lnTo>
                <a:lnTo>
                  <a:pt x="53" y="0"/>
                </a:lnTo>
                <a:close/>
              </a:path>
            </a:pathLst>
          </a:custGeom>
          <a:solidFill>
            <a:srgbClr val="852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79092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62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79956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5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62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80820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3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3" y="0"/>
                </a:lnTo>
                <a:close/>
              </a:path>
            </a:pathLst>
          </a:custGeom>
          <a:solidFill>
            <a:srgbClr val="872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816840" y="168588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4" y="0"/>
                </a:moveTo>
                <a:lnTo>
                  <a:pt x="0" y="54"/>
                </a:lnTo>
                <a:lnTo>
                  <a:pt x="23" y="54"/>
                </a:lnTo>
                <a:lnTo>
                  <a:pt x="77" y="0"/>
                </a:lnTo>
                <a:lnTo>
                  <a:pt x="54" y="0"/>
                </a:lnTo>
                <a:close/>
              </a:path>
            </a:pathLst>
          </a:custGeom>
          <a:solidFill>
            <a:srgbClr val="872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82512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82a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83376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5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92a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84240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3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3" y="0"/>
                </a:lnTo>
                <a:close/>
              </a:path>
            </a:pathLst>
          </a:custGeom>
          <a:solidFill>
            <a:srgbClr val="892a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851040" y="168588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7" y="0"/>
                </a:lnTo>
                <a:lnTo>
                  <a:pt x="54" y="0"/>
                </a:lnTo>
                <a:close/>
              </a:path>
            </a:pathLst>
          </a:custGeom>
          <a:solidFill>
            <a:srgbClr val="8a2b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859680" y="168588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3" y="0"/>
                </a:moveTo>
                <a:lnTo>
                  <a:pt x="0" y="54"/>
                </a:lnTo>
                <a:lnTo>
                  <a:pt x="24" y="54"/>
                </a:lnTo>
                <a:lnTo>
                  <a:pt x="77" y="0"/>
                </a:lnTo>
                <a:lnTo>
                  <a:pt x="53" y="0"/>
                </a:lnTo>
                <a:close/>
              </a:path>
            </a:pathLst>
          </a:custGeom>
          <a:solidFill>
            <a:srgbClr val="8a2b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86796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3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3" y="0"/>
                </a:lnTo>
                <a:close/>
              </a:path>
            </a:pathLst>
          </a:custGeom>
          <a:solidFill>
            <a:srgbClr val="8b2b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87660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b2c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88524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5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c2c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893880" y="168588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3" y="0"/>
                </a:moveTo>
                <a:lnTo>
                  <a:pt x="0" y="54"/>
                </a:lnTo>
                <a:lnTo>
                  <a:pt x="23" y="54"/>
                </a:lnTo>
                <a:lnTo>
                  <a:pt x="77" y="0"/>
                </a:lnTo>
                <a:lnTo>
                  <a:pt x="53" y="0"/>
                </a:lnTo>
                <a:close/>
              </a:path>
            </a:pathLst>
          </a:custGeom>
          <a:solidFill>
            <a:srgbClr val="8c2c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90216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d2d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91080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5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e2d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91944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3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3" y="0"/>
                </a:lnTo>
                <a:close/>
              </a:path>
            </a:pathLst>
          </a:custGeom>
          <a:solidFill>
            <a:srgbClr val="8e2d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928080" y="168588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7" y="0"/>
                </a:lnTo>
                <a:lnTo>
                  <a:pt x="54" y="0"/>
                </a:lnTo>
                <a:close/>
              </a:path>
            </a:pathLst>
          </a:custGeom>
          <a:solidFill>
            <a:srgbClr val="8f2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936720" y="168588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3" y="0"/>
                </a:moveTo>
                <a:lnTo>
                  <a:pt x="0" y="54"/>
                </a:lnTo>
                <a:lnTo>
                  <a:pt x="24" y="54"/>
                </a:lnTo>
                <a:lnTo>
                  <a:pt x="77" y="0"/>
                </a:lnTo>
                <a:lnTo>
                  <a:pt x="53" y="0"/>
                </a:lnTo>
                <a:close/>
              </a:path>
            </a:pathLst>
          </a:custGeom>
          <a:solidFill>
            <a:srgbClr val="8f2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94500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3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3" y="0"/>
                </a:lnTo>
                <a:close/>
              </a:path>
            </a:pathLst>
          </a:custGeom>
          <a:solidFill>
            <a:srgbClr val="902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95364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902f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96228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912f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970920" y="168588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7" y="0"/>
                </a:lnTo>
                <a:lnTo>
                  <a:pt x="54" y="0"/>
                </a:lnTo>
                <a:close/>
              </a:path>
            </a:pathLst>
          </a:custGeom>
          <a:solidFill>
            <a:srgbClr val="912f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97920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3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3" y="0"/>
                </a:lnTo>
                <a:close/>
              </a:path>
            </a:pathLst>
          </a:custGeom>
          <a:solidFill>
            <a:srgbClr val="9230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98784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9330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99648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5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9330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1005120" y="168588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3" y="0"/>
                </a:moveTo>
                <a:lnTo>
                  <a:pt x="0" y="54"/>
                </a:lnTo>
                <a:lnTo>
                  <a:pt x="23" y="54"/>
                </a:lnTo>
                <a:lnTo>
                  <a:pt x="77" y="0"/>
                </a:lnTo>
                <a:lnTo>
                  <a:pt x="53" y="0"/>
                </a:lnTo>
                <a:close/>
              </a:path>
            </a:pathLst>
          </a:custGeom>
          <a:solidFill>
            <a:srgbClr val="9431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101340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9431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102204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5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9531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103068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3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3" y="0"/>
                </a:lnTo>
                <a:close/>
              </a:path>
            </a:pathLst>
          </a:custGeom>
          <a:solidFill>
            <a:srgbClr val="9532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1039320" y="168588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7" y="0"/>
                </a:lnTo>
                <a:lnTo>
                  <a:pt x="54" y="0"/>
                </a:lnTo>
                <a:close/>
              </a:path>
            </a:pathLst>
          </a:custGeom>
          <a:solidFill>
            <a:srgbClr val="9632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1047960" y="168588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3" y="0"/>
                </a:moveTo>
                <a:lnTo>
                  <a:pt x="0" y="54"/>
                </a:lnTo>
                <a:lnTo>
                  <a:pt x="24" y="54"/>
                </a:lnTo>
                <a:lnTo>
                  <a:pt x="77" y="0"/>
                </a:lnTo>
                <a:lnTo>
                  <a:pt x="53" y="0"/>
                </a:lnTo>
                <a:close/>
              </a:path>
            </a:pathLst>
          </a:custGeom>
          <a:solidFill>
            <a:srgbClr val="9632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105624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3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3" y="0"/>
                </a:lnTo>
                <a:close/>
              </a:path>
            </a:pathLst>
          </a:custGeom>
          <a:solidFill>
            <a:srgbClr val="9733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106488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9833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107352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5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9833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1082160" y="168588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3" y="0"/>
                </a:moveTo>
                <a:lnTo>
                  <a:pt x="0" y="54"/>
                </a:lnTo>
                <a:lnTo>
                  <a:pt x="23" y="54"/>
                </a:lnTo>
                <a:lnTo>
                  <a:pt x="77" y="0"/>
                </a:lnTo>
                <a:lnTo>
                  <a:pt x="53" y="0"/>
                </a:lnTo>
                <a:close/>
              </a:path>
            </a:pathLst>
          </a:custGeom>
          <a:solidFill>
            <a:srgbClr val="993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109044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993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109908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9a3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1107720" y="1685880"/>
            <a:ext cx="36360" cy="19440"/>
          </a:xfrm>
          <a:custGeom>
            <a:avLst/>
            <a:gdLst/>
            <a:ahLst/>
            <a:rect l="0" t="0" r="r" b="b"/>
            <a:pathLst>
              <a:path w="101" h="54">
                <a:moveTo>
                  <a:pt x="53" y="0"/>
                </a:moveTo>
                <a:lnTo>
                  <a:pt x="0" y="54"/>
                </a:lnTo>
                <a:lnTo>
                  <a:pt x="47" y="54"/>
                </a:lnTo>
                <a:lnTo>
                  <a:pt x="101" y="0"/>
                </a:lnTo>
                <a:lnTo>
                  <a:pt x="53" y="0"/>
                </a:lnTo>
                <a:close/>
              </a:path>
            </a:pathLst>
          </a:custGeom>
          <a:solidFill>
            <a:srgbClr val="9a35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11246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a35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11289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935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11332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835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11376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735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11419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96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11462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6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11505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5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115488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4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115920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9335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1163160" y="1685880"/>
            <a:ext cx="24120" cy="19440"/>
          </a:xfrm>
          <a:custGeom>
            <a:avLst/>
            <a:gdLst/>
            <a:ahLst/>
            <a:rect l="0" t="0" r="r" b="b"/>
            <a:pathLst>
              <a:path w="67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7" y="0"/>
                </a:lnTo>
                <a:lnTo>
                  <a:pt x="54" y="0"/>
                </a:lnTo>
                <a:close/>
              </a:path>
            </a:pathLst>
          </a:custGeom>
          <a:solidFill>
            <a:srgbClr val="9235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11674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235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11718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13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11761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036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11804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f36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11847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e36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11890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8e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119340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d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119772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8c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12016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b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12060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a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12103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8a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12146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9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12189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8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12232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736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12276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636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123192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636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123624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2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2" y="0"/>
                </a:lnTo>
                <a:close/>
              </a:path>
            </a:pathLst>
          </a:custGeom>
          <a:solidFill>
            <a:srgbClr val="85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12402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4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12445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3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12488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2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12531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2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12574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81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12618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0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12661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7f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127044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7f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12744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7e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12787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7d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12830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7c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12873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7b37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12916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7b37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12960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7a37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13003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79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130464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78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130896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77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13129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77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13172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76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13215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75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13258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74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13302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73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13345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7337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13388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7237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134316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7137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134748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70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13514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6f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13557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6f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13600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6e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13644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6d37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13687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6c38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13730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6b38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13773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6b38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138168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6a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13856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69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13899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68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13942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67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13986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6738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14029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6638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14072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6538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14115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64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141588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63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142020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2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2" y="0"/>
                </a:lnTo>
                <a:close/>
              </a:path>
            </a:pathLst>
          </a:custGeom>
          <a:solidFill>
            <a:srgbClr val="63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14241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62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14284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61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14328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60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14371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5f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14414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5f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14457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5e38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14500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5d38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145440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5c38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145872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5c38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1462680" y="1685880"/>
            <a:ext cx="24120" cy="19440"/>
          </a:xfrm>
          <a:custGeom>
            <a:avLst/>
            <a:gdLst/>
            <a:ahLst/>
            <a:rect l="0" t="0" r="r" b="b"/>
            <a:pathLst>
              <a:path w="67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7" y="0"/>
                </a:lnTo>
                <a:lnTo>
                  <a:pt x="54" y="0"/>
                </a:lnTo>
                <a:close/>
              </a:path>
            </a:pathLst>
          </a:custGeom>
          <a:solidFill>
            <a:srgbClr val="5b38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14670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5a38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14713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5939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14756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58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14799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58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14842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57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14886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56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149292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5539c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149724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5439c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15012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5439c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15055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53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15098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52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15141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51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15184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50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15228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50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15271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4f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153144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4e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15354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4d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15397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4c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15440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4c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15483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4b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15526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4a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15570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4939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15613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4839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156564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4839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156996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47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15739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46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15782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45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15825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44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15868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44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15912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43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15955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42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15998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41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160416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403a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160848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403a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16124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3f3a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16167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3e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16210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3d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16254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3c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16297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3c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16340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3b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16383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3a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164268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39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164700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39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16509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38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16552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37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16596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36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16639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35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16682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353a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16725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343b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16768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333b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168120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32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16851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31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16894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31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16938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30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16981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2f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1702440" y="168588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0" y="5"/>
                </a:lnTo>
                <a:lnTo>
                  <a:pt x="54" y="0"/>
                </a:lnTo>
                <a:close/>
              </a:path>
            </a:pathLst>
          </a:custGeom>
          <a:solidFill>
            <a:srgbClr val="2e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1706760" y="1687680"/>
            <a:ext cx="17280" cy="17640"/>
          </a:xfrm>
          <a:custGeom>
            <a:avLst/>
            <a:gdLst/>
            <a:ahLst/>
            <a:rect l="0" t="0" r="r" b="b"/>
            <a:pathLst>
              <a:path w="48" h="49">
                <a:moveTo>
                  <a:pt x="48" y="0"/>
                </a:moveTo>
                <a:lnTo>
                  <a:pt x="0" y="49"/>
                </a:lnTo>
                <a:lnTo>
                  <a:pt x="12" y="49"/>
                </a:lnTo>
                <a:lnTo>
                  <a:pt x="48" y="12"/>
                </a:lnTo>
                <a:lnTo>
                  <a:pt x="48" y="0"/>
                </a:lnTo>
                <a:close/>
              </a:path>
            </a:pathLst>
          </a:custGeom>
          <a:solidFill>
            <a:srgbClr val="2d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1711080" y="1692000"/>
            <a:ext cx="12960" cy="13320"/>
          </a:xfrm>
          <a:custGeom>
            <a:avLst/>
            <a:gdLst/>
            <a:ahLst/>
            <a:rect l="0" t="0" r="r" b="b"/>
            <a:pathLst>
              <a:path w="36" h="37">
                <a:moveTo>
                  <a:pt x="36" y="0"/>
                </a:moveTo>
                <a:lnTo>
                  <a:pt x="0" y="37"/>
                </a:lnTo>
                <a:lnTo>
                  <a:pt x="12" y="37"/>
                </a:lnTo>
                <a:lnTo>
                  <a:pt x="36" y="13"/>
                </a:lnTo>
                <a:lnTo>
                  <a:pt x="36" y="0"/>
                </a:lnTo>
                <a:close/>
              </a:path>
            </a:pathLst>
          </a:custGeom>
          <a:solidFill>
            <a:srgbClr val="2d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1715400" y="1696320"/>
            <a:ext cx="8640" cy="9000"/>
          </a:xfrm>
          <a:custGeom>
            <a:avLst/>
            <a:gdLst/>
            <a:ahLst/>
            <a:rect l="0" t="0" r="r" b="b"/>
            <a:pathLst>
              <a:path w="24" h="25">
                <a:moveTo>
                  <a:pt x="24" y="0"/>
                </a:moveTo>
                <a:lnTo>
                  <a:pt x="0" y="25"/>
                </a:lnTo>
                <a:lnTo>
                  <a:pt x="13" y="25"/>
                </a:lnTo>
                <a:lnTo>
                  <a:pt x="24" y="12"/>
                </a:lnTo>
                <a:lnTo>
                  <a:pt x="24" y="0"/>
                </a:lnTo>
                <a:close/>
              </a:path>
            </a:pathLst>
          </a:custGeom>
          <a:solidFill>
            <a:srgbClr val="2c3b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1719720" y="1700640"/>
            <a:ext cx="4320" cy="5040"/>
          </a:xfrm>
          <a:custGeom>
            <a:avLst/>
            <a:gdLst/>
            <a:ahLst/>
            <a:rect l="0" t="0" r="r" b="b"/>
            <a:pathLst>
              <a:path w="12" h="14">
                <a:moveTo>
                  <a:pt x="12" y="0"/>
                </a:moveTo>
                <a:lnTo>
                  <a:pt x="0" y="14"/>
                </a:lnTo>
                <a:lnTo>
                  <a:pt x="12" y="14"/>
                </a:lnTo>
                <a:lnTo>
                  <a:pt x="12" y="0"/>
                </a:lnTo>
                <a:close/>
              </a:path>
            </a:pathLst>
          </a:custGeom>
          <a:solidFill>
            <a:srgbClr val="2b3b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5746680" y="1422000"/>
            <a:ext cx="118800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50" spc="-1" strike="noStrike">
                <a:solidFill>
                  <a:srgbClr val="6b6878"/>
                </a:solidFill>
                <a:latin typeface="Inter"/>
                <a:ea typeface="Inter"/>
              </a:rPr>
              <a:t>GFXT  OBD AI Solutions</a:t>
            </a:r>
            <a:endParaRPr b="0" lang="en-US" sz="7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