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_rels/presentation.xml.rels" ContentType="application/vnd.openxmlformats-package.relationships+xml"/>
  <Override PartName="/ppt/media/image1.jpeg" ContentType="image/jpeg"/>
  <Override PartName="/ppt/media/image2.png" ContentType="image/pn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sldIdLst>
    <p:sldId id="256" r:id="rId4"/>
    <p:sldId id="257" r:id="rId5"/>
    <p:sldId id="258" r:id="rId6"/>
    <p:sldId id="259" r:id="rId7"/>
  </p:sldIdLst>
  <p:sldSz cx="7554913" cy="10691813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6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377640" y="412200"/>
            <a:ext cx="6799680" cy="172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377640" y="2417760"/>
            <a:ext cx="6799680" cy="599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77640" y="412200"/>
            <a:ext cx="6799680" cy="172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377640" y="2417760"/>
            <a:ext cx="6799680" cy="599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377640" y="412200"/>
            <a:ext cx="6799680" cy="172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77640" y="2417760"/>
            <a:ext cx="6799680" cy="599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7562880" cy="10696680"/>
          </a:xfrm>
          <a:custGeom>
            <a:avLst/>
            <a:gdLst/>
            <a:ahLst/>
            <a:rect l="0" t="0" r="r" b="b"/>
            <a:pathLst>
              <a:path w="21008" h="29713">
                <a:moveTo>
                  <a:pt x="0" y="0"/>
                </a:moveTo>
                <a:lnTo>
                  <a:pt x="21008" y="0"/>
                </a:lnTo>
                <a:lnTo>
                  <a:pt x="21008" y="29713"/>
                </a:lnTo>
                <a:lnTo>
                  <a:pt x="0" y="2971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7562880" cy="10696680"/>
          </a:xfrm>
          <a:custGeom>
            <a:avLst/>
            <a:gdLst/>
            <a:ahLst/>
            <a:rect l="0" t="0" r="r" b="b"/>
            <a:pathLst>
              <a:path w="21008" h="29713">
                <a:moveTo>
                  <a:pt x="0" y="0"/>
                </a:moveTo>
                <a:lnTo>
                  <a:pt x="21008" y="0"/>
                </a:lnTo>
                <a:lnTo>
                  <a:pt x="21008" y="29713"/>
                </a:lnTo>
                <a:lnTo>
                  <a:pt x="0" y="2971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2305080" cy="10696680"/>
          </a:xfrm>
          <a:custGeom>
            <a:avLst/>
            <a:gdLst/>
            <a:ahLst/>
            <a:rect l="0" t="0" r="r" b="b"/>
            <a:pathLst>
              <a:path w="6403" h="29713">
                <a:moveTo>
                  <a:pt x="0" y="0"/>
                </a:moveTo>
                <a:lnTo>
                  <a:pt x="6403" y="0"/>
                </a:lnTo>
                <a:lnTo>
                  <a:pt x="6403" y="29713"/>
                </a:lnTo>
                <a:lnTo>
                  <a:pt x="0" y="29713"/>
                </a:lnTo>
                <a:lnTo>
                  <a:pt x="0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9" name="" descr=""/>
          <p:cNvPicPr/>
          <p:nvPr/>
        </p:nvPicPr>
        <p:blipFill>
          <a:blip r:embed="rId1"/>
          <a:stretch/>
        </p:blipFill>
        <p:spPr>
          <a:xfrm>
            <a:off x="-135720" y="-2160"/>
            <a:ext cx="2576160" cy="10701000"/>
          </a:xfrm>
          <a:prstGeom prst="rect">
            <a:avLst/>
          </a:prstGeom>
          <a:ln w="0">
            <a:noFill/>
          </a:ln>
        </p:spPr>
      </p:pic>
      <p:sp>
        <p:nvSpPr>
          <p:cNvPr id="10" name=""/>
          <p:cNvSpPr/>
          <p:nvPr/>
        </p:nvSpPr>
        <p:spPr>
          <a:xfrm>
            <a:off x="-360" y="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" name=""/>
          <p:cNvSpPr/>
          <p:nvPr/>
        </p:nvSpPr>
        <p:spPr>
          <a:xfrm>
            <a:off x="-360" y="41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-360" y="83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-360" y="125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-360" y="167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-360" y="208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-360" y="250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-360" y="292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-360" y="334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-360" y="375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-360" y="417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>
            <a:off x="-360" y="459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-360" y="501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-360" y="542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-360" y="584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-360" y="626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-360" y="668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-360" y="709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-360" y="751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-360" y="793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-360" y="835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-360" y="876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-360" y="918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-360" y="960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-360" y="1002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-360" y="1044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-360" y="1085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-360" y="1127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-360" y="1169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-360" y="1211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-360" y="1252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-360" y="1294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-360" y="1336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-360" y="1378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-360" y="1419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-360" y="1461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-360" y="1503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-360" y="1545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-360" y="1586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-360" y="1628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-360" y="1670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-360" y="1712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-360" y="1753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-360" y="1795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-360" y="1837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-360" y="1879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-360" y="1920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-360" y="1962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-360" y="2004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-360" y="2046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-360" y="2088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-360" y="2129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-360" y="2171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-360" y="2213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-360" y="2255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-360" y="2296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-360" y="2338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-360" y="2380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-360" y="2422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-360" y="2463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-360" y="2505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-360" y="2547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-360" y="2589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-360" y="2630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-360" y="2672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-360" y="2714400"/>
            <a:ext cx="0" cy="42120"/>
          </a:xfrm>
          <a:custGeom>
            <a:avLst/>
            <a:gdLst/>
            <a:ahLst/>
            <a:rect l="0" t="0" r="r" b="b"/>
            <a:pathLst>
              <a:path w="0" h="117">
                <a:moveTo>
                  <a:pt x="0" y="0"/>
                </a:moveTo>
                <a:lnTo>
                  <a:pt x="0" y="117"/>
                </a:lnTo>
                <a:lnTo>
                  <a:pt x="0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-360" y="2756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-360" y="2798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-360" y="2840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-360" y="2881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-360" y="2923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-360" y="2965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-360" y="3007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-360" y="3048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-360" y="3090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0303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-360" y="3132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-360" y="3174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-360" y="3215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-360" y="3257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-360" y="3299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-360" y="3341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-360" y="3382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-360" y="3424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-360" y="3466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-360" y="3508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-360" y="3549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-360" y="3591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-360" y="3633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-360" y="3675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-360" y="3717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-360" y="3758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-360" y="3800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-360" y="3842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-360" y="3884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-360" y="3925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-360" y="3967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-360" y="4009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4242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-360" y="4051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-360" y="4092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-360" y="4134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-360" y="4176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-360" y="4218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-360" y="4259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-360" y="4301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-360" y="4343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-360" y="4385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-360" y="4426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-360" y="4468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-360" y="4510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-360" y="4552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-360" y="4593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-360" y="4635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-360" y="4677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-360" y="4719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-360" y="4761000"/>
            <a:ext cx="0" cy="83520"/>
          </a:xfrm>
          <a:custGeom>
            <a:avLst/>
            <a:gdLst/>
            <a:ahLst/>
            <a:rect l="0" t="0" r="r" b="b"/>
            <a:pathLst>
              <a:path w="0" h="232">
                <a:moveTo>
                  <a:pt x="0" y="0"/>
                </a:moveTo>
                <a:lnTo>
                  <a:pt x="0" y="232"/>
                </a:lnTo>
                <a:lnTo>
                  <a:pt x="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-360" y="4844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-360" y="4886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-360" y="4928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-360" y="4969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-360" y="5011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-360" y="5053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-360" y="5095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-360" y="5136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-360" y="5178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-360" y="5220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-360" y="5262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-360" y="5303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-360" y="5345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-360" y="5387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-360" y="5429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-360" y="5470920"/>
            <a:ext cx="0" cy="42120"/>
          </a:xfrm>
          <a:custGeom>
            <a:avLst/>
            <a:gdLst/>
            <a:ahLst/>
            <a:rect l="0" t="0" r="r" b="b"/>
            <a:pathLst>
              <a:path w="0" h="117">
                <a:moveTo>
                  <a:pt x="0" y="0"/>
                </a:moveTo>
                <a:lnTo>
                  <a:pt x="0" y="117"/>
                </a:lnTo>
                <a:lnTo>
                  <a:pt x="0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-360" y="5513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-360" y="5554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-360" y="5596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-360" y="5638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-360" y="5680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-360" y="5721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-360" y="5763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-360" y="5805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-360" y="5847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-360" y="5888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-360" y="5930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-360" y="5972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-360" y="6014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-360" y="6055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-360" y="6097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-360" y="6139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-360" y="6181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-360" y="6222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-360" y="6264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-360" y="6306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-360" y="6348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-360" y="6390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-360" y="6431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-360" y="6473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-360" y="6515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-360" y="6557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-360" y="6598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-360" y="6640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-360" y="6682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-360" y="6724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9595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-360" y="6765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-360" y="6807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-360" y="6849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d5d5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-360" y="6891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-360" y="6932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-360" y="6974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-360" y="7016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363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-360" y="7058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464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-360" y="7099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-360" y="7141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7676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-360" y="7183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8686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-360" y="7225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-360" y="7266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-360" y="7308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c6c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-360" y="7350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-360" y="7392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-360" y="7434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070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-360" y="7475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-360" y="7517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37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-360" y="7559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-360" y="7601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6767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-360" y="7642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7777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-360" y="7684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-360" y="7726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-360" y="7768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b7b7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-360" y="7809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-360" y="7851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-360" y="7893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-360" y="7935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-360" y="7976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282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-360" y="8018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-360" y="8060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-360" y="8102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6868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-360" y="8143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-360" y="8185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98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-360" y="8227440"/>
            <a:ext cx="0" cy="42120"/>
          </a:xfrm>
          <a:custGeom>
            <a:avLst/>
            <a:gdLst/>
            <a:ahLst/>
            <a:rect l="0" t="0" r="r" b="b"/>
            <a:pathLst>
              <a:path w="0" h="117">
                <a:moveTo>
                  <a:pt x="0" y="0"/>
                </a:moveTo>
                <a:lnTo>
                  <a:pt x="0" y="117"/>
                </a:lnTo>
                <a:lnTo>
                  <a:pt x="0" y="0"/>
                </a:lnTo>
                <a:close/>
              </a:path>
            </a:pathLst>
          </a:custGeom>
          <a:solidFill>
            <a:srgbClr val="8a8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-360" y="8269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-360" y="8311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-360" y="8353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e8e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-360" y="8394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-360" y="8436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191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-360" y="8478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-360" y="8520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-360" y="8561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595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-360" y="8603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-360" y="8645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8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-360" y="8687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-360" y="8728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-360" y="8770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-360" y="8812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d9d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-360" y="8854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-360" y="8895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-360" y="8937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1a1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-360" y="8979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-360" y="9021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4a4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-360" y="9063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-360" y="9104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-360" y="9146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-360" y="9188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-360" y="9230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bab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-360" y="9271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cac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-360" y="9313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-360" y="9355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-360" y="9397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0b0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-360" y="9438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-360" y="9480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3b3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-360" y="9522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-360" y="9564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-360" y="9605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7b7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-360" y="9647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-360" y="9689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aba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-360" y="9731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bb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-360" y="9772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-360" y="9814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ebe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-360" y="9856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-360" y="9898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-360" y="9939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2c2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-360" y="9981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3c3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-360" y="10023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-360" y="10065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6c6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-360" y="10107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-360" y="10148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-360" y="10190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ac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-360" y="10232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-360" y="10274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-360" y="10315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ece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-360" y="10357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-360" y="10399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-360" y="10441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-360" y="10482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-360" y="10524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-360" y="10566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-360" y="10608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7d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-360" y="10649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-3778560" y="-108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-7556760" y="-108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-3778560" y="534564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-7556760" y="534564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0" y="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0" y="41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0" y="83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0" y="125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0" y="167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0" y="208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0" y="250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0" y="292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0" y="334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0" y="375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0" y="417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0" y="459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0" y="501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0" y="542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0" y="584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0" y="626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0" y="668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709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0" y="751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0" y="793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0" y="835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0" y="876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0" y="918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0" y="960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0" y="1002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0" y="1044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0" y="1085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0" y="1127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0" y="1169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0" y="1211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0" y="1252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0" y="1294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0" y="1336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0" y="1378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0" y="1419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0" y="1461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1503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0" y="1545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0" y="1586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0" y="1628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1670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1712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1753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1795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0" y="1837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0" y="1879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0" y="1920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0" y="1962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0" y="2004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0" y="2046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0" y="2088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0" y="2129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0" y="2171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0" y="2213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0" y="2255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0" y="2296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0" y="2338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0" y="2380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0" y="2422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0" y="2463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0" y="2505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0" y="2547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0" y="2589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0" y="2630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0" y="2672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0" y="2714400"/>
            <a:ext cx="2305080" cy="42480"/>
          </a:xfrm>
          <a:custGeom>
            <a:avLst/>
            <a:gdLst/>
            <a:ahLst/>
            <a:rect l="0" t="0" r="r" b="b"/>
            <a:pathLst>
              <a:path w="6403" h="118">
                <a:moveTo>
                  <a:pt x="6403" y="0"/>
                </a:moveTo>
                <a:lnTo>
                  <a:pt x="0" y="0"/>
                </a:lnTo>
                <a:lnTo>
                  <a:pt x="0" y="118"/>
                </a:lnTo>
                <a:lnTo>
                  <a:pt x="6403" y="118"/>
                </a:lnTo>
                <a:lnTo>
                  <a:pt x="6403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0" y="2756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0" y="2798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0" y="2840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0" y="2881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0" y="2923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0" y="2965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0" y="3007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0" y="3048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0" y="3090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0303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0" y="3132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0" y="3174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0" y="3215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0" y="3257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0" y="3299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0" y="3341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0" y="3382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0" y="3424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0" y="3466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0" y="3508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0" y="3549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0" y="3591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0" y="3633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0" y="3675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0" y="3717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0" y="3758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0" y="3800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0" y="3842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0" y="3884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0" y="3925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4" name=""/>
          <p:cNvSpPr/>
          <p:nvPr/>
        </p:nvSpPr>
        <p:spPr>
          <a:xfrm>
            <a:off x="0" y="3967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0" y="4009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4242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0" y="4051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0" y="4092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0" y="4134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0" y="4176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0" y="4218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4259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0" y="4301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0" y="4343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4385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4426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4468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4510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4552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0" y="4593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0" y="4635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0" y="4677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0" y="4719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0" y="4761000"/>
            <a:ext cx="2305080" cy="83880"/>
          </a:xfrm>
          <a:custGeom>
            <a:avLst/>
            <a:gdLst/>
            <a:ahLst/>
            <a:rect l="0" t="0" r="r" b="b"/>
            <a:pathLst>
              <a:path w="6403" h="233">
                <a:moveTo>
                  <a:pt x="6403" y="0"/>
                </a:moveTo>
                <a:lnTo>
                  <a:pt x="0" y="0"/>
                </a:lnTo>
                <a:lnTo>
                  <a:pt x="0" y="233"/>
                </a:lnTo>
                <a:lnTo>
                  <a:pt x="6403" y="233"/>
                </a:lnTo>
                <a:lnTo>
                  <a:pt x="6403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0" y="4844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0" y="4886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0" y="4928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0" y="4969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0" y="5011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0" y="5053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0" y="5095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0" y="5136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0" y="5178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0" y="5220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0" y="5262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0" y="5303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0" y="5345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0" y="5387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0" y="5429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0" y="5470920"/>
            <a:ext cx="2305080" cy="42480"/>
          </a:xfrm>
          <a:custGeom>
            <a:avLst/>
            <a:gdLst/>
            <a:ahLst/>
            <a:rect l="0" t="0" r="r" b="b"/>
            <a:pathLst>
              <a:path w="6403" h="118">
                <a:moveTo>
                  <a:pt x="6403" y="0"/>
                </a:moveTo>
                <a:lnTo>
                  <a:pt x="0" y="0"/>
                </a:lnTo>
                <a:lnTo>
                  <a:pt x="0" y="118"/>
                </a:lnTo>
                <a:lnTo>
                  <a:pt x="6403" y="118"/>
                </a:lnTo>
                <a:lnTo>
                  <a:pt x="640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0" y="5513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0" y="5554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0" y="5596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0" y="5638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0" y="5680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0" y="5721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0" y="5763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0" y="5805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0" y="5847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0" y="5888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0" y="5930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0" y="5972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0" y="6014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0" y="6055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0" y="6097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0" y="6139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0" y="6181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0" y="6222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0" y="6264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0" y="6306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0" y="6348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0" y="6390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0" y="6431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0" y="6473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0" y="6515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0" y="6557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0" y="6598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0" y="6640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0" y="6682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0" y="6724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9595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0" y="6765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0" y="6807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0" y="6849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d5d5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0" y="6891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0" y="6932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0" y="6974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0" y="7016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363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0" y="7058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464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0" y="7099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0" y="7141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7676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0" y="7183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8686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0" y="7225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0" y="7266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0" y="7308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c6c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0" y="7350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0" y="7392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0" y="7434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070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0" y="7475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0" y="7517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37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0" y="7559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0" y="7601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6767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0" y="7642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7777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0" y="7684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0" y="7726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0" y="7768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b7b7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0" y="7809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0" y="7851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0" y="7893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0" y="7935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0" y="7976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282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0" y="8018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0" y="8060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0" y="8102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6868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0" y="8143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0" y="8185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98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0" y="8227440"/>
            <a:ext cx="2305080" cy="42480"/>
          </a:xfrm>
          <a:custGeom>
            <a:avLst/>
            <a:gdLst/>
            <a:ahLst/>
            <a:rect l="0" t="0" r="r" b="b"/>
            <a:pathLst>
              <a:path w="6403" h="118">
                <a:moveTo>
                  <a:pt x="6403" y="0"/>
                </a:moveTo>
                <a:lnTo>
                  <a:pt x="0" y="0"/>
                </a:lnTo>
                <a:lnTo>
                  <a:pt x="0" y="118"/>
                </a:lnTo>
                <a:lnTo>
                  <a:pt x="6403" y="118"/>
                </a:lnTo>
                <a:lnTo>
                  <a:pt x="6403" y="0"/>
                </a:lnTo>
                <a:close/>
              </a:path>
            </a:pathLst>
          </a:custGeom>
          <a:solidFill>
            <a:srgbClr val="8a8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0" y="8269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0" y="8311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0" y="8353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e8e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0" y="8394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0" y="8436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191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0" y="8478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0" y="8520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0" y="8561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595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0" y="8603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0" y="8645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8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0" y="8687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0" y="8728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0" y="8770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0" y="8812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d9d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0" y="8854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0" y="8895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0" y="8937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1a1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0" y="8979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0" y="9021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4a4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0" y="9063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0" y="9104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" name=""/>
          <p:cNvSpPr/>
          <p:nvPr/>
        </p:nvSpPr>
        <p:spPr>
          <a:xfrm>
            <a:off x="0" y="9146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0" y="9188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0" y="9230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bab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0" y="9271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cac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0" y="9313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0" y="9355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0" y="9397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0b0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0" y="9438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" name=""/>
          <p:cNvSpPr/>
          <p:nvPr/>
        </p:nvSpPr>
        <p:spPr>
          <a:xfrm>
            <a:off x="0" y="9480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3b3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" name=""/>
          <p:cNvSpPr/>
          <p:nvPr/>
        </p:nvSpPr>
        <p:spPr>
          <a:xfrm>
            <a:off x="0" y="9522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0" y="9564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0" y="9605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7b7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0" y="9647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0" y="9689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aba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1" name=""/>
          <p:cNvSpPr/>
          <p:nvPr/>
        </p:nvSpPr>
        <p:spPr>
          <a:xfrm>
            <a:off x="0" y="9731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bb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2" name=""/>
          <p:cNvSpPr/>
          <p:nvPr/>
        </p:nvSpPr>
        <p:spPr>
          <a:xfrm>
            <a:off x="0" y="9772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3" name=""/>
          <p:cNvSpPr/>
          <p:nvPr/>
        </p:nvSpPr>
        <p:spPr>
          <a:xfrm>
            <a:off x="0" y="9814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ebe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" name=""/>
          <p:cNvSpPr/>
          <p:nvPr/>
        </p:nvSpPr>
        <p:spPr>
          <a:xfrm>
            <a:off x="0" y="9856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" name=""/>
          <p:cNvSpPr/>
          <p:nvPr/>
        </p:nvSpPr>
        <p:spPr>
          <a:xfrm>
            <a:off x="0" y="9898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0" y="9939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2c2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0" y="9981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3c3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" name=""/>
          <p:cNvSpPr/>
          <p:nvPr/>
        </p:nvSpPr>
        <p:spPr>
          <a:xfrm>
            <a:off x="0" y="10023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" name=""/>
          <p:cNvSpPr/>
          <p:nvPr/>
        </p:nvSpPr>
        <p:spPr>
          <a:xfrm>
            <a:off x="0" y="10065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6c6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0" y="10107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0" y="10148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0" y="10190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ac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0" y="10232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0" y="10274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dcd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" name=""/>
          <p:cNvSpPr/>
          <p:nvPr/>
        </p:nvSpPr>
        <p:spPr>
          <a:xfrm>
            <a:off x="0" y="10315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ece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" name=""/>
          <p:cNvSpPr/>
          <p:nvPr/>
        </p:nvSpPr>
        <p:spPr>
          <a:xfrm>
            <a:off x="0" y="10357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0" y="10399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1d1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" name=""/>
          <p:cNvSpPr/>
          <p:nvPr/>
        </p:nvSpPr>
        <p:spPr>
          <a:xfrm>
            <a:off x="0" y="10441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10482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" name=""/>
          <p:cNvSpPr/>
          <p:nvPr/>
        </p:nvSpPr>
        <p:spPr>
          <a:xfrm>
            <a:off x="0" y="10524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0" y="10566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2" name=""/>
          <p:cNvSpPr/>
          <p:nvPr/>
        </p:nvSpPr>
        <p:spPr>
          <a:xfrm>
            <a:off x="0" y="10608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7d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3" name=""/>
          <p:cNvSpPr/>
          <p:nvPr/>
        </p:nvSpPr>
        <p:spPr>
          <a:xfrm>
            <a:off x="0" y="10649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9d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3778200" y="-108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5" name=""/>
          <p:cNvSpPr/>
          <p:nvPr/>
        </p:nvSpPr>
        <p:spPr>
          <a:xfrm>
            <a:off x="0" y="-108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6" name=""/>
          <p:cNvSpPr/>
          <p:nvPr/>
        </p:nvSpPr>
        <p:spPr>
          <a:xfrm>
            <a:off x="3778200" y="534564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7" name=""/>
          <p:cNvSpPr/>
          <p:nvPr/>
        </p:nvSpPr>
        <p:spPr>
          <a:xfrm>
            <a:off x="0" y="534564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528" name="" descr=""/>
          <p:cNvPicPr/>
          <p:nvPr/>
        </p:nvPicPr>
        <p:blipFill>
          <a:blip r:embed="rId2"/>
          <a:stretch/>
        </p:blipFill>
        <p:spPr>
          <a:xfrm>
            <a:off x="2876400" y="933480"/>
            <a:ext cx="409320" cy="399600"/>
          </a:xfrm>
          <a:prstGeom prst="rect">
            <a:avLst/>
          </a:prstGeom>
          <a:ln w="0">
            <a:noFill/>
          </a:ln>
        </p:spPr>
      </p:pic>
      <p:sp>
        <p:nvSpPr>
          <p:cNvPr id="529" name=""/>
          <p:cNvSpPr txBox="1"/>
          <p:nvPr/>
        </p:nvSpPr>
        <p:spPr>
          <a:xfrm>
            <a:off x="3394800" y="926280"/>
            <a:ext cx="36936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300" spc="-1" strike="noStrike">
                <a:solidFill>
                  <a:srgbClr val="0e0e14"/>
                </a:solidFill>
                <a:latin typeface="PlayfairDisplay"/>
                <a:ea typeface="PlayfairDisplay"/>
              </a:rPr>
              <a:t>OBD</a:t>
            </a:r>
            <a:endParaRPr b="0" lang="en-US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3394800" y="1184400"/>
            <a:ext cx="93492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20" spc="-1" strike="noStrike">
                <a:solidFill>
                  <a:srgbClr val="6a26d8"/>
                </a:solidFill>
                <a:latin typeface="Inter-Semi"/>
                <a:ea typeface="Inter-Semi"/>
              </a:rPr>
              <a:t>A I   S O L U T I O N S</a:t>
            </a:r>
            <a:endParaRPr b="0" lang="en-US" sz="6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2880000" y="2940480"/>
            <a:ext cx="1687680" cy="111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50" spc="-1" strike="noStrike">
                <a:solidFill>
                  <a:srgbClr val="6a26d8"/>
                </a:solidFill>
                <a:latin typeface="Inter-Semi"/>
                <a:ea typeface="Inter-Semi"/>
              </a:rPr>
              <a:t>S E R V I C E   A G R E E M E N T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2880000" y="3256920"/>
            <a:ext cx="3923640" cy="50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Website Service</a:t>
            </a:r>
            <a:endParaRPr b="0" lang="en-US" sz="3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"/>
          <p:cNvSpPr/>
          <p:nvPr/>
        </p:nvSpPr>
        <p:spPr>
          <a:xfrm>
            <a:off x="2876400" y="4466880"/>
            <a:ext cx="5400" cy="5760"/>
          </a:xfrm>
          <a:custGeom>
            <a:avLst/>
            <a:gdLst/>
            <a:ahLst/>
            <a:rect l="0" t="0" r="r" b="b"/>
            <a:pathLst>
              <a:path w="15" h="16">
                <a:moveTo>
                  <a:pt x="0" y="0"/>
                </a:moveTo>
                <a:lnTo>
                  <a:pt x="0" y="16"/>
                </a:lnTo>
                <a:lnTo>
                  <a:pt x="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2876400" y="4466880"/>
            <a:ext cx="10800" cy="10800"/>
          </a:xfrm>
          <a:custGeom>
            <a:avLst/>
            <a:gdLst/>
            <a:ahLst/>
            <a:rect l="0" t="0" r="r" b="b"/>
            <a:pathLst>
              <a:path w="30" h="30">
                <a:moveTo>
                  <a:pt x="15" y="0"/>
                </a:moveTo>
                <a:lnTo>
                  <a:pt x="0" y="16"/>
                </a:lnTo>
                <a:lnTo>
                  <a:pt x="0" y="30"/>
                </a:lnTo>
                <a:lnTo>
                  <a:pt x="30" y="0"/>
                </a:lnTo>
                <a:lnTo>
                  <a:pt x="15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2876400" y="4466880"/>
            <a:ext cx="15840" cy="16200"/>
          </a:xfrm>
          <a:custGeom>
            <a:avLst/>
            <a:gdLst/>
            <a:ahLst/>
            <a:rect l="0" t="0" r="r" b="b"/>
            <a:pathLst>
              <a:path w="44" h="45">
                <a:moveTo>
                  <a:pt x="29" y="0"/>
                </a:moveTo>
                <a:lnTo>
                  <a:pt x="0" y="29"/>
                </a:lnTo>
                <a:lnTo>
                  <a:pt x="0" y="45"/>
                </a:lnTo>
                <a:lnTo>
                  <a:pt x="44" y="0"/>
                </a:lnTo>
                <a:lnTo>
                  <a:pt x="29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2876400" y="4466880"/>
            <a:ext cx="19440" cy="19440"/>
          </a:xfrm>
          <a:custGeom>
            <a:avLst/>
            <a:gdLst/>
            <a:ahLst/>
            <a:rect l="0" t="0" r="r" b="b"/>
            <a:pathLst>
              <a:path w="54" h="54">
                <a:moveTo>
                  <a:pt x="43" y="0"/>
                </a:moveTo>
                <a:lnTo>
                  <a:pt x="0" y="44"/>
                </a:lnTo>
                <a:lnTo>
                  <a:pt x="0" y="54"/>
                </a:lnTo>
                <a:lnTo>
                  <a:pt x="54" y="0"/>
                </a:lnTo>
                <a:lnTo>
                  <a:pt x="43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7" name=""/>
          <p:cNvSpPr/>
          <p:nvPr/>
        </p:nvSpPr>
        <p:spPr>
          <a:xfrm>
            <a:off x="2876400" y="44668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8" name=""/>
          <p:cNvSpPr/>
          <p:nvPr/>
        </p:nvSpPr>
        <p:spPr>
          <a:xfrm>
            <a:off x="28782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9" name=""/>
          <p:cNvSpPr/>
          <p:nvPr/>
        </p:nvSpPr>
        <p:spPr>
          <a:xfrm>
            <a:off x="288324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28886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1" name=""/>
          <p:cNvSpPr/>
          <p:nvPr/>
        </p:nvSpPr>
        <p:spPr>
          <a:xfrm>
            <a:off x="289368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2" name=""/>
          <p:cNvSpPr/>
          <p:nvPr/>
        </p:nvSpPr>
        <p:spPr>
          <a:xfrm>
            <a:off x="28990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3" name=""/>
          <p:cNvSpPr/>
          <p:nvPr/>
        </p:nvSpPr>
        <p:spPr>
          <a:xfrm>
            <a:off x="290412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6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4" name=""/>
          <p:cNvSpPr/>
          <p:nvPr/>
        </p:nvSpPr>
        <p:spPr>
          <a:xfrm>
            <a:off x="29095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5" name=""/>
          <p:cNvSpPr/>
          <p:nvPr/>
        </p:nvSpPr>
        <p:spPr>
          <a:xfrm>
            <a:off x="291456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29199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29250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29304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9" name=""/>
          <p:cNvSpPr/>
          <p:nvPr/>
        </p:nvSpPr>
        <p:spPr>
          <a:xfrm>
            <a:off x="29354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0" name=""/>
          <p:cNvSpPr/>
          <p:nvPr/>
        </p:nvSpPr>
        <p:spPr>
          <a:xfrm>
            <a:off x="29408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1" name=""/>
          <p:cNvSpPr/>
          <p:nvPr/>
        </p:nvSpPr>
        <p:spPr>
          <a:xfrm>
            <a:off x="29458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2" name=""/>
          <p:cNvSpPr/>
          <p:nvPr/>
        </p:nvSpPr>
        <p:spPr>
          <a:xfrm>
            <a:off x="295092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6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3" name=""/>
          <p:cNvSpPr/>
          <p:nvPr/>
        </p:nvSpPr>
        <p:spPr>
          <a:xfrm>
            <a:off x="29563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4" name=""/>
          <p:cNvSpPr/>
          <p:nvPr/>
        </p:nvSpPr>
        <p:spPr>
          <a:xfrm>
            <a:off x="296136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5" name=""/>
          <p:cNvSpPr/>
          <p:nvPr/>
        </p:nvSpPr>
        <p:spPr>
          <a:xfrm>
            <a:off x="29667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6" name=""/>
          <p:cNvSpPr/>
          <p:nvPr/>
        </p:nvSpPr>
        <p:spPr>
          <a:xfrm>
            <a:off x="297180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7" name=""/>
          <p:cNvSpPr/>
          <p:nvPr/>
        </p:nvSpPr>
        <p:spPr>
          <a:xfrm>
            <a:off x="29772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8" name=""/>
          <p:cNvSpPr/>
          <p:nvPr/>
        </p:nvSpPr>
        <p:spPr>
          <a:xfrm>
            <a:off x="298224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29876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0" name=""/>
          <p:cNvSpPr/>
          <p:nvPr/>
        </p:nvSpPr>
        <p:spPr>
          <a:xfrm>
            <a:off x="299268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1" name=""/>
          <p:cNvSpPr/>
          <p:nvPr/>
        </p:nvSpPr>
        <p:spPr>
          <a:xfrm>
            <a:off x="29980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300312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3" name=""/>
          <p:cNvSpPr/>
          <p:nvPr/>
        </p:nvSpPr>
        <p:spPr>
          <a:xfrm>
            <a:off x="30085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4" name=""/>
          <p:cNvSpPr/>
          <p:nvPr/>
        </p:nvSpPr>
        <p:spPr>
          <a:xfrm>
            <a:off x="30135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5" name=""/>
          <p:cNvSpPr/>
          <p:nvPr/>
        </p:nvSpPr>
        <p:spPr>
          <a:xfrm>
            <a:off x="30189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6" name=""/>
          <p:cNvSpPr/>
          <p:nvPr/>
        </p:nvSpPr>
        <p:spPr>
          <a:xfrm>
            <a:off x="30240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7" name=""/>
          <p:cNvSpPr/>
          <p:nvPr/>
        </p:nvSpPr>
        <p:spPr>
          <a:xfrm>
            <a:off x="302904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8" name=""/>
          <p:cNvSpPr/>
          <p:nvPr/>
        </p:nvSpPr>
        <p:spPr>
          <a:xfrm>
            <a:off x="30344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9" name=""/>
          <p:cNvSpPr/>
          <p:nvPr/>
        </p:nvSpPr>
        <p:spPr>
          <a:xfrm>
            <a:off x="303948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0" name=""/>
          <p:cNvSpPr/>
          <p:nvPr/>
        </p:nvSpPr>
        <p:spPr>
          <a:xfrm>
            <a:off x="30448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1" name=""/>
          <p:cNvSpPr/>
          <p:nvPr/>
        </p:nvSpPr>
        <p:spPr>
          <a:xfrm>
            <a:off x="304992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6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2" name=""/>
          <p:cNvSpPr/>
          <p:nvPr/>
        </p:nvSpPr>
        <p:spPr>
          <a:xfrm>
            <a:off x="30553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3" name=""/>
          <p:cNvSpPr/>
          <p:nvPr/>
        </p:nvSpPr>
        <p:spPr>
          <a:xfrm>
            <a:off x="306036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4" name=""/>
          <p:cNvSpPr/>
          <p:nvPr/>
        </p:nvSpPr>
        <p:spPr>
          <a:xfrm>
            <a:off x="30657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5" name=""/>
          <p:cNvSpPr/>
          <p:nvPr/>
        </p:nvSpPr>
        <p:spPr>
          <a:xfrm>
            <a:off x="307080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6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6" name=""/>
          <p:cNvSpPr/>
          <p:nvPr/>
        </p:nvSpPr>
        <p:spPr>
          <a:xfrm>
            <a:off x="30762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308124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8" name=""/>
          <p:cNvSpPr/>
          <p:nvPr/>
        </p:nvSpPr>
        <p:spPr>
          <a:xfrm>
            <a:off x="30866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9" name=""/>
          <p:cNvSpPr/>
          <p:nvPr/>
        </p:nvSpPr>
        <p:spPr>
          <a:xfrm>
            <a:off x="309168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0" name=""/>
          <p:cNvSpPr/>
          <p:nvPr/>
        </p:nvSpPr>
        <p:spPr>
          <a:xfrm>
            <a:off x="30970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1" name=""/>
          <p:cNvSpPr/>
          <p:nvPr/>
        </p:nvSpPr>
        <p:spPr>
          <a:xfrm>
            <a:off x="31021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2" name=""/>
          <p:cNvSpPr/>
          <p:nvPr/>
        </p:nvSpPr>
        <p:spPr>
          <a:xfrm>
            <a:off x="31075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3" name=""/>
          <p:cNvSpPr/>
          <p:nvPr/>
        </p:nvSpPr>
        <p:spPr>
          <a:xfrm>
            <a:off x="31125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4" name=""/>
          <p:cNvSpPr/>
          <p:nvPr/>
        </p:nvSpPr>
        <p:spPr>
          <a:xfrm>
            <a:off x="311760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5" name=""/>
          <p:cNvSpPr/>
          <p:nvPr/>
        </p:nvSpPr>
        <p:spPr>
          <a:xfrm>
            <a:off x="31230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6" name=""/>
          <p:cNvSpPr/>
          <p:nvPr/>
        </p:nvSpPr>
        <p:spPr>
          <a:xfrm>
            <a:off x="312804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7" name=""/>
          <p:cNvSpPr/>
          <p:nvPr/>
        </p:nvSpPr>
        <p:spPr>
          <a:xfrm>
            <a:off x="31334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8" name=""/>
          <p:cNvSpPr/>
          <p:nvPr/>
        </p:nvSpPr>
        <p:spPr>
          <a:xfrm>
            <a:off x="313848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9" name=""/>
          <p:cNvSpPr/>
          <p:nvPr/>
        </p:nvSpPr>
        <p:spPr>
          <a:xfrm>
            <a:off x="31438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0" name=""/>
          <p:cNvSpPr/>
          <p:nvPr/>
        </p:nvSpPr>
        <p:spPr>
          <a:xfrm>
            <a:off x="3148920" y="4466880"/>
            <a:ext cx="29880" cy="19440"/>
          </a:xfrm>
          <a:custGeom>
            <a:avLst/>
            <a:gdLst/>
            <a:ahLst/>
            <a:rect l="0" t="0" r="r" b="b"/>
            <a:pathLst>
              <a:path w="83" h="54">
                <a:moveTo>
                  <a:pt x="54" y="0"/>
                </a:moveTo>
                <a:lnTo>
                  <a:pt x="0" y="54"/>
                </a:lnTo>
                <a:lnTo>
                  <a:pt x="29" y="54"/>
                </a:lnTo>
                <a:lnTo>
                  <a:pt x="83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1" name=""/>
          <p:cNvSpPr/>
          <p:nvPr/>
        </p:nvSpPr>
        <p:spPr>
          <a:xfrm>
            <a:off x="31593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2" name=""/>
          <p:cNvSpPr/>
          <p:nvPr/>
        </p:nvSpPr>
        <p:spPr>
          <a:xfrm>
            <a:off x="316188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9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3" name=""/>
          <p:cNvSpPr/>
          <p:nvPr/>
        </p:nvSpPr>
        <p:spPr>
          <a:xfrm>
            <a:off x="3164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4" name=""/>
          <p:cNvSpPr/>
          <p:nvPr/>
        </p:nvSpPr>
        <p:spPr>
          <a:xfrm>
            <a:off x="31672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5" name=""/>
          <p:cNvSpPr/>
          <p:nvPr/>
        </p:nvSpPr>
        <p:spPr>
          <a:xfrm>
            <a:off x="31698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6" name=""/>
          <p:cNvSpPr/>
          <p:nvPr/>
        </p:nvSpPr>
        <p:spPr>
          <a:xfrm>
            <a:off x="317232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7" name=""/>
          <p:cNvSpPr/>
          <p:nvPr/>
        </p:nvSpPr>
        <p:spPr>
          <a:xfrm>
            <a:off x="3175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8" name=""/>
          <p:cNvSpPr/>
          <p:nvPr/>
        </p:nvSpPr>
        <p:spPr>
          <a:xfrm>
            <a:off x="3177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9" name=""/>
          <p:cNvSpPr/>
          <p:nvPr/>
        </p:nvSpPr>
        <p:spPr>
          <a:xfrm>
            <a:off x="31802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0" name=""/>
          <p:cNvSpPr/>
          <p:nvPr/>
        </p:nvSpPr>
        <p:spPr>
          <a:xfrm>
            <a:off x="3182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1" name=""/>
          <p:cNvSpPr/>
          <p:nvPr/>
        </p:nvSpPr>
        <p:spPr>
          <a:xfrm>
            <a:off x="31856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2" name=""/>
          <p:cNvSpPr/>
          <p:nvPr/>
        </p:nvSpPr>
        <p:spPr>
          <a:xfrm>
            <a:off x="31881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3" name=""/>
          <p:cNvSpPr/>
          <p:nvPr/>
        </p:nvSpPr>
        <p:spPr>
          <a:xfrm>
            <a:off x="31906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4" name=""/>
          <p:cNvSpPr/>
          <p:nvPr/>
        </p:nvSpPr>
        <p:spPr>
          <a:xfrm>
            <a:off x="3193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5" name=""/>
          <p:cNvSpPr/>
          <p:nvPr/>
        </p:nvSpPr>
        <p:spPr>
          <a:xfrm>
            <a:off x="31960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6" name=""/>
          <p:cNvSpPr/>
          <p:nvPr/>
        </p:nvSpPr>
        <p:spPr>
          <a:xfrm>
            <a:off x="3198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7" name=""/>
          <p:cNvSpPr/>
          <p:nvPr/>
        </p:nvSpPr>
        <p:spPr>
          <a:xfrm>
            <a:off x="32011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8" name=""/>
          <p:cNvSpPr/>
          <p:nvPr/>
        </p:nvSpPr>
        <p:spPr>
          <a:xfrm>
            <a:off x="32036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9" name=""/>
          <p:cNvSpPr/>
          <p:nvPr/>
        </p:nvSpPr>
        <p:spPr>
          <a:xfrm>
            <a:off x="320616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9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0" name=""/>
          <p:cNvSpPr/>
          <p:nvPr/>
        </p:nvSpPr>
        <p:spPr>
          <a:xfrm>
            <a:off x="3209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1" name=""/>
          <p:cNvSpPr/>
          <p:nvPr/>
        </p:nvSpPr>
        <p:spPr>
          <a:xfrm>
            <a:off x="32115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2" name=""/>
          <p:cNvSpPr/>
          <p:nvPr/>
        </p:nvSpPr>
        <p:spPr>
          <a:xfrm>
            <a:off x="32140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3" name=""/>
          <p:cNvSpPr/>
          <p:nvPr/>
        </p:nvSpPr>
        <p:spPr>
          <a:xfrm>
            <a:off x="321660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4" name=""/>
          <p:cNvSpPr/>
          <p:nvPr/>
        </p:nvSpPr>
        <p:spPr>
          <a:xfrm>
            <a:off x="32194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5" name=""/>
          <p:cNvSpPr/>
          <p:nvPr/>
        </p:nvSpPr>
        <p:spPr>
          <a:xfrm>
            <a:off x="32220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6" name=""/>
          <p:cNvSpPr/>
          <p:nvPr/>
        </p:nvSpPr>
        <p:spPr>
          <a:xfrm>
            <a:off x="32245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7" name=""/>
          <p:cNvSpPr/>
          <p:nvPr/>
        </p:nvSpPr>
        <p:spPr>
          <a:xfrm>
            <a:off x="3227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9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8" name=""/>
          <p:cNvSpPr/>
          <p:nvPr/>
        </p:nvSpPr>
        <p:spPr>
          <a:xfrm>
            <a:off x="32299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2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2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9" name=""/>
          <p:cNvSpPr/>
          <p:nvPr/>
        </p:nvSpPr>
        <p:spPr>
          <a:xfrm>
            <a:off x="32324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0" name=""/>
          <p:cNvSpPr/>
          <p:nvPr/>
        </p:nvSpPr>
        <p:spPr>
          <a:xfrm>
            <a:off x="32349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1" name=""/>
          <p:cNvSpPr/>
          <p:nvPr/>
        </p:nvSpPr>
        <p:spPr>
          <a:xfrm>
            <a:off x="32374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2" name=""/>
          <p:cNvSpPr/>
          <p:nvPr/>
        </p:nvSpPr>
        <p:spPr>
          <a:xfrm>
            <a:off x="32403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3" name=""/>
          <p:cNvSpPr/>
          <p:nvPr/>
        </p:nvSpPr>
        <p:spPr>
          <a:xfrm>
            <a:off x="32428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4" name=""/>
          <p:cNvSpPr/>
          <p:nvPr/>
        </p:nvSpPr>
        <p:spPr>
          <a:xfrm>
            <a:off x="32454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5" name=""/>
          <p:cNvSpPr/>
          <p:nvPr/>
        </p:nvSpPr>
        <p:spPr>
          <a:xfrm>
            <a:off x="32479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6" name=""/>
          <p:cNvSpPr/>
          <p:nvPr/>
        </p:nvSpPr>
        <p:spPr>
          <a:xfrm>
            <a:off x="3250440" y="4466880"/>
            <a:ext cx="22680" cy="19440"/>
          </a:xfrm>
          <a:custGeom>
            <a:avLst/>
            <a:gdLst/>
            <a:ahLst/>
            <a:rect l="0" t="0" r="r" b="b"/>
            <a:pathLst>
              <a:path w="63" h="54">
                <a:moveTo>
                  <a:pt x="54" y="0"/>
                </a:moveTo>
                <a:lnTo>
                  <a:pt x="0" y="54"/>
                </a:lnTo>
                <a:lnTo>
                  <a:pt x="9" y="54"/>
                </a:lnTo>
                <a:lnTo>
                  <a:pt x="63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7" name=""/>
          <p:cNvSpPr/>
          <p:nvPr/>
        </p:nvSpPr>
        <p:spPr>
          <a:xfrm>
            <a:off x="3253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8" name=""/>
          <p:cNvSpPr/>
          <p:nvPr/>
        </p:nvSpPr>
        <p:spPr>
          <a:xfrm>
            <a:off x="32558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9" name=""/>
          <p:cNvSpPr/>
          <p:nvPr/>
        </p:nvSpPr>
        <p:spPr>
          <a:xfrm>
            <a:off x="32583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0" name=""/>
          <p:cNvSpPr/>
          <p:nvPr/>
        </p:nvSpPr>
        <p:spPr>
          <a:xfrm>
            <a:off x="326088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1" name=""/>
          <p:cNvSpPr/>
          <p:nvPr/>
        </p:nvSpPr>
        <p:spPr>
          <a:xfrm>
            <a:off x="3263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2" name=""/>
          <p:cNvSpPr/>
          <p:nvPr/>
        </p:nvSpPr>
        <p:spPr>
          <a:xfrm>
            <a:off x="32662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3" name=""/>
          <p:cNvSpPr/>
          <p:nvPr/>
        </p:nvSpPr>
        <p:spPr>
          <a:xfrm>
            <a:off x="32688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4" name=""/>
          <p:cNvSpPr/>
          <p:nvPr/>
        </p:nvSpPr>
        <p:spPr>
          <a:xfrm>
            <a:off x="3271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9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5" name=""/>
          <p:cNvSpPr/>
          <p:nvPr/>
        </p:nvSpPr>
        <p:spPr>
          <a:xfrm>
            <a:off x="3274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2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2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6" name=""/>
          <p:cNvSpPr/>
          <p:nvPr/>
        </p:nvSpPr>
        <p:spPr>
          <a:xfrm>
            <a:off x="3276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7" name=""/>
          <p:cNvSpPr/>
          <p:nvPr/>
        </p:nvSpPr>
        <p:spPr>
          <a:xfrm>
            <a:off x="32792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8" name=""/>
          <p:cNvSpPr/>
          <p:nvPr/>
        </p:nvSpPr>
        <p:spPr>
          <a:xfrm>
            <a:off x="3281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9" name=""/>
          <p:cNvSpPr/>
          <p:nvPr/>
        </p:nvSpPr>
        <p:spPr>
          <a:xfrm>
            <a:off x="328428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0" name=""/>
          <p:cNvSpPr/>
          <p:nvPr/>
        </p:nvSpPr>
        <p:spPr>
          <a:xfrm>
            <a:off x="32871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1" name=""/>
          <p:cNvSpPr/>
          <p:nvPr/>
        </p:nvSpPr>
        <p:spPr>
          <a:xfrm>
            <a:off x="32896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2" name=""/>
          <p:cNvSpPr/>
          <p:nvPr/>
        </p:nvSpPr>
        <p:spPr>
          <a:xfrm>
            <a:off x="3292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3" name=""/>
          <p:cNvSpPr/>
          <p:nvPr/>
        </p:nvSpPr>
        <p:spPr>
          <a:xfrm>
            <a:off x="329472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3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4" name=""/>
          <p:cNvSpPr/>
          <p:nvPr/>
        </p:nvSpPr>
        <p:spPr>
          <a:xfrm>
            <a:off x="3297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5" name=""/>
          <p:cNvSpPr/>
          <p:nvPr/>
        </p:nvSpPr>
        <p:spPr>
          <a:xfrm>
            <a:off x="33001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6" name=""/>
          <p:cNvSpPr/>
          <p:nvPr/>
        </p:nvSpPr>
        <p:spPr>
          <a:xfrm>
            <a:off x="33026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7" name=""/>
          <p:cNvSpPr/>
          <p:nvPr/>
        </p:nvSpPr>
        <p:spPr>
          <a:xfrm>
            <a:off x="330516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8" name=""/>
          <p:cNvSpPr/>
          <p:nvPr/>
        </p:nvSpPr>
        <p:spPr>
          <a:xfrm>
            <a:off x="3308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9" name=""/>
          <p:cNvSpPr/>
          <p:nvPr/>
        </p:nvSpPr>
        <p:spPr>
          <a:xfrm>
            <a:off x="33105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0" name=""/>
          <p:cNvSpPr/>
          <p:nvPr/>
        </p:nvSpPr>
        <p:spPr>
          <a:xfrm>
            <a:off x="33130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1" name=""/>
          <p:cNvSpPr/>
          <p:nvPr/>
        </p:nvSpPr>
        <p:spPr>
          <a:xfrm>
            <a:off x="3315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2" name=""/>
          <p:cNvSpPr/>
          <p:nvPr/>
        </p:nvSpPr>
        <p:spPr>
          <a:xfrm>
            <a:off x="33184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3" name=""/>
          <p:cNvSpPr/>
          <p:nvPr/>
        </p:nvSpPr>
        <p:spPr>
          <a:xfrm>
            <a:off x="33210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4" name=""/>
          <p:cNvSpPr/>
          <p:nvPr/>
        </p:nvSpPr>
        <p:spPr>
          <a:xfrm>
            <a:off x="33235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5" name=""/>
          <p:cNvSpPr/>
          <p:nvPr/>
        </p:nvSpPr>
        <p:spPr>
          <a:xfrm>
            <a:off x="3326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6" name=""/>
          <p:cNvSpPr/>
          <p:nvPr/>
        </p:nvSpPr>
        <p:spPr>
          <a:xfrm>
            <a:off x="332856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7" name=""/>
          <p:cNvSpPr/>
          <p:nvPr/>
        </p:nvSpPr>
        <p:spPr>
          <a:xfrm>
            <a:off x="33314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8" name=""/>
          <p:cNvSpPr/>
          <p:nvPr/>
        </p:nvSpPr>
        <p:spPr>
          <a:xfrm>
            <a:off x="33339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9" name=""/>
          <p:cNvSpPr/>
          <p:nvPr/>
        </p:nvSpPr>
        <p:spPr>
          <a:xfrm>
            <a:off x="33364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0" name=""/>
          <p:cNvSpPr/>
          <p:nvPr/>
        </p:nvSpPr>
        <p:spPr>
          <a:xfrm>
            <a:off x="333900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3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1" name=""/>
          <p:cNvSpPr/>
          <p:nvPr/>
        </p:nvSpPr>
        <p:spPr>
          <a:xfrm>
            <a:off x="33418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2" name=""/>
          <p:cNvSpPr/>
          <p:nvPr/>
        </p:nvSpPr>
        <p:spPr>
          <a:xfrm>
            <a:off x="33444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3" name=""/>
          <p:cNvSpPr/>
          <p:nvPr/>
        </p:nvSpPr>
        <p:spPr>
          <a:xfrm>
            <a:off x="33469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4" name=""/>
          <p:cNvSpPr/>
          <p:nvPr/>
        </p:nvSpPr>
        <p:spPr>
          <a:xfrm>
            <a:off x="334944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5" name=""/>
          <p:cNvSpPr/>
          <p:nvPr/>
        </p:nvSpPr>
        <p:spPr>
          <a:xfrm>
            <a:off x="3352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6" name=""/>
          <p:cNvSpPr/>
          <p:nvPr/>
        </p:nvSpPr>
        <p:spPr>
          <a:xfrm>
            <a:off x="33548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7" name=""/>
          <p:cNvSpPr/>
          <p:nvPr/>
        </p:nvSpPr>
        <p:spPr>
          <a:xfrm>
            <a:off x="33573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8" name=""/>
          <p:cNvSpPr/>
          <p:nvPr/>
        </p:nvSpPr>
        <p:spPr>
          <a:xfrm>
            <a:off x="33598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9" name=""/>
          <p:cNvSpPr/>
          <p:nvPr/>
        </p:nvSpPr>
        <p:spPr>
          <a:xfrm>
            <a:off x="3362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0" name=""/>
          <p:cNvSpPr/>
          <p:nvPr/>
        </p:nvSpPr>
        <p:spPr>
          <a:xfrm>
            <a:off x="33652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1" name=""/>
          <p:cNvSpPr/>
          <p:nvPr/>
        </p:nvSpPr>
        <p:spPr>
          <a:xfrm>
            <a:off x="33678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2" name=""/>
          <p:cNvSpPr/>
          <p:nvPr/>
        </p:nvSpPr>
        <p:spPr>
          <a:xfrm>
            <a:off x="3370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3" name=""/>
          <p:cNvSpPr/>
          <p:nvPr/>
        </p:nvSpPr>
        <p:spPr>
          <a:xfrm>
            <a:off x="337284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4" name=""/>
          <p:cNvSpPr/>
          <p:nvPr/>
        </p:nvSpPr>
        <p:spPr>
          <a:xfrm>
            <a:off x="3375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5" name=""/>
          <p:cNvSpPr/>
          <p:nvPr/>
        </p:nvSpPr>
        <p:spPr>
          <a:xfrm>
            <a:off x="33782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6" name=""/>
          <p:cNvSpPr/>
          <p:nvPr/>
        </p:nvSpPr>
        <p:spPr>
          <a:xfrm>
            <a:off x="3380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7" name=""/>
          <p:cNvSpPr/>
          <p:nvPr/>
        </p:nvSpPr>
        <p:spPr>
          <a:xfrm>
            <a:off x="338328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8" name=""/>
          <p:cNvSpPr/>
          <p:nvPr/>
        </p:nvSpPr>
        <p:spPr>
          <a:xfrm>
            <a:off x="33861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9" name=""/>
          <p:cNvSpPr/>
          <p:nvPr/>
        </p:nvSpPr>
        <p:spPr>
          <a:xfrm>
            <a:off x="33886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0" name=""/>
          <p:cNvSpPr/>
          <p:nvPr/>
        </p:nvSpPr>
        <p:spPr>
          <a:xfrm>
            <a:off x="3391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1" name=""/>
          <p:cNvSpPr/>
          <p:nvPr/>
        </p:nvSpPr>
        <p:spPr>
          <a:xfrm>
            <a:off x="3393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2" name=""/>
          <p:cNvSpPr/>
          <p:nvPr/>
        </p:nvSpPr>
        <p:spPr>
          <a:xfrm>
            <a:off x="3396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3" name=""/>
          <p:cNvSpPr/>
          <p:nvPr/>
        </p:nvSpPr>
        <p:spPr>
          <a:xfrm>
            <a:off x="33991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4" name=""/>
          <p:cNvSpPr/>
          <p:nvPr/>
        </p:nvSpPr>
        <p:spPr>
          <a:xfrm>
            <a:off x="34016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5" name=""/>
          <p:cNvSpPr/>
          <p:nvPr/>
        </p:nvSpPr>
        <p:spPr>
          <a:xfrm>
            <a:off x="34041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6" name=""/>
          <p:cNvSpPr/>
          <p:nvPr/>
        </p:nvSpPr>
        <p:spPr>
          <a:xfrm>
            <a:off x="3407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7" name=""/>
          <p:cNvSpPr/>
          <p:nvPr/>
        </p:nvSpPr>
        <p:spPr>
          <a:xfrm>
            <a:off x="34095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8" name=""/>
          <p:cNvSpPr/>
          <p:nvPr/>
        </p:nvSpPr>
        <p:spPr>
          <a:xfrm>
            <a:off x="34120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9" name=""/>
          <p:cNvSpPr/>
          <p:nvPr/>
        </p:nvSpPr>
        <p:spPr>
          <a:xfrm>
            <a:off x="3414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0" name=""/>
          <p:cNvSpPr/>
          <p:nvPr/>
        </p:nvSpPr>
        <p:spPr>
          <a:xfrm>
            <a:off x="341712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1" name=""/>
          <p:cNvSpPr/>
          <p:nvPr/>
        </p:nvSpPr>
        <p:spPr>
          <a:xfrm>
            <a:off x="34200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2" name=""/>
          <p:cNvSpPr/>
          <p:nvPr/>
        </p:nvSpPr>
        <p:spPr>
          <a:xfrm>
            <a:off x="34225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3" name=""/>
          <p:cNvSpPr/>
          <p:nvPr/>
        </p:nvSpPr>
        <p:spPr>
          <a:xfrm>
            <a:off x="3425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4" name=""/>
          <p:cNvSpPr/>
          <p:nvPr/>
        </p:nvSpPr>
        <p:spPr>
          <a:xfrm>
            <a:off x="342756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5" name=""/>
          <p:cNvSpPr/>
          <p:nvPr/>
        </p:nvSpPr>
        <p:spPr>
          <a:xfrm>
            <a:off x="34304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6" name=""/>
          <p:cNvSpPr/>
          <p:nvPr/>
        </p:nvSpPr>
        <p:spPr>
          <a:xfrm>
            <a:off x="34329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7" name=""/>
          <p:cNvSpPr/>
          <p:nvPr/>
        </p:nvSpPr>
        <p:spPr>
          <a:xfrm>
            <a:off x="34354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8" name=""/>
          <p:cNvSpPr/>
          <p:nvPr/>
        </p:nvSpPr>
        <p:spPr>
          <a:xfrm>
            <a:off x="34380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9" name=""/>
          <p:cNvSpPr/>
          <p:nvPr/>
        </p:nvSpPr>
        <p:spPr>
          <a:xfrm>
            <a:off x="34408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0" name=""/>
          <p:cNvSpPr/>
          <p:nvPr/>
        </p:nvSpPr>
        <p:spPr>
          <a:xfrm>
            <a:off x="34434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1" name=""/>
          <p:cNvSpPr/>
          <p:nvPr/>
        </p:nvSpPr>
        <p:spPr>
          <a:xfrm>
            <a:off x="34459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2" name=""/>
          <p:cNvSpPr/>
          <p:nvPr/>
        </p:nvSpPr>
        <p:spPr>
          <a:xfrm>
            <a:off x="34484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3" name=""/>
          <p:cNvSpPr/>
          <p:nvPr/>
        </p:nvSpPr>
        <p:spPr>
          <a:xfrm>
            <a:off x="3451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4" name=""/>
          <p:cNvSpPr/>
          <p:nvPr/>
        </p:nvSpPr>
        <p:spPr>
          <a:xfrm>
            <a:off x="34538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5" name=""/>
          <p:cNvSpPr/>
          <p:nvPr/>
        </p:nvSpPr>
        <p:spPr>
          <a:xfrm>
            <a:off x="34563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6" name=""/>
          <p:cNvSpPr/>
          <p:nvPr/>
        </p:nvSpPr>
        <p:spPr>
          <a:xfrm>
            <a:off x="34588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7" name=""/>
          <p:cNvSpPr/>
          <p:nvPr/>
        </p:nvSpPr>
        <p:spPr>
          <a:xfrm>
            <a:off x="346140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8" name=""/>
          <p:cNvSpPr/>
          <p:nvPr/>
        </p:nvSpPr>
        <p:spPr>
          <a:xfrm>
            <a:off x="34642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9" name=""/>
          <p:cNvSpPr/>
          <p:nvPr/>
        </p:nvSpPr>
        <p:spPr>
          <a:xfrm>
            <a:off x="34668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0" name=""/>
          <p:cNvSpPr/>
          <p:nvPr/>
        </p:nvSpPr>
        <p:spPr>
          <a:xfrm>
            <a:off x="3469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1" name=""/>
          <p:cNvSpPr/>
          <p:nvPr/>
        </p:nvSpPr>
        <p:spPr>
          <a:xfrm>
            <a:off x="347184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2" name=""/>
          <p:cNvSpPr/>
          <p:nvPr/>
        </p:nvSpPr>
        <p:spPr>
          <a:xfrm>
            <a:off x="3474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3" name=""/>
          <p:cNvSpPr/>
          <p:nvPr/>
        </p:nvSpPr>
        <p:spPr>
          <a:xfrm>
            <a:off x="34772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4" name=""/>
          <p:cNvSpPr/>
          <p:nvPr/>
        </p:nvSpPr>
        <p:spPr>
          <a:xfrm>
            <a:off x="3479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5" name=""/>
          <p:cNvSpPr/>
          <p:nvPr/>
        </p:nvSpPr>
        <p:spPr>
          <a:xfrm>
            <a:off x="34822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6" name=""/>
          <p:cNvSpPr/>
          <p:nvPr/>
        </p:nvSpPr>
        <p:spPr>
          <a:xfrm>
            <a:off x="34851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7" name=""/>
          <p:cNvSpPr/>
          <p:nvPr/>
        </p:nvSpPr>
        <p:spPr>
          <a:xfrm>
            <a:off x="34876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8" name=""/>
          <p:cNvSpPr/>
          <p:nvPr/>
        </p:nvSpPr>
        <p:spPr>
          <a:xfrm>
            <a:off x="3490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9" name=""/>
          <p:cNvSpPr/>
          <p:nvPr/>
        </p:nvSpPr>
        <p:spPr>
          <a:xfrm>
            <a:off x="3492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0" name=""/>
          <p:cNvSpPr/>
          <p:nvPr/>
        </p:nvSpPr>
        <p:spPr>
          <a:xfrm>
            <a:off x="3495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1" name=""/>
          <p:cNvSpPr/>
          <p:nvPr/>
        </p:nvSpPr>
        <p:spPr>
          <a:xfrm>
            <a:off x="34981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2" name=""/>
          <p:cNvSpPr/>
          <p:nvPr/>
        </p:nvSpPr>
        <p:spPr>
          <a:xfrm>
            <a:off x="35006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3" name=""/>
          <p:cNvSpPr/>
          <p:nvPr/>
        </p:nvSpPr>
        <p:spPr>
          <a:xfrm>
            <a:off x="3503160" y="44668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3"/>
                </a:lnTo>
                <a:lnTo>
                  <a:pt x="54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4" name=""/>
          <p:cNvSpPr/>
          <p:nvPr/>
        </p:nvSpPr>
        <p:spPr>
          <a:xfrm>
            <a:off x="3505680" y="4467960"/>
            <a:ext cx="18720" cy="18360"/>
          </a:xfrm>
          <a:custGeom>
            <a:avLst/>
            <a:gdLst/>
            <a:ahLst/>
            <a:rect l="0" t="0" r="r" b="b"/>
            <a:pathLst>
              <a:path w="52" h="51">
                <a:moveTo>
                  <a:pt x="52" y="0"/>
                </a:moveTo>
                <a:lnTo>
                  <a:pt x="0" y="51"/>
                </a:lnTo>
                <a:lnTo>
                  <a:pt x="8" y="51"/>
                </a:lnTo>
                <a:lnTo>
                  <a:pt x="52" y="7"/>
                </a:lnTo>
                <a:lnTo>
                  <a:pt x="52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5" name=""/>
          <p:cNvSpPr/>
          <p:nvPr/>
        </p:nvSpPr>
        <p:spPr>
          <a:xfrm>
            <a:off x="3508560" y="447048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0"/>
                </a:moveTo>
                <a:lnTo>
                  <a:pt x="0" y="44"/>
                </a:lnTo>
                <a:lnTo>
                  <a:pt x="7" y="44"/>
                </a:lnTo>
                <a:lnTo>
                  <a:pt x="44" y="7"/>
                </a:lnTo>
                <a:lnTo>
                  <a:pt x="44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6" name=""/>
          <p:cNvSpPr/>
          <p:nvPr/>
        </p:nvSpPr>
        <p:spPr>
          <a:xfrm>
            <a:off x="3511080" y="4473000"/>
            <a:ext cx="13320" cy="13320"/>
          </a:xfrm>
          <a:custGeom>
            <a:avLst/>
            <a:gdLst/>
            <a:ahLst/>
            <a:rect l="0" t="0" r="r" b="b"/>
            <a:pathLst>
              <a:path w="37" h="37">
                <a:moveTo>
                  <a:pt x="37" y="0"/>
                </a:moveTo>
                <a:lnTo>
                  <a:pt x="0" y="37"/>
                </a:lnTo>
                <a:lnTo>
                  <a:pt x="7" y="37"/>
                </a:lnTo>
                <a:lnTo>
                  <a:pt x="37" y="7"/>
                </a:lnTo>
                <a:lnTo>
                  <a:pt x="37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7" name=""/>
          <p:cNvSpPr/>
          <p:nvPr/>
        </p:nvSpPr>
        <p:spPr>
          <a:xfrm>
            <a:off x="3513600" y="4475520"/>
            <a:ext cx="10800" cy="10800"/>
          </a:xfrm>
          <a:custGeom>
            <a:avLst/>
            <a:gdLst/>
            <a:ahLst/>
            <a:rect l="0" t="0" r="r" b="b"/>
            <a:pathLst>
              <a:path w="30" h="30">
                <a:moveTo>
                  <a:pt x="30" y="0"/>
                </a:moveTo>
                <a:lnTo>
                  <a:pt x="0" y="30"/>
                </a:lnTo>
                <a:lnTo>
                  <a:pt x="7" y="30"/>
                </a:lnTo>
                <a:lnTo>
                  <a:pt x="30" y="8"/>
                </a:lnTo>
                <a:lnTo>
                  <a:pt x="30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8" name=""/>
          <p:cNvSpPr/>
          <p:nvPr/>
        </p:nvSpPr>
        <p:spPr>
          <a:xfrm>
            <a:off x="3516120" y="4478400"/>
            <a:ext cx="8280" cy="7920"/>
          </a:xfrm>
          <a:custGeom>
            <a:avLst/>
            <a:gdLst/>
            <a:ahLst/>
            <a:rect l="0" t="0" r="r" b="b"/>
            <a:pathLst>
              <a:path w="23" h="22">
                <a:moveTo>
                  <a:pt x="23" y="0"/>
                </a:moveTo>
                <a:lnTo>
                  <a:pt x="0" y="22"/>
                </a:lnTo>
                <a:lnTo>
                  <a:pt x="8" y="22"/>
                </a:lnTo>
                <a:lnTo>
                  <a:pt x="23" y="8"/>
                </a:lnTo>
                <a:lnTo>
                  <a:pt x="23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9" name=""/>
          <p:cNvSpPr/>
          <p:nvPr/>
        </p:nvSpPr>
        <p:spPr>
          <a:xfrm>
            <a:off x="3519000" y="4480920"/>
            <a:ext cx="5400" cy="5400"/>
          </a:xfrm>
          <a:custGeom>
            <a:avLst/>
            <a:gdLst/>
            <a:ahLst/>
            <a:rect l="0" t="0" r="r" b="b"/>
            <a:pathLst>
              <a:path w="15" h="15">
                <a:moveTo>
                  <a:pt x="15" y="0"/>
                </a:moveTo>
                <a:lnTo>
                  <a:pt x="0" y="15"/>
                </a:lnTo>
                <a:lnTo>
                  <a:pt x="8" y="15"/>
                </a:lnTo>
                <a:lnTo>
                  <a:pt x="15" y="8"/>
                </a:lnTo>
                <a:lnTo>
                  <a:pt x="15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0" name=""/>
          <p:cNvSpPr/>
          <p:nvPr/>
        </p:nvSpPr>
        <p:spPr>
          <a:xfrm>
            <a:off x="3521520" y="4483440"/>
            <a:ext cx="2880" cy="2880"/>
          </a:xfrm>
          <a:custGeom>
            <a:avLst/>
            <a:gdLst/>
            <a:ahLst/>
            <a:rect l="0" t="0" r="r" b="b"/>
            <a:pathLst>
              <a:path w="8" h="8">
                <a:moveTo>
                  <a:pt x="8" y="0"/>
                </a:moveTo>
                <a:lnTo>
                  <a:pt x="0" y="8"/>
                </a:lnTo>
                <a:lnTo>
                  <a:pt x="8" y="8"/>
                </a:lnTo>
                <a:lnTo>
                  <a:pt x="8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2880000" y="3657240"/>
            <a:ext cx="2100960" cy="574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3400" spc="-1" strike="noStrike">
                <a:solidFill>
                  <a:srgbClr val="6a26d8"/>
                </a:solidFill>
                <a:latin typeface="PlayfairDisplay-Medium"/>
                <a:ea typeface="PlayfairDisplay-Medium"/>
              </a:rPr>
              <a:t>Agreement.</a:t>
            </a:r>
            <a:endParaRPr b="0" lang="en-US" sz="3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2880000" y="4776120"/>
            <a:ext cx="293580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6b6878"/>
                </a:solidFill>
                <a:latin typeface="Inter"/>
                <a:ea typeface="Inter"/>
              </a:rPr>
              <a:t>This agreement sets out the services, fees and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2880000" y="4995360"/>
            <a:ext cx="34617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6b6878"/>
                </a:solidFill>
                <a:latin typeface="Inter"/>
                <a:ea typeface="Inter"/>
              </a:rPr>
              <a:t>responsibilities for the development and deployment of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2880000" y="5214240"/>
            <a:ext cx="32223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6b6878"/>
                </a:solidFill>
                <a:latin typeface="Inter"/>
                <a:ea typeface="Inter"/>
              </a:rPr>
              <a:t>the GFXT website, and serves as a record for both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5" name=""/>
          <p:cNvSpPr/>
          <p:nvPr/>
        </p:nvSpPr>
        <p:spPr>
          <a:xfrm>
            <a:off x="2876400" y="8829360"/>
            <a:ext cx="4038840" cy="10080"/>
          </a:xfrm>
          <a:custGeom>
            <a:avLst/>
            <a:gdLst/>
            <a:ahLst/>
            <a:rect l="0" t="0" r="r" b="b"/>
            <a:pathLst>
              <a:path w="11219" h="28">
                <a:moveTo>
                  <a:pt x="0" y="0"/>
                </a:moveTo>
                <a:lnTo>
                  <a:pt x="11219" y="0"/>
                </a:lnTo>
                <a:lnTo>
                  <a:pt x="1121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2880000" y="5433480"/>
            <a:ext cx="21801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6b6878"/>
                </a:solidFill>
                <a:latin typeface="Inter"/>
                <a:ea typeface="Inter"/>
              </a:rPr>
              <a:t>parties, including for tax purposes.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2880000" y="9069840"/>
            <a:ext cx="56772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80" spc="-1" strike="noStrike">
                <a:solidFill>
                  <a:srgbClr val="6b6878"/>
                </a:solidFill>
                <a:latin typeface="Inter"/>
                <a:ea typeface="Inter"/>
              </a:rPr>
              <a:t>B E T W E E N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2880000" y="9208080"/>
            <a:ext cx="96552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OBD AI Solutions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5040000" y="9069840"/>
            <a:ext cx="23688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80" spc="-1" strike="noStrike">
                <a:solidFill>
                  <a:srgbClr val="6b6878"/>
                </a:solidFill>
                <a:latin typeface="Inter"/>
                <a:ea typeface="Inter"/>
              </a:rPr>
              <a:t>A N D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5040000" y="9208080"/>
            <a:ext cx="83880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GFXT, Lahore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2880000" y="9584280"/>
            <a:ext cx="69552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80" spc="-1" strike="noStrike">
                <a:solidFill>
                  <a:srgbClr val="6b6878"/>
                </a:solidFill>
                <a:latin typeface="Inter"/>
                <a:ea typeface="Inter"/>
              </a:rPr>
              <a:t>R E F E R E N C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2880000" y="9722520"/>
            <a:ext cx="98676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OBDGFXT2026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5040000" y="9584280"/>
            <a:ext cx="27972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80" spc="-1" strike="noStrike">
                <a:solidFill>
                  <a:srgbClr val="6b6878"/>
                </a:solidFill>
                <a:latin typeface="Inter"/>
                <a:ea typeface="Inter"/>
              </a:rPr>
              <a:t>D AT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5040000" y="9722520"/>
            <a:ext cx="113616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25 September 2026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5" name=""/>
          <p:cNvSpPr txBox="1"/>
          <p:nvPr/>
        </p:nvSpPr>
        <p:spPr>
          <a:xfrm rot="16200000">
            <a:off x="393840" y="9646560"/>
            <a:ext cx="38160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S E R V I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6" name=""/>
          <p:cNvSpPr txBox="1"/>
          <p:nvPr/>
        </p:nvSpPr>
        <p:spPr>
          <a:xfrm rot="16200000">
            <a:off x="479880" y="9272880"/>
            <a:ext cx="20952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C E  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747" name="" descr=""/>
          <p:cNvPicPr/>
          <p:nvPr/>
        </p:nvPicPr>
        <p:blipFill>
          <a:blip r:embed="rId3"/>
          <a:stretch/>
        </p:blipFill>
        <p:spPr>
          <a:xfrm>
            <a:off x="504720" y="866880"/>
            <a:ext cx="514080" cy="504360"/>
          </a:xfrm>
          <a:prstGeom prst="rect">
            <a:avLst/>
          </a:prstGeom>
          <a:ln w="0">
            <a:noFill/>
          </a:ln>
        </p:spPr>
      </p:pic>
      <p:sp>
        <p:nvSpPr>
          <p:cNvPr id="748" name=""/>
          <p:cNvSpPr txBox="1"/>
          <p:nvPr/>
        </p:nvSpPr>
        <p:spPr>
          <a:xfrm rot="16200000">
            <a:off x="179640" y="8704440"/>
            <a:ext cx="81000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A G R E E M E N T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"/>
          <p:cNvSpPr/>
          <p:nvPr/>
        </p:nvSpPr>
        <p:spPr>
          <a:xfrm>
            <a:off x="647640" y="866520"/>
            <a:ext cx="6267600" cy="9106200"/>
          </a:xfrm>
          <a:custGeom>
            <a:avLst/>
            <a:gdLst/>
            <a:ahLst/>
            <a:rect l="0" t="0" r="r" b="b"/>
            <a:pathLst>
              <a:path w="17410" h="25295">
                <a:moveTo>
                  <a:pt x="0" y="0"/>
                </a:moveTo>
                <a:lnTo>
                  <a:pt x="17410" y="0"/>
                </a:lnTo>
                <a:lnTo>
                  <a:pt x="17410" y="25295"/>
                </a:lnTo>
                <a:lnTo>
                  <a:pt x="0" y="2529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647640" y="647280"/>
            <a:ext cx="129168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a26d8"/>
                </a:solidFill>
                <a:latin typeface="Inter"/>
                <a:ea typeface="Inter"/>
              </a:rPr>
              <a:t>SERVICE AGREEMENT · GFX-T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6038280" y="647280"/>
            <a:ext cx="9486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 B D - G F XT-2 0 2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2" name=""/>
          <p:cNvSpPr txBox="1"/>
          <p:nvPr/>
        </p:nvSpPr>
        <p:spPr>
          <a:xfrm>
            <a:off x="6351120" y="10286640"/>
            <a:ext cx="4838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Page 2 of 4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3" name=""/>
          <p:cNvSpPr/>
          <p:nvPr/>
        </p:nvSpPr>
        <p:spPr>
          <a:xfrm>
            <a:off x="647640" y="1114200"/>
            <a:ext cx="4320" cy="4320"/>
          </a:xfrm>
          <a:custGeom>
            <a:avLst/>
            <a:gdLst/>
            <a:ahLst/>
            <a:rect l="0" t="0" r="r" b="b"/>
            <a:pathLst>
              <a:path w="12" h="12">
                <a:moveTo>
                  <a:pt x="0" y="0"/>
                </a:moveTo>
                <a:lnTo>
                  <a:pt x="0" y="12"/>
                </a:lnTo>
                <a:lnTo>
                  <a:pt x="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54" name=""/>
          <p:cNvSpPr/>
          <p:nvPr/>
        </p:nvSpPr>
        <p:spPr>
          <a:xfrm>
            <a:off x="647640" y="1114200"/>
            <a:ext cx="8280" cy="8640"/>
          </a:xfrm>
          <a:custGeom>
            <a:avLst/>
            <a:gdLst/>
            <a:ahLst/>
            <a:rect l="0" t="0" r="r" b="b"/>
            <a:pathLst>
              <a:path w="23" h="24">
                <a:moveTo>
                  <a:pt x="11" y="0"/>
                </a:moveTo>
                <a:lnTo>
                  <a:pt x="0" y="11"/>
                </a:lnTo>
                <a:lnTo>
                  <a:pt x="0" y="24"/>
                </a:lnTo>
                <a:lnTo>
                  <a:pt x="23" y="0"/>
                </a:lnTo>
                <a:lnTo>
                  <a:pt x="11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55" name=""/>
          <p:cNvSpPr/>
          <p:nvPr/>
        </p:nvSpPr>
        <p:spPr>
          <a:xfrm>
            <a:off x="647640" y="111420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23" y="0"/>
                </a:moveTo>
                <a:lnTo>
                  <a:pt x="0" y="24"/>
                </a:lnTo>
                <a:lnTo>
                  <a:pt x="0" y="35"/>
                </a:lnTo>
                <a:lnTo>
                  <a:pt x="35" y="0"/>
                </a:lnTo>
                <a:lnTo>
                  <a:pt x="23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56" name=""/>
          <p:cNvSpPr/>
          <p:nvPr/>
        </p:nvSpPr>
        <p:spPr>
          <a:xfrm>
            <a:off x="647640" y="1114200"/>
            <a:ext cx="16560" cy="16920"/>
          </a:xfrm>
          <a:custGeom>
            <a:avLst/>
            <a:gdLst/>
            <a:ahLst/>
            <a:rect l="0" t="0" r="r" b="b"/>
            <a:pathLst>
              <a:path w="46" h="47">
                <a:moveTo>
                  <a:pt x="35" y="0"/>
                </a:moveTo>
                <a:lnTo>
                  <a:pt x="0" y="35"/>
                </a:lnTo>
                <a:lnTo>
                  <a:pt x="0" y="47"/>
                </a:lnTo>
                <a:lnTo>
                  <a:pt x="46" y="0"/>
                </a:lnTo>
                <a:lnTo>
                  <a:pt x="35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57" name=""/>
          <p:cNvSpPr/>
          <p:nvPr/>
        </p:nvSpPr>
        <p:spPr>
          <a:xfrm>
            <a:off x="647640" y="1114200"/>
            <a:ext cx="19440" cy="19440"/>
          </a:xfrm>
          <a:custGeom>
            <a:avLst/>
            <a:gdLst/>
            <a:ahLst/>
            <a:rect l="0" t="0" r="r" b="b"/>
            <a:pathLst>
              <a:path w="54" h="54">
                <a:moveTo>
                  <a:pt x="45" y="0"/>
                </a:moveTo>
                <a:lnTo>
                  <a:pt x="0" y="46"/>
                </a:lnTo>
                <a:lnTo>
                  <a:pt x="0" y="54"/>
                </a:lnTo>
                <a:lnTo>
                  <a:pt x="54" y="0"/>
                </a:lnTo>
                <a:lnTo>
                  <a:pt x="45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58" name=""/>
          <p:cNvSpPr/>
          <p:nvPr/>
        </p:nvSpPr>
        <p:spPr>
          <a:xfrm>
            <a:off x="647640" y="1114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4" y="54"/>
                </a:lnTo>
                <a:lnTo>
                  <a:pt x="5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59" name=""/>
          <p:cNvSpPr/>
          <p:nvPr/>
        </p:nvSpPr>
        <p:spPr>
          <a:xfrm>
            <a:off x="6490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0" name=""/>
          <p:cNvSpPr/>
          <p:nvPr/>
        </p:nvSpPr>
        <p:spPr>
          <a:xfrm>
            <a:off x="6530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1" name=""/>
          <p:cNvSpPr/>
          <p:nvPr/>
        </p:nvSpPr>
        <p:spPr>
          <a:xfrm>
            <a:off x="65700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2" name=""/>
          <p:cNvSpPr/>
          <p:nvPr/>
        </p:nvSpPr>
        <p:spPr>
          <a:xfrm>
            <a:off x="6613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3" name=""/>
          <p:cNvSpPr/>
          <p:nvPr/>
        </p:nvSpPr>
        <p:spPr>
          <a:xfrm>
            <a:off x="6652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4" name=""/>
          <p:cNvSpPr/>
          <p:nvPr/>
        </p:nvSpPr>
        <p:spPr>
          <a:xfrm>
            <a:off x="66924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5" name=""/>
          <p:cNvSpPr/>
          <p:nvPr/>
        </p:nvSpPr>
        <p:spPr>
          <a:xfrm>
            <a:off x="6735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6" name=""/>
          <p:cNvSpPr/>
          <p:nvPr/>
        </p:nvSpPr>
        <p:spPr>
          <a:xfrm>
            <a:off x="6775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7" name=""/>
          <p:cNvSpPr/>
          <p:nvPr/>
        </p:nvSpPr>
        <p:spPr>
          <a:xfrm>
            <a:off x="6818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2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2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8" name=""/>
          <p:cNvSpPr/>
          <p:nvPr/>
        </p:nvSpPr>
        <p:spPr>
          <a:xfrm>
            <a:off x="6858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9" name=""/>
          <p:cNvSpPr/>
          <p:nvPr/>
        </p:nvSpPr>
        <p:spPr>
          <a:xfrm>
            <a:off x="68976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0" name=""/>
          <p:cNvSpPr/>
          <p:nvPr/>
        </p:nvSpPr>
        <p:spPr>
          <a:xfrm>
            <a:off x="6940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1" name=""/>
          <p:cNvSpPr/>
          <p:nvPr/>
        </p:nvSpPr>
        <p:spPr>
          <a:xfrm>
            <a:off x="6980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2" name=""/>
          <p:cNvSpPr/>
          <p:nvPr/>
        </p:nvSpPr>
        <p:spPr>
          <a:xfrm>
            <a:off x="70200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3" name=""/>
          <p:cNvSpPr/>
          <p:nvPr/>
        </p:nvSpPr>
        <p:spPr>
          <a:xfrm>
            <a:off x="7063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4" name=""/>
          <p:cNvSpPr/>
          <p:nvPr/>
        </p:nvSpPr>
        <p:spPr>
          <a:xfrm>
            <a:off x="7102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5" name=""/>
          <p:cNvSpPr/>
          <p:nvPr/>
        </p:nvSpPr>
        <p:spPr>
          <a:xfrm>
            <a:off x="71424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6" name=""/>
          <p:cNvSpPr/>
          <p:nvPr/>
        </p:nvSpPr>
        <p:spPr>
          <a:xfrm>
            <a:off x="7185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7" name=""/>
          <p:cNvSpPr/>
          <p:nvPr/>
        </p:nvSpPr>
        <p:spPr>
          <a:xfrm>
            <a:off x="72252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8" name=""/>
          <p:cNvSpPr/>
          <p:nvPr/>
        </p:nvSpPr>
        <p:spPr>
          <a:xfrm>
            <a:off x="7268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9" name=""/>
          <p:cNvSpPr/>
          <p:nvPr/>
        </p:nvSpPr>
        <p:spPr>
          <a:xfrm>
            <a:off x="7308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0" name=""/>
          <p:cNvSpPr/>
          <p:nvPr/>
        </p:nvSpPr>
        <p:spPr>
          <a:xfrm>
            <a:off x="73476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1" name=""/>
          <p:cNvSpPr/>
          <p:nvPr/>
        </p:nvSpPr>
        <p:spPr>
          <a:xfrm>
            <a:off x="7390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2" name=""/>
          <p:cNvSpPr/>
          <p:nvPr/>
        </p:nvSpPr>
        <p:spPr>
          <a:xfrm>
            <a:off x="7430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3" name=""/>
          <p:cNvSpPr/>
          <p:nvPr/>
        </p:nvSpPr>
        <p:spPr>
          <a:xfrm>
            <a:off x="74700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4" name=""/>
          <p:cNvSpPr/>
          <p:nvPr/>
        </p:nvSpPr>
        <p:spPr>
          <a:xfrm>
            <a:off x="7513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5" name=""/>
          <p:cNvSpPr/>
          <p:nvPr/>
        </p:nvSpPr>
        <p:spPr>
          <a:xfrm>
            <a:off x="7552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6" name=""/>
          <p:cNvSpPr/>
          <p:nvPr/>
        </p:nvSpPr>
        <p:spPr>
          <a:xfrm>
            <a:off x="7596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7" name=""/>
          <p:cNvSpPr/>
          <p:nvPr/>
        </p:nvSpPr>
        <p:spPr>
          <a:xfrm>
            <a:off x="7635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8" name=""/>
          <p:cNvSpPr/>
          <p:nvPr/>
        </p:nvSpPr>
        <p:spPr>
          <a:xfrm>
            <a:off x="76752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9" name=""/>
          <p:cNvSpPr/>
          <p:nvPr/>
        </p:nvSpPr>
        <p:spPr>
          <a:xfrm>
            <a:off x="7718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0" name=""/>
          <p:cNvSpPr/>
          <p:nvPr/>
        </p:nvSpPr>
        <p:spPr>
          <a:xfrm>
            <a:off x="7758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1" name=""/>
          <p:cNvSpPr/>
          <p:nvPr/>
        </p:nvSpPr>
        <p:spPr>
          <a:xfrm>
            <a:off x="77976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2" name=""/>
          <p:cNvSpPr/>
          <p:nvPr/>
        </p:nvSpPr>
        <p:spPr>
          <a:xfrm>
            <a:off x="7840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3" name=""/>
          <p:cNvSpPr/>
          <p:nvPr/>
        </p:nvSpPr>
        <p:spPr>
          <a:xfrm>
            <a:off x="7880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4" name=""/>
          <p:cNvSpPr/>
          <p:nvPr/>
        </p:nvSpPr>
        <p:spPr>
          <a:xfrm>
            <a:off x="7923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5" name=""/>
          <p:cNvSpPr/>
          <p:nvPr/>
        </p:nvSpPr>
        <p:spPr>
          <a:xfrm>
            <a:off x="7963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6" name=""/>
          <p:cNvSpPr/>
          <p:nvPr/>
        </p:nvSpPr>
        <p:spPr>
          <a:xfrm>
            <a:off x="80028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7" name=""/>
          <p:cNvSpPr/>
          <p:nvPr/>
        </p:nvSpPr>
        <p:spPr>
          <a:xfrm>
            <a:off x="8046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8" name=""/>
          <p:cNvSpPr/>
          <p:nvPr/>
        </p:nvSpPr>
        <p:spPr>
          <a:xfrm>
            <a:off x="8085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9" name=""/>
          <p:cNvSpPr/>
          <p:nvPr/>
        </p:nvSpPr>
        <p:spPr>
          <a:xfrm>
            <a:off x="81252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0" name=""/>
          <p:cNvSpPr/>
          <p:nvPr/>
        </p:nvSpPr>
        <p:spPr>
          <a:xfrm>
            <a:off x="8168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1" name=""/>
          <p:cNvSpPr/>
          <p:nvPr/>
        </p:nvSpPr>
        <p:spPr>
          <a:xfrm>
            <a:off x="8208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2" name=""/>
          <p:cNvSpPr/>
          <p:nvPr/>
        </p:nvSpPr>
        <p:spPr>
          <a:xfrm>
            <a:off x="82476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3" name=""/>
          <p:cNvSpPr/>
          <p:nvPr/>
        </p:nvSpPr>
        <p:spPr>
          <a:xfrm>
            <a:off x="8290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4" name=""/>
          <p:cNvSpPr/>
          <p:nvPr/>
        </p:nvSpPr>
        <p:spPr>
          <a:xfrm>
            <a:off x="8330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5" name=""/>
          <p:cNvSpPr/>
          <p:nvPr/>
        </p:nvSpPr>
        <p:spPr>
          <a:xfrm>
            <a:off x="8373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6" name=""/>
          <p:cNvSpPr/>
          <p:nvPr/>
        </p:nvSpPr>
        <p:spPr>
          <a:xfrm>
            <a:off x="8413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7" name=""/>
          <p:cNvSpPr/>
          <p:nvPr/>
        </p:nvSpPr>
        <p:spPr>
          <a:xfrm>
            <a:off x="84528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8" name=""/>
          <p:cNvSpPr/>
          <p:nvPr/>
        </p:nvSpPr>
        <p:spPr>
          <a:xfrm>
            <a:off x="8496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9" name=""/>
          <p:cNvSpPr/>
          <p:nvPr/>
        </p:nvSpPr>
        <p:spPr>
          <a:xfrm>
            <a:off x="8535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0" name=""/>
          <p:cNvSpPr/>
          <p:nvPr/>
        </p:nvSpPr>
        <p:spPr>
          <a:xfrm>
            <a:off x="857520" y="111420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1" name=""/>
          <p:cNvSpPr/>
          <p:nvPr/>
        </p:nvSpPr>
        <p:spPr>
          <a:xfrm>
            <a:off x="865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2" name=""/>
          <p:cNvSpPr/>
          <p:nvPr/>
        </p:nvSpPr>
        <p:spPr>
          <a:xfrm>
            <a:off x="8679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3" name=""/>
          <p:cNvSpPr/>
          <p:nvPr/>
        </p:nvSpPr>
        <p:spPr>
          <a:xfrm>
            <a:off x="870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4" name=""/>
          <p:cNvSpPr/>
          <p:nvPr/>
        </p:nvSpPr>
        <p:spPr>
          <a:xfrm>
            <a:off x="871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5" name=""/>
          <p:cNvSpPr/>
          <p:nvPr/>
        </p:nvSpPr>
        <p:spPr>
          <a:xfrm>
            <a:off x="8740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6" name=""/>
          <p:cNvSpPr/>
          <p:nvPr/>
        </p:nvSpPr>
        <p:spPr>
          <a:xfrm>
            <a:off x="876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7" name=""/>
          <p:cNvSpPr/>
          <p:nvPr/>
        </p:nvSpPr>
        <p:spPr>
          <a:xfrm>
            <a:off x="8780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8" name=""/>
          <p:cNvSpPr/>
          <p:nvPr/>
        </p:nvSpPr>
        <p:spPr>
          <a:xfrm>
            <a:off x="880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9" name=""/>
          <p:cNvSpPr/>
          <p:nvPr/>
        </p:nvSpPr>
        <p:spPr>
          <a:xfrm>
            <a:off x="8823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0" name=""/>
          <p:cNvSpPr/>
          <p:nvPr/>
        </p:nvSpPr>
        <p:spPr>
          <a:xfrm>
            <a:off x="8841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1" name=""/>
          <p:cNvSpPr/>
          <p:nvPr/>
        </p:nvSpPr>
        <p:spPr>
          <a:xfrm>
            <a:off x="886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2" name=""/>
          <p:cNvSpPr/>
          <p:nvPr/>
        </p:nvSpPr>
        <p:spPr>
          <a:xfrm>
            <a:off x="8884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3" name=""/>
          <p:cNvSpPr/>
          <p:nvPr/>
        </p:nvSpPr>
        <p:spPr>
          <a:xfrm>
            <a:off x="8902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4" name=""/>
          <p:cNvSpPr/>
          <p:nvPr/>
        </p:nvSpPr>
        <p:spPr>
          <a:xfrm>
            <a:off x="892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5" name=""/>
          <p:cNvSpPr/>
          <p:nvPr/>
        </p:nvSpPr>
        <p:spPr>
          <a:xfrm>
            <a:off x="8946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6" name=""/>
          <p:cNvSpPr/>
          <p:nvPr/>
        </p:nvSpPr>
        <p:spPr>
          <a:xfrm>
            <a:off x="8964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7" name=""/>
          <p:cNvSpPr/>
          <p:nvPr/>
        </p:nvSpPr>
        <p:spPr>
          <a:xfrm>
            <a:off x="898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8" name=""/>
          <p:cNvSpPr/>
          <p:nvPr/>
        </p:nvSpPr>
        <p:spPr>
          <a:xfrm>
            <a:off x="9007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9" name=""/>
          <p:cNvSpPr/>
          <p:nvPr/>
        </p:nvSpPr>
        <p:spPr>
          <a:xfrm>
            <a:off x="9025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0" name=""/>
          <p:cNvSpPr/>
          <p:nvPr/>
        </p:nvSpPr>
        <p:spPr>
          <a:xfrm>
            <a:off x="9046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1" name=""/>
          <p:cNvSpPr/>
          <p:nvPr/>
        </p:nvSpPr>
        <p:spPr>
          <a:xfrm>
            <a:off x="9068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2" name=""/>
          <p:cNvSpPr/>
          <p:nvPr/>
        </p:nvSpPr>
        <p:spPr>
          <a:xfrm>
            <a:off x="9090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3" name=""/>
          <p:cNvSpPr/>
          <p:nvPr/>
        </p:nvSpPr>
        <p:spPr>
          <a:xfrm>
            <a:off x="910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4" name=""/>
          <p:cNvSpPr/>
          <p:nvPr/>
        </p:nvSpPr>
        <p:spPr>
          <a:xfrm>
            <a:off x="9129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5" name=""/>
          <p:cNvSpPr/>
          <p:nvPr/>
        </p:nvSpPr>
        <p:spPr>
          <a:xfrm>
            <a:off x="915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6" name=""/>
          <p:cNvSpPr/>
          <p:nvPr/>
        </p:nvSpPr>
        <p:spPr>
          <a:xfrm>
            <a:off x="916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7" name=""/>
          <p:cNvSpPr/>
          <p:nvPr/>
        </p:nvSpPr>
        <p:spPr>
          <a:xfrm>
            <a:off x="9190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8" name=""/>
          <p:cNvSpPr/>
          <p:nvPr/>
        </p:nvSpPr>
        <p:spPr>
          <a:xfrm>
            <a:off x="921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9" name=""/>
          <p:cNvSpPr/>
          <p:nvPr/>
        </p:nvSpPr>
        <p:spPr>
          <a:xfrm>
            <a:off x="9230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0" name=""/>
          <p:cNvSpPr/>
          <p:nvPr/>
        </p:nvSpPr>
        <p:spPr>
          <a:xfrm>
            <a:off x="925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1" name=""/>
          <p:cNvSpPr/>
          <p:nvPr/>
        </p:nvSpPr>
        <p:spPr>
          <a:xfrm>
            <a:off x="9273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2" name=""/>
          <p:cNvSpPr/>
          <p:nvPr/>
        </p:nvSpPr>
        <p:spPr>
          <a:xfrm>
            <a:off x="9291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3" name=""/>
          <p:cNvSpPr/>
          <p:nvPr/>
        </p:nvSpPr>
        <p:spPr>
          <a:xfrm>
            <a:off x="931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4" name=""/>
          <p:cNvSpPr/>
          <p:nvPr/>
        </p:nvSpPr>
        <p:spPr>
          <a:xfrm>
            <a:off x="9334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5" name=""/>
          <p:cNvSpPr/>
          <p:nvPr/>
        </p:nvSpPr>
        <p:spPr>
          <a:xfrm>
            <a:off x="9352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6" name=""/>
          <p:cNvSpPr/>
          <p:nvPr/>
        </p:nvSpPr>
        <p:spPr>
          <a:xfrm>
            <a:off x="937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7" name=""/>
          <p:cNvSpPr/>
          <p:nvPr/>
        </p:nvSpPr>
        <p:spPr>
          <a:xfrm>
            <a:off x="9396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8" name=""/>
          <p:cNvSpPr/>
          <p:nvPr/>
        </p:nvSpPr>
        <p:spPr>
          <a:xfrm>
            <a:off x="9414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9" name=""/>
          <p:cNvSpPr/>
          <p:nvPr/>
        </p:nvSpPr>
        <p:spPr>
          <a:xfrm>
            <a:off x="943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0" name=""/>
          <p:cNvSpPr/>
          <p:nvPr/>
        </p:nvSpPr>
        <p:spPr>
          <a:xfrm>
            <a:off x="9457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1" name=""/>
          <p:cNvSpPr/>
          <p:nvPr/>
        </p:nvSpPr>
        <p:spPr>
          <a:xfrm>
            <a:off x="9478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2" name=""/>
          <p:cNvSpPr/>
          <p:nvPr/>
        </p:nvSpPr>
        <p:spPr>
          <a:xfrm>
            <a:off x="949680" y="111420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3" name=""/>
          <p:cNvSpPr/>
          <p:nvPr/>
        </p:nvSpPr>
        <p:spPr>
          <a:xfrm>
            <a:off x="9518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4" name=""/>
          <p:cNvSpPr/>
          <p:nvPr/>
        </p:nvSpPr>
        <p:spPr>
          <a:xfrm>
            <a:off x="9540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5" name=""/>
          <p:cNvSpPr/>
          <p:nvPr/>
        </p:nvSpPr>
        <p:spPr>
          <a:xfrm>
            <a:off x="955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6" name=""/>
          <p:cNvSpPr/>
          <p:nvPr/>
        </p:nvSpPr>
        <p:spPr>
          <a:xfrm>
            <a:off x="9579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7" name=""/>
          <p:cNvSpPr/>
          <p:nvPr/>
        </p:nvSpPr>
        <p:spPr>
          <a:xfrm>
            <a:off x="960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8" name=""/>
          <p:cNvSpPr/>
          <p:nvPr/>
        </p:nvSpPr>
        <p:spPr>
          <a:xfrm>
            <a:off x="961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9" name=""/>
          <p:cNvSpPr/>
          <p:nvPr/>
        </p:nvSpPr>
        <p:spPr>
          <a:xfrm>
            <a:off x="9640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0" name=""/>
          <p:cNvSpPr/>
          <p:nvPr/>
        </p:nvSpPr>
        <p:spPr>
          <a:xfrm>
            <a:off x="966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1" name=""/>
          <p:cNvSpPr/>
          <p:nvPr/>
        </p:nvSpPr>
        <p:spPr>
          <a:xfrm>
            <a:off x="9680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2" name=""/>
          <p:cNvSpPr/>
          <p:nvPr/>
        </p:nvSpPr>
        <p:spPr>
          <a:xfrm>
            <a:off x="970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3" name=""/>
          <p:cNvSpPr/>
          <p:nvPr/>
        </p:nvSpPr>
        <p:spPr>
          <a:xfrm>
            <a:off x="9723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4" name=""/>
          <p:cNvSpPr/>
          <p:nvPr/>
        </p:nvSpPr>
        <p:spPr>
          <a:xfrm>
            <a:off x="9741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5" name=""/>
          <p:cNvSpPr/>
          <p:nvPr/>
        </p:nvSpPr>
        <p:spPr>
          <a:xfrm>
            <a:off x="976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6" name=""/>
          <p:cNvSpPr/>
          <p:nvPr/>
        </p:nvSpPr>
        <p:spPr>
          <a:xfrm>
            <a:off x="9784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7" name=""/>
          <p:cNvSpPr/>
          <p:nvPr/>
        </p:nvSpPr>
        <p:spPr>
          <a:xfrm>
            <a:off x="9802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8" name=""/>
          <p:cNvSpPr/>
          <p:nvPr/>
        </p:nvSpPr>
        <p:spPr>
          <a:xfrm>
            <a:off x="982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9" name=""/>
          <p:cNvSpPr/>
          <p:nvPr/>
        </p:nvSpPr>
        <p:spPr>
          <a:xfrm>
            <a:off x="9846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0" name=""/>
          <p:cNvSpPr/>
          <p:nvPr/>
        </p:nvSpPr>
        <p:spPr>
          <a:xfrm>
            <a:off x="9867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1" name=""/>
          <p:cNvSpPr/>
          <p:nvPr/>
        </p:nvSpPr>
        <p:spPr>
          <a:xfrm>
            <a:off x="988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2" name=""/>
          <p:cNvSpPr/>
          <p:nvPr/>
        </p:nvSpPr>
        <p:spPr>
          <a:xfrm>
            <a:off x="9907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3" name=""/>
          <p:cNvSpPr/>
          <p:nvPr/>
        </p:nvSpPr>
        <p:spPr>
          <a:xfrm>
            <a:off x="9928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4" name=""/>
          <p:cNvSpPr/>
          <p:nvPr/>
        </p:nvSpPr>
        <p:spPr>
          <a:xfrm>
            <a:off x="9946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5" name=""/>
          <p:cNvSpPr/>
          <p:nvPr/>
        </p:nvSpPr>
        <p:spPr>
          <a:xfrm>
            <a:off x="9968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6" name=""/>
          <p:cNvSpPr/>
          <p:nvPr/>
        </p:nvSpPr>
        <p:spPr>
          <a:xfrm>
            <a:off x="9990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7" name=""/>
          <p:cNvSpPr/>
          <p:nvPr/>
        </p:nvSpPr>
        <p:spPr>
          <a:xfrm>
            <a:off x="1000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8" name=""/>
          <p:cNvSpPr/>
          <p:nvPr/>
        </p:nvSpPr>
        <p:spPr>
          <a:xfrm>
            <a:off x="10029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9" name=""/>
          <p:cNvSpPr/>
          <p:nvPr/>
        </p:nvSpPr>
        <p:spPr>
          <a:xfrm>
            <a:off x="1005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0" name=""/>
          <p:cNvSpPr/>
          <p:nvPr/>
        </p:nvSpPr>
        <p:spPr>
          <a:xfrm>
            <a:off x="1006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1" name=""/>
          <p:cNvSpPr/>
          <p:nvPr/>
        </p:nvSpPr>
        <p:spPr>
          <a:xfrm>
            <a:off x="10090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2" name=""/>
          <p:cNvSpPr/>
          <p:nvPr/>
        </p:nvSpPr>
        <p:spPr>
          <a:xfrm>
            <a:off x="1011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3" name=""/>
          <p:cNvSpPr/>
          <p:nvPr/>
        </p:nvSpPr>
        <p:spPr>
          <a:xfrm>
            <a:off x="10130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4" name=""/>
          <p:cNvSpPr/>
          <p:nvPr/>
        </p:nvSpPr>
        <p:spPr>
          <a:xfrm>
            <a:off x="1015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5" name=""/>
          <p:cNvSpPr/>
          <p:nvPr/>
        </p:nvSpPr>
        <p:spPr>
          <a:xfrm>
            <a:off x="10173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6" name=""/>
          <p:cNvSpPr/>
          <p:nvPr/>
        </p:nvSpPr>
        <p:spPr>
          <a:xfrm>
            <a:off x="10191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7" name=""/>
          <p:cNvSpPr/>
          <p:nvPr/>
        </p:nvSpPr>
        <p:spPr>
          <a:xfrm>
            <a:off x="1021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8" name=""/>
          <p:cNvSpPr/>
          <p:nvPr/>
        </p:nvSpPr>
        <p:spPr>
          <a:xfrm>
            <a:off x="10234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9" name=""/>
          <p:cNvSpPr/>
          <p:nvPr/>
        </p:nvSpPr>
        <p:spPr>
          <a:xfrm>
            <a:off x="10256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0" name=""/>
          <p:cNvSpPr/>
          <p:nvPr/>
        </p:nvSpPr>
        <p:spPr>
          <a:xfrm>
            <a:off x="1027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1" name=""/>
          <p:cNvSpPr/>
          <p:nvPr/>
        </p:nvSpPr>
        <p:spPr>
          <a:xfrm>
            <a:off x="10296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2" name=""/>
          <p:cNvSpPr/>
          <p:nvPr/>
        </p:nvSpPr>
        <p:spPr>
          <a:xfrm>
            <a:off x="10317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3" name=""/>
          <p:cNvSpPr/>
          <p:nvPr/>
        </p:nvSpPr>
        <p:spPr>
          <a:xfrm>
            <a:off x="1033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4" name=""/>
          <p:cNvSpPr/>
          <p:nvPr/>
        </p:nvSpPr>
        <p:spPr>
          <a:xfrm>
            <a:off x="10357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5" name=""/>
          <p:cNvSpPr/>
          <p:nvPr/>
        </p:nvSpPr>
        <p:spPr>
          <a:xfrm>
            <a:off x="10378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6" name=""/>
          <p:cNvSpPr/>
          <p:nvPr/>
        </p:nvSpPr>
        <p:spPr>
          <a:xfrm>
            <a:off x="10396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7" name=""/>
          <p:cNvSpPr/>
          <p:nvPr/>
        </p:nvSpPr>
        <p:spPr>
          <a:xfrm>
            <a:off x="10418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8" name=""/>
          <p:cNvSpPr/>
          <p:nvPr/>
        </p:nvSpPr>
        <p:spPr>
          <a:xfrm>
            <a:off x="10440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9" name=""/>
          <p:cNvSpPr/>
          <p:nvPr/>
        </p:nvSpPr>
        <p:spPr>
          <a:xfrm>
            <a:off x="1045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0" name=""/>
          <p:cNvSpPr/>
          <p:nvPr/>
        </p:nvSpPr>
        <p:spPr>
          <a:xfrm>
            <a:off x="10479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1" name=""/>
          <p:cNvSpPr/>
          <p:nvPr/>
        </p:nvSpPr>
        <p:spPr>
          <a:xfrm>
            <a:off x="1050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2" name=""/>
          <p:cNvSpPr/>
          <p:nvPr/>
        </p:nvSpPr>
        <p:spPr>
          <a:xfrm>
            <a:off x="1051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3" name=""/>
          <p:cNvSpPr/>
          <p:nvPr/>
        </p:nvSpPr>
        <p:spPr>
          <a:xfrm>
            <a:off x="10540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4" name=""/>
          <p:cNvSpPr/>
          <p:nvPr/>
        </p:nvSpPr>
        <p:spPr>
          <a:xfrm>
            <a:off x="1056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5" name=""/>
          <p:cNvSpPr/>
          <p:nvPr/>
        </p:nvSpPr>
        <p:spPr>
          <a:xfrm>
            <a:off x="10580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6" name=""/>
          <p:cNvSpPr/>
          <p:nvPr/>
        </p:nvSpPr>
        <p:spPr>
          <a:xfrm>
            <a:off x="1060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7" name=""/>
          <p:cNvSpPr/>
          <p:nvPr/>
        </p:nvSpPr>
        <p:spPr>
          <a:xfrm>
            <a:off x="10623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8" name=""/>
          <p:cNvSpPr/>
          <p:nvPr/>
        </p:nvSpPr>
        <p:spPr>
          <a:xfrm>
            <a:off x="10645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9" name=""/>
          <p:cNvSpPr/>
          <p:nvPr/>
        </p:nvSpPr>
        <p:spPr>
          <a:xfrm>
            <a:off x="1066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0" name=""/>
          <p:cNvSpPr/>
          <p:nvPr/>
        </p:nvSpPr>
        <p:spPr>
          <a:xfrm>
            <a:off x="10684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1" name=""/>
          <p:cNvSpPr/>
          <p:nvPr/>
        </p:nvSpPr>
        <p:spPr>
          <a:xfrm>
            <a:off x="10706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2" name=""/>
          <p:cNvSpPr/>
          <p:nvPr/>
        </p:nvSpPr>
        <p:spPr>
          <a:xfrm>
            <a:off x="1072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3" name=""/>
          <p:cNvSpPr/>
          <p:nvPr/>
        </p:nvSpPr>
        <p:spPr>
          <a:xfrm>
            <a:off x="10746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4" name=""/>
          <p:cNvSpPr/>
          <p:nvPr/>
        </p:nvSpPr>
        <p:spPr>
          <a:xfrm>
            <a:off x="10767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5" name=""/>
          <p:cNvSpPr/>
          <p:nvPr/>
        </p:nvSpPr>
        <p:spPr>
          <a:xfrm>
            <a:off x="1078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6" name=""/>
          <p:cNvSpPr/>
          <p:nvPr/>
        </p:nvSpPr>
        <p:spPr>
          <a:xfrm>
            <a:off x="10807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7" name=""/>
          <p:cNvSpPr/>
          <p:nvPr/>
        </p:nvSpPr>
        <p:spPr>
          <a:xfrm>
            <a:off x="10828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8" name=""/>
          <p:cNvSpPr/>
          <p:nvPr/>
        </p:nvSpPr>
        <p:spPr>
          <a:xfrm>
            <a:off x="10846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9" name=""/>
          <p:cNvSpPr/>
          <p:nvPr/>
        </p:nvSpPr>
        <p:spPr>
          <a:xfrm>
            <a:off x="10868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0" name=""/>
          <p:cNvSpPr/>
          <p:nvPr/>
        </p:nvSpPr>
        <p:spPr>
          <a:xfrm>
            <a:off x="10890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1" name=""/>
          <p:cNvSpPr/>
          <p:nvPr/>
        </p:nvSpPr>
        <p:spPr>
          <a:xfrm>
            <a:off x="1090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2" name=""/>
          <p:cNvSpPr/>
          <p:nvPr/>
        </p:nvSpPr>
        <p:spPr>
          <a:xfrm>
            <a:off x="10929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3" name=""/>
          <p:cNvSpPr/>
          <p:nvPr/>
        </p:nvSpPr>
        <p:spPr>
          <a:xfrm>
            <a:off x="1095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4" name=""/>
          <p:cNvSpPr/>
          <p:nvPr/>
        </p:nvSpPr>
        <p:spPr>
          <a:xfrm>
            <a:off x="1096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5" name=""/>
          <p:cNvSpPr/>
          <p:nvPr/>
        </p:nvSpPr>
        <p:spPr>
          <a:xfrm>
            <a:off x="10990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6" name=""/>
          <p:cNvSpPr/>
          <p:nvPr/>
        </p:nvSpPr>
        <p:spPr>
          <a:xfrm>
            <a:off x="1101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7" name=""/>
          <p:cNvSpPr/>
          <p:nvPr/>
        </p:nvSpPr>
        <p:spPr>
          <a:xfrm>
            <a:off x="11034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8" name=""/>
          <p:cNvSpPr/>
          <p:nvPr/>
        </p:nvSpPr>
        <p:spPr>
          <a:xfrm>
            <a:off x="1105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9" name=""/>
          <p:cNvSpPr/>
          <p:nvPr/>
        </p:nvSpPr>
        <p:spPr>
          <a:xfrm>
            <a:off x="11073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0" name=""/>
          <p:cNvSpPr/>
          <p:nvPr/>
        </p:nvSpPr>
        <p:spPr>
          <a:xfrm>
            <a:off x="11095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1" name=""/>
          <p:cNvSpPr/>
          <p:nvPr/>
        </p:nvSpPr>
        <p:spPr>
          <a:xfrm>
            <a:off x="1111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2" name=""/>
          <p:cNvSpPr/>
          <p:nvPr/>
        </p:nvSpPr>
        <p:spPr>
          <a:xfrm>
            <a:off x="11134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3" name=""/>
          <p:cNvSpPr/>
          <p:nvPr/>
        </p:nvSpPr>
        <p:spPr>
          <a:xfrm>
            <a:off x="11156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4" name=""/>
          <p:cNvSpPr/>
          <p:nvPr/>
        </p:nvSpPr>
        <p:spPr>
          <a:xfrm>
            <a:off x="1117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5" name=""/>
          <p:cNvSpPr/>
          <p:nvPr/>
        </p:nvSpPr>
        <p:spPr>
          <a:xfrm>
            <a:off x="11196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6" name=""/>
          <p:cNvSpPr/>
          <p:nvPr/>
        </p:nvSpPr>
        <p:spPr>
          <a:xfrm>
            <a:off x="11217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7" name=""/>
          <p:cNvSpPr/>
          <p:nvPr/>
        </p:nvSpPr>
        <p:spPr>
          <a:xfrm>
            <a:off x="1123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8" name=""/>
          <p:cNvSpPr/>
          <p:nvPr/>
        </p:nvSpPr>
        <p:spPr>
          <a:xfrm>
            <a:off x="11257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9" name=""/>
          <p:cNvSpPr/>
          <p:nvPr/>
        </p:nvSpPr>
        <p:spPr>
          <a:xfrm>
            <a:off x="11278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0" name=""/>
          <p:cNvSpPr/>
          <p:nvPr/>
        </p:nvSpPr>
        <p:spPr>
          <a:xfrm>
            <a:off x="11296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1" name=""/>
          <p:cNvSpPr/>
          <p:nvPr/>
        </p:nvSpPr>
        <p:spPr>
          <a:xfrm>
            <a:off x="1131840" y="1114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8" y="2"/>
                </a:lnTo>
                <a:lnTo>
                  <a:pt x="54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2" name=""/>
          <p:cNvSpPr/>
          <p:nvPr/>
        </p:nvSpPr>
        <p:spPr>
          <a:xfrm>
            <a:off x="1134000" y="1114920"/>
            <a:ext cx="18720" cy="18720"/>
          </a:xfrm>
          <a:custGeom>
            <a:avLst/>
            <a:gdLst/>
            <a:ahLst/>
            <a:rect l="0" t="0" r="r" b="b"/>
            <a:pathLst>
              <a:path w="52" h="52">
                <a:moveTo>
                  <a:pt x="52" y="0"/>
                </a:moveTo>
                <a:lnTo>
                  <a:pt x="0" y="52"/>
                </a:lnTo>
                <a:lnTo>
                  <a:pt x="5" y="52"/>
                </a:lnTo>
                <a:lnTo>
                  <a:pt x="52" y="6"/>
                </a:lnTo>
                <a:lnTo>
                  <a:pt x="52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3" name=""/>
          <p:cNvSpPr/>
          <p:nvPr/>
        </p:nvSpPr>
        <p:spPr>
          <a:xfrm>
            <a:off x="1135800" y="1117080"/>
            <a:ext cx="16920" cy="16560"/>
          </a:xfrm>
          <a:custGeom>
            <a:avLst/>
            <a:gdLst/>
            <a:ahLst/>
            <a:rect l="0" t="0" r="r" b="b"/>
            <a:pathLst>
              <a:path w="47" h="46">
                <a:moveTo>
                  <a:pt x="47" y="0"/>
                </a:moveTo>
                <a:lnTo>
                  <a:pt x="0" y="46"/>
                </a:lnTo>
                <a:lnTo>
                  <a:pt x="6" y="46"/>
                </a:lnTo>
                <a:lnTo>
                  <a:pt x="47" y="5"/>
                </a:lnTo>
                <a:lnTo>
                  <a:pt x="47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4" name=""/>
          <p:cNvSpPr/>
          <p:nvPr/>
        </p:nvSpPr>
        <p:spPr>
          <a:xfrm>
            <a:off x="1137960" y="1118880"/>
            <a:ext cx="14760" cy="14760"/>
          </a:xfrm>
          <a:custGeom>
            <a:avLst/>
            <a:gdLst/>
            <a:ahLst/>
            <a:rect l="0" t="0" r="r" b="b"/>
            <a:pathLst>
              <a:path w="41" h="41">
                <a:moveTo>
                  <a:pt x="41" y="0"/>
                </a:moveTo>
                <a:lnTo>
                  <a:pt x="0" y="41"/>
                </a:lnTo>
                <a:lnTo>
                  <a:pt x="6" y="41"/>
                </a:lnTo>
                <a:lnTo>
                  <a:pt x="41" y="6"/>
                </a:lnTo>
                <a:lnTo>
                  <a:pt x="41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5" name=""/>
          <p:cNvSpPr/>
          <p:nvPr/>
        </p:nvSpPr>
        <p:spPr>
          <a:xfrm>
            <a:off x="1140120" y="112104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35" y="0"/>
                </a:moveTo>
                <a:lnTo>
                  <a:pt x="0" y="35"/>
                </a:lnTo>
                <a:lnTo>
                  <a:pt x="6" y="35"/>
                </a:lnTo>
                <a:lnTo>
                  <a:pt x="35" y="6"/>
                </a:lnTo>
                <a:lnTo>
                  <a:pt x="35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6" name=""/>
          <p:cNvSpPr/>
          <p:nvPr/>
        </p:nvSpPr>
        <p:spPr>
          <a:xfrm>
            <a:off x="1142280" y="1123200"/>
            <a:ext cx="10440" cy="10440"/>
          </a:xfrm>
          <a:custGeom>
            <a:avLst/>
            <a:gdLst/>
            <a:ahLst/>
            <a:rect l="0" t="0" r="r" b="b"/>
            <a:pathLst>
              <a:path w="29" h="29">
                <a:moveTo>
                  <a:pt x="29" y="0"/>
                </a:moveTo>
                <a:lnTo>
                  <a:pt x="0" y="29"/>
                </a:lnTo>
                <a:lnTo>
                  <a:pt x="6" y="29"/>
                </a:lnTo>
                <a:lnTo>
                  <a:pt x="29" y="6"/>
                </a:lnTo>
                <a:lnTo>
                  <a:pt x="29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7" name=""/>
          <p:cNvSpPr/>
          <p:nvPr/>
        </p:nvSpPr>
        <p:spPr>
          <a:xfrm>
            <a:off x="1144080" y="1125000"/>
            <a:ext cx="9000" cy="8640"/>
          </a:xfrm>
          <a:custGeom>
            <a:avLst/>
            <a:gdLst/>
            <a:ahLst/>
            <a:rect l="0" t="0" r="r" b="b"/>
            <a:pathLst>
              <a:path w="25" h="24">
                <a:moveTo>
                  <a:pt x="25" y="0"/>
                </a:moveTo>
                <a:lnTo>
                  <a:pt x="0" y="24"/>
                </a:lnTo>
                <a:lnTo>
                  <a:pt x="7" y="24"/>
                </a:lnTo>
                <a:lnTo>
                  <a:pt x="25" y="6"/>
                </a:lnTo>
                <a:lnTo>
                  <a:pt x="25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8" name=""/>
          <p:cNvSpPr/>
          <p:nvPr/>
        </p:nvSpPr>
        <p:spPr>
          <a:xfrm>
            <a:off x="1146240" y="1127160"/>
            <a:ext cx="6480" cy="6480"/>
          </a:xfrm>
          <a:custGeom>
            <a:avLst/>
            <a:gdLst/>
            <a:ahLst/>
            <a:rect l="0" t="0" r="r" b="b"/>
            <a:pathLst>
              <a:path w="18" h="18">
                <a:moveTo>
                  <a:pt x="18" y="0"/>
                </a:moveTo>
                <a:lnTo>
                  <a:pt x="0" y="18"/>
                </a:lnTo>
                <a:lnTo>
                  <a:pt x="7" y="18"/>
                </a:lnTo>
                <a:lnTo>
                  <a:pt x="18" y="7"/>
                </a:lnTo>
                <a:lnTo>
                  <a:pt x="18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9" name=""/>
          <p:cNvSpPr/>
          <p:nvPr/>
        </p:nvSpPr>
        <p:spPr>
          <a:xfrm>
            <a:off x="1148400" y="1129320"/>
            <a:ext cx="4320" cy="4320"/>
          </a:xfrm>
          <a:custGeom>
            <a:avLst/>
            <a:gdLst/>
            <a:ahLst/>
            <a:rect l="0" t="0" r="r" b="b"/>
            <a:pathLst>
              <a:path w="12" h="12">
                <a:moveTo>
                  <a:pt x="12" y="0"/>
                </a:moveTo>
                <a:lnTo>
                  <a:pt x="0" y="12"/>
                </a:lnTo>
                <a:lnTo>
                  <a:pt x="5" y="12"/>
                </a:lnTo>
                <a:lnTo>
                  <a:pt x="12" y="6"/>
                </a:lnTo>
                <a:lnTo>
                  <a:pt x="12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0" name=""/>
          <p:cNvSpPr/>
          <p:nvPr/>
        </p:nvSpPr>
        <p:spPr>
          <a:xfrm>
            <a:off x="1150200" y="1131120"/>
            <a:ext cx="2520" cy="2880"/>
          </a:xfrm>
          <a:custGeom>
            <a:avLst/>
            <a:gdLst/>
            <a:ahLst/>
            <a:rect l="0" t="0" r="r" b="b"/>
            <a:pathLst>
              <a:path w="7" h="8">
                <a:moveTo>
                  <a:pt x="7" y="0"/>
                </a:moveTo>
                <a:lnTo>
                  <a:pt x="0" y="8"/>
                </a:lnTo>
                <a:lnTo>
                  <a:pt x="7" y="8"/>
                </a:lnTo>
                <a:lnTo>
                  <a:pt x="7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647640" y="10286640"/>
            <a:ext cx="17564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OBD AI SOLUTIONS · LAHORE, PAKISTAN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2" name=""/>
          <p:cNvSpPr/>
          <p:nvPr/>
        </p:nvSpPr>
        <p:spPr>
          <a:xfrm>
            <a:off x="652320" y="1319040"/>
            <a:ext cx="3038760" cy="1629000"/>
          </a:xfrm>
          <a:custGeom>
            <a:avLst/>
            <a:gdLst/>
            <a:ahLst/>
            <a:rect l="0" t="0" r="r" b="b"/>
            <a:pathLst>
              <a:path w="8441" h="4525">
                <a:moveTo>
                  <a:pt x="0" y="4299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1"/>
                  <a:pt x="8259" y="4"/>
                </a:cubicBezTo>
                <a:cubicBezTo>
                  <a:pt x="8273" y="7"/>
                  <a:pt x="8287" y="12"/>
                  <a:pt x="8301" y="17"/>
                </a:cubicBezTo>
                <a:cubicBezTo>
                  <a:pt x="8315" y="23"/>
                  <a:pt x="8328" y="30"/>
                  <a:pt x="8340" y="38"/>
                </a:cubicBezTo>
                <a:cubicBezTo>
                  <a:pt x="8353" y="46"/>
                  <a:pt x="8364" y="56"/>
                  <a:pt x="8375" y="66"/>
                </a:cubicBezTo>
                <a:cubicBezTo>
                  <a:pt x="8385" y="77"/>
                  <a:pt x="8395" y="88"/>
                  <a:pt x="8403" y="101"/>
                </a:cubicBezTo>
                <a:cubicBezTo>
                  <a:pt x="8411" y="113"/>
                  <a:pt x="8418" y="126"/>
                  <a:pt x="8424" y="140"/>
                </a:cubicBezTo>
                <a:cubicBezTo>
                  <a:pt x="8430" y="154"/>
                  <a:pt x="8434" y="168"/>
                  <a:pt x="8437" y="183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4299"/>
                </a:lnTo>
                <a:cubicBezTo>
                  <a:pt x="8441" y="4313"/>
                  <a:pt x="8440" y="4328"/>
                  <a:pt x="8437" y="4343"/>
                </a:cubicBezTo>
                <a:cubicBezTo>
                  <a:pt x="8434" y="4357"/>
                  <a:pt x="8430" y="4372"/>
                  <a:pt x="8424" y="4385"/>
                </a:cubicBezTo>
                <a:cubicBezTo>
                  <a:pt x="8418" y="4399"/>
                  <a:pt x="8411" y="4412"/>
                  <a:pt x="8403" y="4425"/>
                </a:cubicBezTo>
                <a:cubicBezTo>
                  <a:pt x="8395" y="4437"/>
                  <a:pt x="8385" y="4448"/>
                  <a:pt x="8375" y="4459"/>
                </a:cubicBezTo>
                <a:cubicBezTo>
                  <a:pt x="8364" y="4469"/>
                  <a:pt x="8353" y="4479"/>
                  <a:pt x="8340" y="4487"/>
                </a:cubicBezTo>
                <a:cubicBezTo>
                  <a:pt x="8328" y="4495"/>
                  <a:pt x="8315" y="4502"/>
                  <a:pt x="8301" y="4508"/>
                </a:cubicBezTo>
                <a:cubicBezTo>
                  <a:pt x="8287" y="4514"/>
                  <a:pt x="8273" y="4518"/>
                  <a:pt x="8259" y="4521"/>
                </a:cubicBezTo>
                <a:cubicBezTo>
                  <a:pt x="8244" y="4524"/>
                  <a:pt x="8229" y="4525"/>
                  <a:pt x="8214" y="4525"/>
                </a:cubicBezTo>
                <a:lnTo>
                  <a:pt x="227" y="4525"/>
                </a:lnTo>
                <a:cubicBezTo>
                  <a:pt x="212" y="4525"/>
                  <a:pt x="197" y="4524"/>
                  <a:pt x="182" y="4521"/>
                </a:cubicBezTo>
                <a:cubicBezTo>
                  <a:pt x="168" y="4518"/>
                  <a:pt x="154" y="4514"/>
                  <a:pt x="140" y="4508"/>
                </a:cubicBezTo>
                <a:cubicBezTo>
                  <a:pt x="126" y="4502"/>
                  <a:pt x="113" y="4495"/>
                  <a:pt x="101" y="4487"/>
                </a:cubicBezTo>
                <a:cubicBezTo>
                  <a:pt x="88" y="4479"/>
                  <a:pt x="77" y="4469"/>
                  <a:pt x="66" y="4459"/>
                </a:cubicBezTo>
                <a:cubicBezTo>
                  <a:pt x="56" y="4448"/>
                  <a:pt x="46" y="4437"/>
                  <a:pt x="38" y="4425"/>
                </a:cubicBezTo>
                <a:cubicBezTo>
                  <a:pt x="30" y="4412"/>
                  <a:pt x="23" y="4399"/>
                  <a:pt x="17" y="4385"/>
                </a:cubicBezTo>
                <a:cubicBezTo>
                  <a:pt x="11" y="4372"/>
                  <a:pt x="7" y="4357"/>
                  <a:pt x="4" y="4343"/>
                </a:cubicBezTo>
                <a:cubicBezTo>
                  <a:pt x="1" y="4328"/>
                  <a:pt x="0" y="4313"/>
                  <a:pt x="0" y="4299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3" name=""/>
          <p:cNvSpPr/>
          <p:nvPr/>
        </p:nvSpPr>
        <p:spPr>
          <a:xfrm>
            <a:off x="652320" y="1319040"/>
            <a:ext cx="3038760" cy="1629000"/>
          </a:xfrm>
          <a:custGeom>
            <a:avLst/>
            <a:gdLst/>
            <a:ahLst/>
            <a:rect l="0" t="0" r="r" b="b"/>
            <a:pathLst>
              <a:path w="8441" h="4525">
                <a:moveTo>
                  <a:pt x="0" y="4299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1"/>
                  <a:pt x="8259" y="4"/>
                </a:cubicBezTo>
                <a:cubicBezTo>
                  <a:pt x="8273" y="7"/>
                  <a:pt x="8287" y="12"/>
                  <a:pt x="8301" y="17"/>
                </a:cubicBezTo>
                <a:cubicBezTo>
                  <a:pt x="8315" y="23"/>
                  <a:pt x="8328" y="30"/>
                  <a:pt x="8340" y="38"/>
                </a:cubicBezTo>
                <a:cubicBezTo>
                  <a:pt x="8353" y="46"/>
                  <a:pt x="8364" y="56"/>
                  <a:pt x="8375" y="66"/>
                </a:cubicBezTo>
                <a:cubicBezTo>
                  <a:pt x="8385" y="77"/>
                  <a:pt x="8395" y="88"/>
                  <a:pt x="8403" y="101"/>
                </a:cubicBezTo>
                <a:cubicBezTo>
                  <a:pt x="8411" y="113"/>
                  <a:pt x="8418" y="126"/>
                  <a:pt x="8424" y="140"/>
                </a:cubicBezTo>
                <a:cubicBezTo>
                  <a:pt x="8430" y="154"/>
                  <a:pt x="8434" y="168"/>
                  <a:pt x="8437" y="183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4299"/>
                </a:lnTo>
                <a:cubicBezTo>
                  <a:pt x="8441" y="4313"/>
                  <a:pt x="8440" y="4328"/>
                  <a:pt x="8437" y="4343"/>
                </a:cubicBezTo>
                <a:cubicBezTo>
                  <a:pt x="8434" y="4357"/>
                  <a:pt x="8430" y="4372"/>
                  <a:pt x="8424" y="4385"/>
                </a:cubicBezTo>
                <a:cubicBezTo>
                  <a:pt x="8418" y="4399"/>
                  <a:pt x="8411" y="4412"/>
                  <a:pt x="8403" y="4425"/>
                </a:cubicBezTo>
                <a:cubicBezTo>
                  <a:pt x="8395" y="4437"/>
                  <a:pt x="8385" y="4448"/>
                  <a:pt x="8375" y="4459"/>
                </a:cubicBezTo>
                <a:cubicBezTo>
                  <a:pt x="8364" y="4469"/>
                  <a:pt x="8353" y="4479"/>
                  <a:pt x="8340" y="4487"/>
                </a:cubicBezTo>
                <a:cubicBezTo>
                  <a:pt x="8328" y="4495"/>
                  <a:pt x="8315" y="4502"/>
                  <a:pt x="8301" y="4508"/>
                </a:cubicBezTo>
                <a:cubicBezTo>
                  <a:pt x="8287" y="4514"/>
                  <a:pt x="8273" y="4518"/>
                  <a:pt x="8259" y="4521"/>
                </a:cubicBezTo>
                <a:cubicBezTo>
                  <a:pt x="8244" y="4524"/>
                  <a:pt x="8229" y="4525"/>
                  <a:pt x="8214" y="4525"/>
                </a:cubicBezTo>
                <a:lnTo>
                  <a:pt x="227" y="4525"/>
                </a:lnTo>
                <a:cubicBezTo>
                  <a:pt x="212" y="4525"/>
                  <a:pt x="197" y="4524"/>
                  <a:pt x="182" y="4521"/>
                </a:cubicBezTo>
                <a:cubicBezTo>
                  <a:pt x="168" y="4518"/>
                  <a:pt x="154" y="4514"/>
                  <a:pt x="140" y="4508"/>
                </a:cubicBezTo>
                <a:cubicBezTo>
                  <a:pt x="126" y="4502"/>
                  <a:pt x="113" y="4495"/>
                  <a:pt x="101" y="4487"/>
                </a:cubicBezTo>
                <a:cubicBezTo>
                  <a:pt x="88" y="4479"/>
                  <a:pt x="77" y="4469"/>
                  <a:pt x="66" y="4459"/>
                </a:cubicBezTo>
                <a:cubicBezTo>
                  <a:pt x="56" y="4448"/>
                  <a:pt x="46" y="4437"/>
                  <a:pt x="38" y="4425"/>
                </a:cubicBezTo>
                <a:cubicBezTo>
                  <a:pt x="30" y="4412"/>
                  <a:pt x="23" y="4399"/>
                  <a:pt x="17" y="4385"/>
                </a:cubicBezTo>
                <a:cubicBezTo>
                  <a:pt x="11" y="4372"/>
                  <a:pt x="7" y="4357"/>
                  <a:pt x="4" y="4343"/>
                </a:cubicBezTo>
                <a:cubicBezTo>
                  <a:pt x="1" y="4328"/>
                  <a:pt x="0" y="4313"/>
                  <a:pt x="0" y="4299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647640" y="879480"/>
            <a:ext cx="60264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P A R T I E S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837000" y="1517760"/>
            <a:ext cx="14227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S E R V I C E   P R O V I D E R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837000" y="1744200"/>
            <a:ext cx="106308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80" spc="-1" strike="noStrike">
                <a:solidFill>
                  <a:srgbClr val="0e0e14"/>
                </a:solidFill>
                <a:latin typeface="Inter-Semi"/>
                <a:ea typeface="Inter-Semi"/>
              </a:rPr>
              <a:t>OBD AI Solutions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1749960" y="1739520"/>
            <a:ext cx="1227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("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1874160" y="1744200"/>
            <a:ext cx="27216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80" spc="-1" strike="noStrike">
                <a:solidFill>
                  <a:srgbClr val="0e0e14"/>
                </a:solidFill>
                <a:latin typeface="Inter-Semi"/>
                <a:ea typeface="Inter-Semi"/>
              </a:rPr>
              <a:t>OBD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2114280" y="1739520"/>
            <a:ext cx="1112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")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0" name=""/>
          <p:cNvSpPr txBox="1"/>
          <p:nvPr/>
        </p:nvSpPr>
        <p:spPr>
          <a:xfrm>
            <a:off x="837000" y="1958760"/>
            <a:ext cx="221508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Represented by Omer Bin Dawood, CEO &amp;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1" name=""/>
          <p:cNvSpPr txBox="1"/>
          <p:nvPr/>
        </p:nvSpPr>
        <p:spPr>
          <a:xfrm>
            <a:off x="837000" y="2139480"/>
            <a:ext cx="4381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Founder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837000" y="2358720"/>
            <a:ext cx="87228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Lahore, Pakistan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3" name=""/>
          <p:cNvSpPr/>
          <p:nvPr/>
        </p:nvSpPr>
        <p:spPr>
          <a:xfrm>
            <a:off x="1523880" y="2742840"/>
            <a:ext cx="1619640" cy="10080"/>
          </a:xfrm>
          <a:custGeom>
            <a:avLst/>
            <a:gdLst/>
            <a:ahLst/>
            <a:rect l="0" t="0" r="r" b="b"/>
            <a:pathLst>
              <a:path w="4499" h="28">
                <a:moveTo>
                  <a:pt x="0" y="0"/>
                </a:moveTo>
                <a:lnTo>
                  <a:pt x="4499" y="0"/>
                </a:lnTo>
                <a:lnTo>
                  <a:pt x="44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4" name=""/>
          <p:cNvSpPr/>
          <p:nvPr/>
        </p:nvSpPr>
        <p:spPr>
          <a:xfrm>
            <a:off x="3871800" y="1319040"/>
            <a:ext cx="3038760" cy="1629000"/>
          </a:xfrm>
          <a:custGeom>
            <a:avLst/>
            <a:gdLst/>
            <a:ahLst/>
            <a:rect l="0" t="0" r="r" b="b"/>
            <a:pathLst>
              <a:path w="8441" h="4525">
                <a:moveTo>
                  <a:pt x="0" y="4299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1"/>
                  <a:pt x="8258" y="4"/>
                </a:cubicBezTo>
                <a:cubicBezTo>
                  <a:pt x="8273" y="7"/>
                  <a:pt x="8287" y="12"/>
                  <a:pt x="8301" y="17"/>
                </a:cubicBezTo>
                <a:cubicBezTo>
                  <a:pt x="8315" y="23"/>
                  <a:pt x="8328" y="30"/>
                  <a:pt x="8340" y="38"/>
                </a:cubicBezTo>
                <a:cubicBezTo>
                  <a:pt x="8353" y="46"/>
                  <a:pt x="8364" y="56"/>
                  <a:pt x="8375" y="66"/>
                </a:cubicBezTo>
                <a:cubicBezTo>
                  <a:pt x="8385" y="77"/>
                  <a:pt x="8395" y="88"/>
                  <a:pt x="8403" y="101"/>
                </a:cubicBezTo>
                <a:cubicBezTo>
                  <a:pt x="8411" y="113"/>
                  <a:pt x="8418" y="126"/>
                  <a:pt x="8424" y="140"/>
                </a:cubicBezTo>
                <a:cubicBezTo>
                  <a:pt x="8429" y="154"/>
                  <a:pt x="8434" y="168"/>
                  <a:pt x="8437" y="183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4299"/>
                </a:lnTo>
                <a:cubicBezTo>
                  <a:pt x="8441" y="4313"/>
                  <a:pt x="8440" y="4328"/>
                  <a:pt x="8437" y="4343"/>
                </a:cubicBezTo>
                <a:cubicBezTo>
                  <a:pt x="8434" y="4357"/>
                  <a:pt x="8429" y="4372"/>
                  <a:pt x="8424" y="4385"/>
                </a:cubicBezTo>
                <a:cubicBezTo>
                  <a:pt x="8418" y="4399"/>
                  <a:pt x="8411" y="4412"/>
                  <a:pt x="8403" y="4425"/>
                </a:cubicBezTo>
                <a:cubicBezTo>
                  <a:pt x="8395" y="4437"/>
                  <a:pt x="8385" y="4448"/>
                  <a:pt x="8375" y="4459"/>
                </a:cubicBezTo>
                <a:cubicBezTo>
                  <a:pt x="8364" y="4469"/>
                  <a:pt x="8353" y="4479"/>
                  <a:pt x="8340" y="4487"/>
                </a:cubicBezTo>
                <a:cubicBezTo>
                  <a:pt x="8328" y="4495"/>
                  <a:pt x="8315" y="4502"/>
                  <a:pt x="8301" y="4508"/>
                </a:cubicBezTo>
                <a:cubicBezTo>
                  <a:pt x="8287" y="4514"/>
                  <a:pt x="8273" y="4518"/>
                  <a:pt x="8258" y="4521"/>
                </a:cubicBezTo>
                <a:cubicBezTo>
                  <a:pt x="8244" y="4524"/>
                  <a:pt x="8229" y="4525"/>
                  <a:pt x="8214" y="4525"/>
                </a:cubicBezTo>
                <a:lnTo>
                  <a:pt x="227" y="4525"/>
                </a:lnTo>
                <a:cubicBezTo>
                  <a:pt x="212" y="4525"/>
                  <a:pt x="197" y="4524"/>
                  <a:pt x="182" y="4521"/>
                </a:cubicBezTo>
                <a:cubicBezTo>
                  <a:pt x="168" y="4518"/>
                  <a:pt x="154" y="4514"/>
                  <a:pt x="140" y="4508"/>
                </a:cubicBezTo>
                <a:cubicBezTo>
                  <a:pt x="126" y="4502"/>
                  <a:pt x="113" y="4495"/>
                  <a:pt x="101" y="4487"/>
                </a:cubicBezTo>
                <a:cubicBezTo>
                  <a:pt x="88" y="4479"/>
                  <a:pt x="77" y="4469"/>
                  <a:pt x="66" y="4459"/>
                </a:cubicBezTo>
                <a:cubicBezTo>
                  <a:pt x="56" y="4448"/>
                  <a:pt x="46" y="4437"/>
                  <a:pt x="38" y="4425"/>
                </a:cubicBezTo>
                <a:cubicBezTo>
                  <a:pt x="30" y="4412"/>
                  <a:pt x="23" y="4399"/>
                  <a:pt x="17" y="4385"/>
                </a:cubicBezTo>
                <a:cubicBezTo>
                  <a:pt x="11" y="4372"/>
                  <a:pt x="7" y="4357"/>
                  <a:pt x="4" y="4343"/>
                </a:cubicBezTo>
                <a:cubicBezTo>
                  <a:pt x="1" y="4328"/>
                  <a:pt x="0" y="4313"/>
                  <a:pt x="0" y="4299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5" name=""/>
          <p:cNvSpPr/>
          <p:nvPr/>
        </p:nvSpPr>
        <p:spPr>
          <a:xfrm>
            <a:off x="3871800" y="1319040"/>
            <a:ext cx="3038760" cy="1629000"/>
          </a:xfrm>
          <a:custGeom>
            <a:avLst/>
            <a:gdLst/>
            <a:ahLst/>
            <a:rect l="0" t="0" r="r" b="b"/>
            <a:pathLst>
              <a:path w="8441" h="4525">
                <a:moveTo>
                  <a:pt x="0" y="4299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1"/>
                  <a:pt x="8258" y="4"/>
                </a:cubicBezTo>
                <a:cubicBezTo>
                  <a:pt x="8273" y="7"/>
                  <a:pt x="8287" y="12"/>
                  <a:pt x="8301" y="17"/>
                </a:cubicBezTo>
                <a:cubicBezTo>
                  <a:pt x="8315" y="23"/>
                  <a:pt x="8328" y="30"/>
                  <a:pt x="8340" y="38"/>
                </a:cubicBezTo>
                <a:cubicBezTo>
                  <a:pt x="8353" y="46"/>
                  <a:pt x="8364" y="56"/>
                  <a:pt x="8375" y="66"/>
                </a:cubicBezTo>
                <a:cubicBezTo>
                  <a:pt x="8385" y="77"/>
                  <a:pt x="8395" y="88"/>
                  <a:pt x="8403" y="101"/>
                </a:cubicBezTo>
                <a:cubicBezTo>
                  <a:pt x="8411" y="113"/>
                  <a:pt x="8418" y="126"/>
                  <a:pt x="8424" y="140"/>
                </a:cubicBezTo>
                <a:cubicBezTo>
                  <a:pt x="8429" y="154"/>
                  <a:pt x="8434" y="168"/>
                  <a:pt x="8437" y="183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4299"/>
                </a:lnTo>
                <a:cubicBezTo>
                  <a:pt x="8441" y="4313"/>
                  <a:pt x="8440" y="4328"/>
                  <a:pt x="8437" y="4343"/>
                </a:cubicBezTo>
                <a:cubicBezTo>
                  <a:pt x="8434" y="4357"/>
                  <a:pt x="8429" y="4372"/>
                  <a:pt x="8424" y="4385"/>
                </a:cubicBezTo>
                <a:cubicBezTo>
                  <a:pt x="8418" y="4399"/>
                  <a:pt x="8411" y="4412"/>
                  <a:pt x="8403" y="4425"/>
                </a:cubicBezTo>
                <a:cubicBezTo>
                  <a:pt x="8395" y="4437"/>
                  <a:pt x="8385" y="4448"/>
                  <a:pt x="8375" y="4459"/>
                </a:cubicBezTo>
                <a:cubicBezTo>
                  <a:pt x="8364" y="4469"/>
                  <a:pt x="8353" y="4479"/>
                  <a:pt x="8340" y="4487"/>
                </a:cubicBezTo>
                <a:cubicBezTo>
                  <a:pt x="8328" y="4495"/>
                  <a:pt x="8315" y="4502"/>
                  <a:pt x="8301" y="4508"/>
                </a:cubicBezTo>
                <a:cubicBezTo>
                  <a:pt x="8287" y="4514"/>
                  <a:pt x="8273" y="4518"/>
                  <a:pt x="8258" y="4521"/>
                </a:cubicBezTo>
                <a:cubicBezTo>
                  <a:pt x="8244" y="4524"/>
                  <a:pt x="8229" y="4525"/>
                  <a:pt x="8214" y="4525"/>
                </a:cubicBezTo>
                <a:lnTo>
                  <a:pt x="227" y="4525"/>
                </a:lnTo>
                <a:cubicBezTo>
                  <a:pt x="212" y="4525"/>
                  <a:pt x="197" y="4524"/>
                  <a:pt x="182" y="4521"/>
                </a:cubicBezTo>
                <a:cubicBezTo>
                  <a:pt x="168" y="4518"/>
                  <a:pt x="154" y="4514"/>
                  <a:pt x="140" y="4508"/>
                </a:cubicBezTo>
                <a:cubicBezTo>
                  <a:pt x="126" y="4502"/>
                  <a:pt x="113" y="4495"/>
                  <a:pt x="101" y="4487"/>
                </a:cubicBezTo>
                <a:cubicBezTo>
                  <a:pt x="88" y="4479"/>
                  <a:pt x="77" y="4469"/>
                  <a:pt x="66" y="4459"/>
                </a:cubicBezTo>
                <a:cubicBezTo>
                  <a:pt x="56" y="4448"/>
                  <a:pt x="46" y="4437"/>
                  <a:pt x="38" y="4425"/>
                </a:cubicBezTo>
                <a:cubicBezTo>
                  <a:pt x="30" y="4412"/>
                  <a:pt x="23" y="4399"/>
                  <a:pt x="17" y="4385"/>
                </a:cubicBezTo>
                <a:cubicBezTo>
                  <a:pt x="11" y="4372"/>
                  <a:pt x="7" y="4357"/>
                  <a:pt x="4" y="4343"/>
                </a:cubicBezTo>
                <a:cubicBezTo>
                  <a:pt x="1" y="4328"/>
                  <a:pt x="0" y="4313"/>
                  <a:pt x="0" y="4299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837000" y="2577960"/>
            <a:ext cx="74448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CNIC / NTN </a:t>
            </a:r>
            <a:r>
              <a:rPr b="0" lang="en-US" sz="880" spc="-1" strike="noStrike">
                <a:solidFill>
                  <a:srgbClr val="0e0e14"/>
                </a:solidFill>
                <a:latin typeface="Inter"/>
                <a:ea typeface="Inter"/>
              </a:rPr>
              <a:t>  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4060800" y="1517760"/>
            <a:ext cx="50220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C L I E N 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4060800" y="1744200"/>
            <a:ext cx="38016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80" spc="-1" strike="noStrike">
                <a:solidFill>
                  <a:srgbClr val="0e0e14"/>
                </a:solidFill>
                <a:latin typeface="Inter-Semi"/>
                <a:ea typeface="Inter-Semi"/>
              </a:rPr>
              <a:t>GFXT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4403520" y="1739520"/>
            <a:ext cx="1227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("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4527360" y="1744200"/>
            <a:ext cx="61200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80" spc="-1" strike="noStrike">
                <a:solidFill>
                  <a:srgbClr val="0e0e14"/>
                </a:solidFill>
                <a:latin typeface="Inter-Semi"/>
                <a:ea typeface="Inter-Semi"/>
              </a:rPr>
              <a:t>the Client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5043960" y="1739520"/>
            <a:ext cx="1112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")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2" name=""/>
          <p:cNvSpPr/>
          <p:nvPr/>
        </p:nvSpPr>
        <p:spPr>
          <a:xfrm>
            <a:off x="4924080" y="2124000"/>
            <a:ext cx="1800720" cy="9720"/>
          </a:xfrm>
          <a:custGeom>
            <a:avLst/>
            <a:gdLst/>
            <a:ahLst/>
            <a:rect l="0" t="0" r="r" b="b"/>
            <a:pathLst>
              <a:path w="5002" h="27">
                <a:moveTo>
                  <a:pt x="0" y="0"/>
                </a:moveTo>
                <a:lnTo>
                  <a:pt x="5002" y="0"/>
                </a:lnTo>
                <a:lnTo>
                  <a:pt x="500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4060800" y="1958760"/>
            <a:ext cx="9259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Represented by </a:t>
            </a:r>
            <a:r>
              <a:rPr b="0" lang="en-US" sz="880" spc="-1" strike="noStrike">
                <a:solidFill>
                  <a:srgbClr val="0e0e14"/>
                </a:solidFill>
                <a:latin typeface="Inter"/>
                <a:ea typeface="Inter"/>
              </a:rPr>
              <a:t>  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4060800" y="2187360"/>
            <a:ext cx="19483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677B, Faisal Town, Lahore, Pakistan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5" name=""/>
          <p:cNvSpPr/>
          <p:nvPr/>
        </p:nvSpPr>
        <p:spPr>
          <a:xfrm>
            <a:off x="4743360" y="2571480"/>
            <a:ext cx="1619640" cy="10080"/>
          </a:xfrm>
          <a:custGeom>
            <a:avLst/>
            <a:gdLst/>
            <a:ahLst/>
            <a:rect l="0" t="0" r="r" b="b"/>
            <a:pathLst>
              <a:path w="4499" h="28">
                <a:moveTo>
                  <a:pt x="0" y="0"/>
                </a:moveTo>
                <a:lnTo>
                  <a:pt x="4499" y="0"/>
                </a:lnTo>
                <a:lnTo>
                  <a:pt x="44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4060800" y="2415960"/>
            <a:ext cx="74448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CNIC / NTN </a:t>
            </a:r>
            <a:r>
              <a:rPr b="0" lang="en-US" sz="880" spc="-1" strike="noStrike">
                <a:solidFill>
                  <a:srgbClr val="0e0e14"/>
                </a:solidFill>
                <a:latin typeface="Inter"/>
                <a:ea typeface="Inter"/>
              </a:rPr>
              <a:t>  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647640" y="3153960"/>
            <a:ext cx="18417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This agreement is effective from 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2464560" y="3158640"/>
            <a:ext cx="12992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20" spc="-1" strike="noStrike">
                <a:solidFill>
                  <a:srgbClr val="0e0e14"/>
                </a:solidFill>
                <a:latin typeface="Inter-Semi"/>
                <a:ea typeface="Inter-Semi"/>
              </a:rPr>
              <a:t>25 September 2026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3584520" y="3153960"/>
            <a:ext cx="20642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and covers the GFXT website (the "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5618520" y="3158640"/>
            <a:ext cx="5385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20" spc="-1" strike="noStrike">
                <a:solidFill>
                  <a:srgbClr val="0e0e14"/>
                </a:solidFill>
                <a:latin typeface="Inter-Semi"/>
                <a:ea typeface="Inter-Semi"/>
              </a:rPr>
              <a:t>Website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6077160" y="3153960"/>
            <a:ext cx="1317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").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2" name=""/>
          <p:cNvSpPr txBox="1"/>
          <p:nvPr/>
        </p:nvSpPr>
        <p:spPr>
          <a:xfrm>
            <a:off x="647640" y="3454200"/>
            <a:ext cx="1424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6a26d8"/>
                </a:solidFill>
                <a:latin typeface="Inter-Semi"/>
                <a:ea typeface="Inter-Semi"/>
              </a:rPr>
              <a:t>1. </a:t>
            </a:r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Scope of services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647640" y="5559120"/>
            <a:ext cx="14943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6a26d8"/>
                </a:solidFill>
                <a:latin typeface="Inter-Semi"/>
                <a:ea typeface="Inter-Semi"/>
              </a:rPr>
              <a:t>2. </a:t>
            </a:r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Fees and payment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647640" y="7664040"/>
            <a:ext cx="35791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6a26d8"/>
                </a:solidFill>
                <a:latin typeface="Inter-Semi"/>
                <a:ea typeface="Inter-Semi"/>
              </a:rPr>
              <a:t>3. </a:t>
            </a:r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Third-party services and ownership of accounts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971640" y="3711240"/>
            <a:ext cx="9241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20" spc="-1" strike="noStrike">
                <a:solidFill>
                  <a:srgbClr val="0e0e14"/>
                </a:solidFill>
                <a:latin typeface="Inter-Semi"/>
                <a:ea typeface="Inter-Semi"/>
              </a:rPr>
              <a:t>Development.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1756440" y="3706200"/>
            <a:ext cx="51609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OBD has designed and developed the Website Home, About Us, Services, Portfolio, Clients,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971640" y="3887280"/>
            <a:ext cx="5951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Our Management, Contact Us) using the company profile, content, photos and logos supplied by the Client,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971640" y="4077720"/>
            <a:ext cx="26798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and will complete the final details before launch.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647640" y="3697200"/>
            <a:ext cx="11808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1.1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971640" y="4320720"/>
            <a:ext cx="8449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20" spc="-1" strike="noStrike">
                <a:solidFill>
                  <a:srgbClr val="0e0e14"/>
                </a:solidFill>
                <a:latin typeface="Inter-Semi"/>
                <a:ea typeface="Inter-Semi"/>
              </a:rPr>
              <a:t>Deployment.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1689840" y="4316040"/>
            <a:ext cx="51624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OBD will configure the domain and DNS, set up hosting, install an SSL certificate, publish the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971640" y="4506480"/>
            <a:ext cx="1325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Website, and configure 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2280960" y="4511160"/>
            <a:ext cx="18842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20" spc="-1" strike="noStrike">
                <a:solidFill>
                  <a:srgbClr val="0e0e14"/>
                </a:solidFill>
                <a:latin typeface="Inter-Semi"/>
                <a:ea typeface="Inter-Semi"/>
              </a:rPr>
              <a:t>one 1) professional mailbox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3857040" y="4506480"/>
            <a:ext cx="1689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on one phone and one laptop.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647640" y="4306680"/>
            <a:ext cx="13932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1.2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971640" y="4758840"/>
            <a:ext cx="10753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20" spc="-1" strike="noStrike">
                <a:solidFill>
                  <a:srgbClr val="0e0e14"/>
                </a:solidFill>
                <a:latin typeface="Inter-Semi"/>
                <a:ea typeface="Inter-Semi"/>
              </a:rPr>
              <a:t>Launch support.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1895400" y="4754160"/>
            <a:ext cx="28598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OBD will fix any defects in its work reported within 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4731480" y="4758840"/>
            <a:ext cx="5144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20" spc="-1" strike="noStrike">
                <a:solidFill>
                  <a:srgbClr val="0e0e14"/>
                </a:solidFill>
                <a:latin typeface="Inter-Semi"/>
                <a:ea typeface="Inter-Semi"/>
              </a:rPr>
              <a:t>14 days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5158800" y="4754160"/>
            <a:ext cx="13633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of go-live, at no charge.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647640" y="4744800"/>
            <a:ext cx="13932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1.3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971640" y="4992120"/>
            <a:ext cx="58208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New pages, features, redesigns and ongoing maintenance are outside this scope. OBD will quote them in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971640" y="5182920"/>
            <a:ext cx="34434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writing and will begin only after the Client approves the quote.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647640" y="4983120"/>
            <a:ext cx="14256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1.4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971640" y="5811480"/>
            <a:ext cx="13402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The development fee is 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2296440" y="5816160"/>
            <a:ext cx="7610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20" spc="-1" strike="noStrike">
                <a:solidFill>
                  <a:srgbClr val="0e0e14"/>
                </a:solidFill>
                <a:latin typeface="Inter-Semi"/>
                <a:ea typeface="Inter-Semi"/>
              </a:rPr>
              <a:t>PKR 15,000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2942280" y="5811480"/>
            <a:ext cx="355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(standard rate PKR 25,000, payable on signing this agreement.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647640" y="5802120"/>
            <a:ext cx="13932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2.1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971640" y="6049440"/>
            <a:ext cx="3053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The  deployment  fee  (standard  rate  PKR  25,000)  is 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3930480" y="6054480"/>
            <a:ext cx="9698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20" spc="-1" strike="noStrike">
                <a:solidFill>
                  <a:srgbClr val="0e0e14"/>
                </a:solidFill>
                <a:latin typeface="Inter-Semi"/>
                <a:ea typeface="Inter-Semi"/>
              </a:rPr>
              <a:t>waived  in  full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4714200" y="6049440"/>
            <a:ext cx="22928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,  as  the  deployment  charges  were  not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971640" y="6239880"/>
            <a:ext cx="26859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communicated clearly to the Client at the outset.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647640" y="6040080"/>
            <a:ext cx="16092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2.2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3" name=""/>
          <p:cNvSpPr txBox="1"/>
          <p:nvPr/>
        </p:nvSpPr>
        <p:spPr>
          <a:xfrm>
            <a:off x="971640" y="6482880"/>
            <a:ext cx="25718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20" spc="-1" strike="noStrike">
                <a:solidFill>
                  <a:srgbClr val="0e0e14"/>
                </a:solidFill>
                <a:latin typeface="Inter-Semi"/>
                <a:ea typeface="Inter-Semi"/>
              </a:rPr>
              <a:t>Additional professional email accounts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3178440" y="6478200"/>
            <a:ext cx="23493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, beyond the one included, are charged at 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5576760" y="6482880"/>
            <a:ext cx="15048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20" spc="-1" strike="noStrike">
                <a:solidFill>
                  <a:srgbClr val="0e0e14"/>
                </a:solidFill>
                <a:latin typeface="Inter-Semi"/>
                <a:ea typeface="Inter-Semi"/>
              </a:rPr>
              <a:t>PKR 1,500 per account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6881400" y="6478200"/>
            <a:ext cx="1162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,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971640" y="6668640"/>
            <a:ext cx="61700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payable  to  OBD  at  the  time  of  setup.  The  mailbox  subscription  for  every  account  is  paid  by  the  Client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971640" y="6859080"/>
            <a:ext cx="1622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directly to the email provider.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647640" y="6468840"/>
            <a:ext cx="16236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2.3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971640" y="7097400"/>
            <a:ext cx="60022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Payment  may  be  made  by  bank  transfer,  Easypaisa  or  JazzCash.  OBD  will  issue  a  receipt  for  every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971640" y="7287840"/>
            <a:ext cx="515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payment.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647640" y="7088040"/>
            <a:ext cx="16524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2.4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971640" y="7916400"/>
            <a:ext cx="59259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The domain, hosting and email subscriptions are purchased by the Client directly from the providers, in the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971640" y="8097480"/>
            <a:ext cx="46947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Client's name, with OBD's guidance. OBD charges no commission on these services.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647640" y="7907040"/>
            <a:ext cx="13932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3.1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6" name=""/>
          <p:cNvSpPr txBox="1"/>
          <p:nvPr/>
        </p:nvSpPr>
        <p:spPr>
          <a:xfrm>
            <a:off x="971640" y="8345160"/>
            <a:ext cx="59076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The Client owns these accounts and is responsible for their renewal fees. Indicative costs: Domain 1 year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971640" y="8525880"/>
            <a:ext cx="59716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approx.  ~  PKR  3,000;  Hosting  1  year  approx.  ~  PKR  7,000;  mailbox  subscription:  as  per  the  email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971640" y="8716680"/>
            <a:ext cx="10094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provider's pricing.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647640" y="8335800"/>
            <a:ext cx="16236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3.2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971640" y="8964000"/>
            <a:ext cx="61135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OBD  will  hand  over  all  account  access  at  launch.  The  Client  may  change  passwords  or  revoke  OBD's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971640" y="9145080"/>
            <a:ext cx="10692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access at any time.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647640" y="8955000"/>
            <a:ext cx="16236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3.3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"/>
          <p:cNvSpPr/>
          <p:nvPr/>
        </p:nvSpPr>
        <p:spPr>
          <a:xfrm>
            <a:off x="647640" y="866520"/>
            <a:ext cx="6267600" cy="9106200"/>
          </a:xfrm>
          <a:custGeom>
            <a:avLst/>
            <a:gdLst/>
            <a:ahLst/>
            <a:rect l="0" t="0" r="r" b="b"/>
            <a:pathLst>
              <a:path w="17410" h="25295">
                <a:moveTo>
                  <a:pt x="0" y="0"/>
                </a:moveTo>
                <a:lnTo>
                  <a:pt x="17410" y="0"/>
                </a:lnTo>
                <a:lnTo>
                  <a:pt x="17410" y="25295"/>
                </a:lnTo>
                <a:lnTo>
                  <a:pt x="0" y="2529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647640" y="647280"/>
            <a:ext cx="129168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a26d8"/>
                </a:solidFill>
                <a:latin typeface="Inter"/>
                <a:ea typeface="Inter"/>
              </a:rPr>
              <a:t>SERVICE AGREEMENT · GFX-T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6038280" y="647280"/>
            <a:ext cx="9486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 B D - G F XT-2 0 2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6350400" y="10286640"/>
            <a:ext cx="4838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Page 3 of 4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647640" y="10286640"/>
            <a:ext cx="17564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OBD AI SOLUTIONS · LAHORE, PAKISTAN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647640" y="891720"/>
            <a:ext cx="1735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6a26d8"/>
                </a:solidFill>
                <a:latin typeface="Inter-Semi"/>
                <a:ea typeface="Inter-Semi"/>
              </a:rPr>
              <a:t>4. </a:t>
            </a:r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Client responsibilities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647640" y="1758600"/>
            <a:ext cx="941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6a26d8"/>
                </a:solidFill>
                <a:latin typeface="Inter-Semi"/>
                <a:ea typeface="Inter-Semi"/>
              </a:rPr>
              <a:t>5. </a:t>
            </a:r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Ownership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647640" y="2835000"/>
            <a:ext cx="12294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6a26d8"/>
                </a:solidFill>
                <a:latin typeface="Inter-Semi"/>
                <a:ea typeface="Inter-Semi"/>
              </a:rPr>
              <a:t>6. </a:t>
            </a:r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Confidentiality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647640" y="3463560"/>
            <a:ext cx="7524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6a26d8"/>
                </a:solidFill>
                <a:latin typeface="Inter-Semi"/>
                <a:ea typeface="Inter-Semi"/>
              </a:rPr>
              <a:t>7. </a:t>
            </a:r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Liability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647640" y="4520880"/>
            <a:ext cx="5936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6a26d8"/>
                </a:solidFill>
                <a:latin typeface="Inter-Semi"/>
                <a:ea typeface="Inter-Semi"/>
              </a:rPr>
              <a:t>8. </a:t>
            </a:r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Taxes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647640" y="5330520"/>
            <a:ext cx="1046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6a26d8"/>
                </a:solidFill>
                <a:latin typeface="Inter-Semi"/>
                <a:ea typeface="Inter-Semi"/>
              </a:rPr>
              <a:t>9. </a:t>
            </a:r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Termination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647640" y="6568560"/>
            <a:ext cx="22564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6a26d8"/>
                </a:solidFill>
                <a:latin typeface="Inter-Semi"/>
                <a:ea typeface="Inter-Semi"/>
              </a:rPr>
              <a:t>10. </a:t>
            </a:r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Governing law and disputes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647640" y="7378200"/>
            <a:ext cx="823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6a26d8"/>
                </a:solidFill>
                <a:latin typeface="Inter-Semi"/>
                <a:ea typeface="Inter-Semi"/>
              </a:rPr>
              <a:t>11. </a:t>
            </a:r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General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971640" y="1144080"/>
            <a:ext cx="59047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The Client will provide timely feedback, approvals and account access. Delays may affect the launch date.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647640" y="1134720"/>
            <a:ext cx="14256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4.1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971640" y="1391760"/>
            <a:ext cx="56073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The Client confirms that it has the right to use all content, images and logos supplied for the Website.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647640" y="1382400"/>
            <a:ext cx="16524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4.2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971640" y="2010960"/>
            <a:ext cx="57902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On full payment of the fees due, ownership of the Website's design, content and custom code passes to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971640" y="2201400"/>
            <a:ext cx="5616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the Client.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647640" y="2001600"/>
            <a:ext cx="13788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5.1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3" name=""/>
          <p:cNvSpPr/>
          <p:nvPr/>
        </p:nvSpPr>
        <p:spPr>
          <a:xfrm>
            <a:off x="4967280" y="2452680"/>
            <a:ext cx="123840" cy="123840"/>
          </a:xfrm>
          <a:custGeom>
            <a:avLst/>
            <a:gdLst/>
            <a:ahLst/>
            <a:rect l="0" t="0" r="r" b="b"/>
            <a:pathLst>
              <a:path w="344" h="344">
                <a:moveTo>
                  <a:pt x="0" y="298"/>
                </a:moveTo>
                <a:lnTo>
                  <a:pt x="0" y="46"/>
                </a:lnTo>
                <a:cubicBezTo>
                  <a:pt x="0" y="40"/>
                  <a:pt x="1" y="34"/>
                  <a:pt x="3" y="28"/>
                </a:cubicBezTo>
                <a:cubicBezTo>
                  <a:pt x="5" y="23"/>
                  <a:pt x="9" y="18"/>
                  <a:pt x="13" y="13"/>
                </a:cubicBezTo>
                <a:cubicBezTo>
                  <a:pt x="18" y="9"/>
                  <a:pt x="23" y="5"/>
                  <a:pt x="28" y="3"/>
                </a:cubicBezTo>
                <a:cubicBezTo>
                  <a:pt x="34" y="1"/>
                  <a:pt x="40" y="0"/>
                  <a:pt x="46" y="0"/>
                </a:cubicBezTo>
                <a:lnTo>
                  <a:pt x="298" y="0"/>
                </a:lnTo>
                <a:cubicBezTo>
                  <a:pt x="304" y="0"/>
                  <a:pt x="310" y="1"/>
                  <a:pt x="316" y="3"/>
                </a:cubicBezTo>
                <a:cubicBezTo>
                  <a:pt x="321" y="5"/>
                  <a:pt x="326" y="9"/>
                  <a:pt x="331" y="13"/>
                </a:cubicBezTo>
                <a:cubicBezTo>
                  <a:pt x="335" y="18"/>
                  <a:pt x="339" y="23"/>
                  <a:pt x="341" y="28"/>
                </a:cubicBezTo>
                <a:cubicBezTo>
                  <a:pt x="343" y="34"/>
                  <a:pt x="344" y="40"/>
                  <a:pt x="344" y="46"/>
                </a:cubicBezTo>
                <a:lnTo>
                  <a:pt x="344" y="298"/>
                </a:lnTo>
                <a:cubicBezTo>
                  <a:pt x="344" y="304"/>
                  <a:pt x="343" y="310"/>
                  <a:pt x="341" y="316"/>
                </a:cubicBezTo>
                <a:cubicBezTo>
                  <a:pt x="339" y="321"/>
                  <a:pt x="335" y="326"/>
                  <a:pt x="331" y="331"/>
                </a:cubicBezTo>
                <a:cubicBezTo>
                  <a:pt x="326" y="335"/>
                  <a:pt x="321" y="339"/>
                  <a:pt x="316" y="341"/>
                </a:cubicBezTo>
                <a:cubicBezTo>
                  <a:pt x="310" y="343"/>
                  <a:pt x="304" y="344"/>
                  <a:pt x="298" y="344"/>
                </a:cubicBezTo>
                <a:lnTo>
                  <a:pt x="46" y="344"/>
                </a:lnTo>
                <a:cubicBezTo>
                  <a:pt x="40" y="344"/>
                  <a:pt x="34" y="343"/>
                  <a:pt x="28" y="341"/>
                </a:cubicBezTo>
                <a:cubicBezTo>
                  <a:pt x="23" y="339"/>
                  <a:pt x="18" y="335"/>
                  <a:pt x="13" y="331"/>
                </a:cubicBezTo>
                <a:cubicBezTo>
                  <a:pt x="9" y="326"/>
                  <a:pt x="5" y="321"/>
                  <a:pt x="3" y="316"/>
                </a:cubicBezTo>
                <a:cubicBezTo>
                  <a:pt x="1" y="310"/>
                  <a:pt x="0" y="304"/>
                  <a:pt x="0" y="298"/>
                </a:cubicBezTo>
                <a:close/>
              </a:path>
            </a:pathLst>
          </a:custGeom>
          <a:noFill/>
          <a:ln w="9360">
            <a:solidFill>
              <a:srgbClr val="0e0e1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971640" y="2462400"/>
            <a:ext cx="40392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OBD may reference the Website in its portfolio unless the Client objects: 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5167080" y="2441880"/>
            <a:ext cx="158436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The Client does not consent.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647640" y="2430360"/>
            <a:ext cx="15912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5.2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971640" y="3087360"/>
            <a:ext cx="54626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Each party will keep the other's business information, pricing and account credentials confidential.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647640" y="3078000"/>
            <a:ext cx="14076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6.1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971640" y="3715920"/>
            <a:ext cx="6005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OBD  will  perform  the  services  with  reasonable  skill  and  care.  OBD  is  not  responsible  for  outages  or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971640" y="3897000"/>
            <a:ext cx="45637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changes made by third-party providers, but will assist the Client in resolving them.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647640" y="3706560"/>
            <a:ext cx="13500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7.1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971640" y="4144680"/>
            <a:ext cx="44431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OBD's total liability under this agreement is limited to the fees paid by the Client.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647640" y="4135320"/>
            <a:ext cx="15624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7.2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971640" y="4773240"/>
            <a:ext cx="59565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Each party is responsible for its own taxes under the laws of Pakistan. Where the Client withholds tax, it will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971640" y="4954320"/>
            <a:ext cx="22867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provide OBD with the relevant certificate.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647640" y="4763880"/>
            <a:ext cx="13932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8.1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971640" y="5582880"/>
            <a:ext cx="61743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Either  party  may  terminate  this  agreement  with  fourteen  14)  days'  written  notice,  including  by  email  or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971640" y="5763600"/>
            <a:ext cx="6102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WhatsApp.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647640" y="5573520"/>
            <a:ext cx="14076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9.1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971640" y="6011280"/>
            <a:ext cx="60447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Fees  for  work  already  completed  are  non-refundable.  On  termination,  OBD  will  hand  over  all  account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971640" y="6202080"/>
            <a:ext cx="38077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access and a copy of the Website once outstanding fees are settled.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647640" y="6002280"/>
            <a:ext cx="16236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9.2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971640" y="6820920"/>
            <a:ext cx="61682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The  parties  will  first  seek  to  resolve  any  dispute  amicably.  This  agreement  is  governed  by  the  laws  of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971640" y="7011720"/>
            <a:ext cx="30913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Pakistan, and the courts of Lahore will have jurisdiction.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647640" y="6811920"/>
            <a:ext cx="18504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10.1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971640" y="7630560"/>
            <a:ext cx="61898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This  agreement  supersedes  all  previous  discussions  about  this  project.  Any  changes  must  be  agreed  in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971640" y="7821000"/>
            <a:ext cx="4749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writing, and written confirmation from both parties by email or WhatsApp is sufficient.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647640" y="7621560"/>
            <a:ext cx="16092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11.1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971640" y="8059320"/>
            <a:ext cx="6131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This  agreement  may  be  signed  on  paper  or  electronically  under  the  Electronic  Transactions  Ordinance,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0" name=""/>
          <p:cNvSpPr txBox="1"/>
          <p:nvPr/>
        </p:nvSpPr>
        <p:spPr>
          <a:xfrm>
            <a:off x="971640" y="8249760"/>
            <a:ext cx="21099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2002. Each signed copy is an original.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1" name=""/>
          <p:cNvSpPr txBox="1"/>
          <p:nvPr/>
        </p:nvSpPr>
        <p:spPr>
          <a:xfrm>
            <a:off x="647640" y="8049960"/>
            <a:ext cx="18216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11.2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"/>
          <p:cNvSpPr/>
          <p:nvPr/>
        </p:nvSpPr>
        <p:spPr>
          <a:xfrm>
            <a:off x="647640" y="866520"/>
            <a:ext cx="6267600" cy="9106200"/>
          </a:xfrm>
          <a:custGeom>
            <a:avLst/>
            <a:gdLst/>
            <a:ahLst/>
            <a:rect l="0" t="0" r="r" b="b"/>
            <a:pathLst>
              <a:path w="17410" h="25295">
                <a:moveTo>
                  <a:pt x="0" y="0"/>
                </a:moveTo>
                <a:lnTo>
                  <a:pt x="17410" y="0"/>
                </a:lnTo>
                <a:lnTo>
                  <a:pt x="17410" y="25295"/>
                </a:lnTo>
                <a:lnTo>
                  <a:pt x="0" y="2529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647640" y="647280"/>
            <a:ext cx="129168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a26d8"/>
                </a:solidFill>
                <a:latin typeface="Inter"/>
                <a:ea typeface="Inter"/>
              </a:rPr>
              <a:t>SERVICE AGREEMENT · GFX-T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6038280" y="647280"/>
            <a:ext cx="9486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 B D - G F XT-2 0 2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6347880" y="10286640"/>
            <a:ext cx="48672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Page 4 of 4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6" name=""/>
          <p:cNvSpPr/>
          <p:nvPr/>
        </p:nvSpPr>
        <p:spPr>
          <a:xfrm>
            <a:off x="647640" y="1438200"/>
            <a:ext cx="4320" cy="4320"/>
          </a:xfrm>
          <a:custGeom>
            <a:avLst/>
            <a:gdLst/>
            <a:ahLst/>
            <a:rect l="0" t="0" r="r" b="b"/>
            <a:pathLst>
              <a:path w="12" h="12">
                <a:moveTo>
                  <a:pt x="0" y="0"/>
                </a:moveTo>
                <a:lnTo>
                  <a:pt x="0" y="12"/>
                </a:lnTo>
                <a:lnTo>
                  <a:pt x="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7" name=""/>
          <p:cNvSpPr/>
          <p:nvPr/>
        </p:nvSpPr>
        <p:spPr>
          <a:xfrm>
            <a:off x="647640" y="1438200"/>
            <a:ext cx="8280" cy="8280"/>
          </a:xfrm>
          <a:custGeom>
            <a:avLst/>
            <a:gdLst/>
            <a:ahLst/>
            <a:rect l="0" t="0" r="r" b="b"/>
            <a:pathLst>
              <a:path w="23" h="23">
                <a:moveTo>
                  <a:pt x="11" y="0"/>
                </a:moveTo>
                <a:lnTo>
                  <a:pt x="0" y="11"/>
                </a:lnTo>
                <a:lnTo>
                  <a:pt x="0" y="23"/>
                </a:lnTo>
                <a:lnTo>
                  <a:pt x="23" y="0"/>
                </a:lnTo>
                <a:lnTo>
                  <a:pt x="11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8" name=""/>
          <p:cNvSpPr/>
          <p:nvPr/>
        </p:nvSpPr>
        <p:spPr>
          <a:xfrm>
            <a:off x="647640" y="143820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23" y="0"/>
                </a:moveTo>
                <a:lnTo>
                  <a:pt x="0" y="22"/>
                </a:lnTo>
                <a:lnTo>
                  <a:pt x="0" y="35"/>
                </a:lnTo>
                <a:lnTo>
                  <a:pt x="35" y="0"/>
                </a:lnTo>
                <a:lnTo>
                  <a:pt x="23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9" name=""/>
          <p:cNvSpPr/>
          <p:nvPr/>
        </p:nvSpPr>
        <p:spPr>
          <a:xfrm>
            <a:off x="647640" y="1438200"/>
            <a:ext cx="16560" cy="16560"/>
          </a:xfrm>
          <a:custGeom>
            <a:avLst/>
            <a:gdLst/>
            <a:ahLst/>
            <a:rect l="0" t="0" r="r" b="b"/>
            <a:pathLst>
              <a:path w="46" h="46">
                <a:moveTo>
                  <a:pt x="35" y="0"/>
                </a:moveTo>
                <a:lnTo>
                  <a:pt x="0" y="35"/>
                </a:lnTo>
                <a:lnTo>
                  <a:pt x="0" y="46"/>
                </a:lnTo>
                <a:lnTo>
                  <a:pt x="46" y="0"/>
                </a:lnTo>
                <a:lnTo>
                  <a:pt x="35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0" name=""/>
          <p:cNvSpPr/>
          <p:nvPr/>
        </p:nvSpPr>
        <p:spPr>
          <a:xfrm>
            <a:off x="647640" y="1438200"/>
            <a:ext cx="19440" cy="19440"/>
          </a:xfrm>
          <a:custGeom>
            <a:avLst/>
            <a:gdLst/>
            <a:ahLst/>
            <a:rect l="0" t="0" r="r" b="b"/>
            <a:pathLst>
              <a:path w="54" h="54">
                <a:moveTo>
                  <a:pt x="45" y="0"/>
                </a:moveTo>
                <a:lnTo>
                  <a:pt x="0" y="46"/>
                </a:lnTo>
                <a:lnTo>
                  <a:pt x="0" y="54"/>
                </a:lnTo>
                <a:lnTo>
                  <a:pt x="54" y="0"/>
                </a:lnTo>
                <a:lnTo>
                  <a:pt x="45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1" name=""/>
          <p:cNvSpPr/>
          <p:nvPr/>
        </p:nvSpPr>
        <p:spPr>
          <a:xfrm>
            <a:off x="647640" y="1438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4" y="54"/>
                </a:lnTo>
                <a:lnTo>
                  <a:pt x="5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2" name=""/>
          <p:cNvSpPr/>
          <p:nvPr/>
        </p:nvSpPr>
        <p:spPr>
          <a:xfrm>
            <a:off x="64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3" name=""/>
          <p:cNvSpPr/>
          <p:nvPr/>
        </p:nvSpPr>
        <p:spPr>
          <a:xfrm>
            <a:off x="65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4" name=""/>
          <p:cNvSpPr/>
          <p:nvPr/>
        </p:nvSpPr>
        <p:spPr>
          <a:xfrm>
            <a:off x="657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5" name=""/>
          <p:cNvSpPr/>
          <p:nvPr/>
        </p:nvSpPr>
        <p:spPr>
          <a:xfrm>
            <a:off x="66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6" name=""/>
          <p:cNvSpPr/>
          <p:nvPr/>
        </p:nvSpPr>
        <p:spPr>
          <a:xfrm>
            <a:off x="665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7" name=""/>
          <p:cNvSpPr/>
          <p:nvPr/>
        </p:nvSpPr>
        <p:spPr>
          <a:xfrm>
            <a:off x="66924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8" name=""/>
          <p:cNvSpPr/>
          <p:nvPr/>
        </p:nvSpPr>
        <p:spPr>
          <a:xfrm>
            <a:off x="67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9" name=""/>
          <p:cNvSpPr/>
          <p:nvPr/>
        </p:nvSpPr>
        <p:spPr>
          <a:xfrm>
            <a:off x="6775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0" name=""/>
          <p:cNvSpPr/>
          <p:nvPr/>
        </p:nvSpPr>
        <p:spPr>
          <a:xfrm>
            <a:off x="681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2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2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1" name=""/>
          <p:cNvSpPr/>
          <p:nvPr/>
        </p:nvSpPr>
        <p:spPr>
          <a:xfrm>
            <a:off x="685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2" name=""/>
          <p:cNvSpPr/>
          <p:nvPr/>
        </p:nvSpPr>
        <p:spPr>
          <a:xfrm>
            <a:off x="689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3" name=""/>
          <p:cNvSpPr/>
          <p:nvPr/>
        </p:nvSpPr>
        <p:spPr>
          <a:xfrm>
            <a:off x="694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4" name=""/>
          <p:cNvSpPr/>
          <p:nvPr/>
        </p:nvSpPr>
        <p:spPr>
          <a:xfrm>
            <a:off x="698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5" name=""/>
          <p:cNvSpPr/>
          <p:nvPr/>
        </p:nvSpPr>
        <p:spPr>
          <a:xfrm>
            <a:off x="702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6" name=""/>
          <p:cNvSpPr/>
          <p:nvPr/>
        </p:nvSpPr>
        <p:spPr>
          <a:xfrm>
            <a:off x="706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7" name=""/>
          <p:cNvSpPr/>
          <p:nvPr/>
        </p:nvSpPr>
        <p:spPr>
          <a:xfrm>
            <a:off x="710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8" name=""/>
          <p:cNvSpPr/>
          <p:nvPr/>
        </p:nvSpPr>
        <p:spPr>
          <a:xfrm>
            <a:off x="71424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9" name=""/>
          <p:cNvSpPr/>
          <p:nvPr/>
        </p:nvSpPr>
        <p:spPr>
          <a:xfrm>
            <a:off x="718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0" name=""/>
          <p:cNvSpPr/>
          <p:nvPr/>
        </p:nvSpPr>
        <p:spPr>
          <a:xfrm>
            <a:off x="722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1" name=""/>
          <p:cNvSpPr/>
          <p:nvPr/>
        </p:nvSpPr>
        <p:spPr>
          <a:xfrm>
            <a:off x="726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2" name=""/>
          <p:cNvSpPr/>
          <p:nvPr/>
        </p:nvSpPr>
        <p:spPr>
          <a:xfrm>
            <a:off x="730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3" name=""/>
          <p:cNvSpPr/>
          <p:nvPr/>
        </p:nvSpPr>
        <p:spPr>
          <a:xfrm>
            <a:off x="734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4" name=""/>
          <p:cNvSpPr/>
          <p:nvPr/>
        </p:nvSpPr>
        <p:spPr>
          <a:xfrm>
            <a:off x="73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5" name=""/>
          <p:cNvSpPr/>
          <p:nvPr/>
        </p:nvSpPr>
        <p:spPr>
          <a:xfrm>
            <a:off x="74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6" name=""/>
          <p:cNvSpPr/>
          <p:nvPr/>
        </p:nvSpPr>
        <p:spPr>
          <a:xfrm>
            <a:off x="747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7" name=""/>
          <p:cNvSpPr/>
          <p:nvPr/>
        </p:nvSpPr>
        <p:spPr>
          <a:xfrm>
            <a:off x="75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8" name=""/>
          <p:cNvSpPr/>
          <p:nvPr/>
        </p:nvSpPr>
        <p:spPr>
          <a:xfrm>
            <a:off x="755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9" name=""/>
          <p:cNvSpPr/>
          <p:nvPr/>
        </p:nvSpPr>
        <p:spPr>
          <a:xfrm>
            <a:off x="759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0" name=""/>
          <p:cNvSpPr/>
          <p:nvPr/>
        </p:nvSpPr>
        <p:spPr>
          <a:xfrm>
            <a:off x="76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1" name=""/>
          <p:cNvSpPr/>
          <p:nvPr/>
        </p:nvSpPr>
        <p:spPr>
          <a:xfrm>
            <a:off x="767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2" name=""/>
          <p:cNvSpPr/>
          <p:nvPr/>
        </p:nvSpPr>
        <p:spPr>
          <a:xfrm>
            <a:off x="771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3" name=""/>
          <p:cNvSpPr/>
          <p:nvPr/>
        </p:nvSpPr>
        <p:spPr>
          <a:xfrm>
            <a:off x="775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4" name=""/>
          <p:cNvSpPr/>
          <p:nvPr/>
        </p:nvSpPr>
        <p:spPr>
          <a:xfrm>
            <a:off x="779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5" name=""/>
          <p:cNvSpPr/>
          <p:nvPr/>
        </p:nvSpPr>
        <p:spPr>
          <a:xfrm>
            <a:off x="784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6" name=""/>
          <p:cNvSpPr/>
          <p:nvPr/>
        </p:nvSpPr>
        <p:spPr>
          <a:xfrm>
            <a:off x="788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7" name=""/>
          <p:cNvSpPr/>
          <p:nvPr/>
        </p:nvSpPr>
        <p:spPr>
          <a:xfrm>
            <a:off x="7923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8" name=""/>
          <p:cNvSpPr/>
          <p:nvPr/>
        </p:nvSpPr>
        <p:spPr>
          <a:xfrm>
            <a:off x="796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9" name=""/>
          <p:cNvSpPr/>
          <p:nvPr/>
        </p:nvSpPr>
        <p:spPr>
          <a:xfrm>
            <a:off x="80028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0" name=""/>
          <p:cNvSpPr/>
          <p:nvPr/>
        </p:nvSpPr>
        <p:spPr>
          <a:xfrm>
            <a:off x="804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1" name=""/>
          <p:cNvSpPr/>
          <p:nvPr/>
        </p:nvSpPr>
        <p:spPr>
          <a:xfrm>
            <a:off x="808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2" name=""/>
          <p:cNvSpPr/>
          <p:nvPr/>
        </p:nvSpPr>
        <p:spPr>
          <a:xfrm>
            <a:off x="812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3" name=""/>
          <p:cNvSpPr/>
          <p:nvPr/>
        </p:nvSpPr>
        <p:spPr>
          <a:xfrm>
            <a:off x="816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4" name=""/>
          <p:cNvSpPr/>
          <p:nvPr/>
        </p:nvSpPr>
        <p:spPr>
          <a:xfrm>
            <a:off x="820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5" name=""/>
          <p:cNvSpPr/>
          <p:nvPr/>
        </p:nvSpPr>
        <p:spPr>
          <a:xfrm>
            <a:off x="824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6" name=""/>
          <p:cNvSpPr/>
          <p:nvPr/>
        </p:nvSpPr>
        <p:spPr>
          <a:xfrm>
            <a:off x="82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7" name=""/>
          <p:cNvSpPr/>
          <p:nvPr/>
        </p:nvSpPr>
        <p:spPr>
          <a:xfrm>
            <a:off x="83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8" name=""/>
          <p:cNvSpPr/>
          <p:nvPr/>
        </p:nvSpPr>
        <p:spPr>
          <a:xfrm>
            <a:off x="8373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9" name=""/>
          <p:cNvSpPr/>
          <p:nvPr/>
        </p:nvSpPr>
        <p:spPr>
          <a:xfrm>
            <a:off x="84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0" name=""/>
          <p:cNvSpPr/>
          <p:nvPr/>
        </p:nvSpPr>
        <p:spPr>
          <a:xfrm>
            <a:off x="84528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1" name=""/>
          <p:cNvSpPr/>
          <p:nvPr/>
        </p:nvSpPr>
        <p:spPr>
          <a:xfrm>
            <a:off x="849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2" name=""/>
          <p:cNvSpPr/>
          <p:nvPr/>
        </p:nvSpPr>
        <p:spPr>
          <a:xfrm>
            <a:off x="85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3" name=""/>
          <p:cNvSpPr/>
          <p:nvPr/>
        </p:nvSpPr>
        <p:spPr>
          <a:xfrm>
            <a:off x="857520" y="143820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4" name=""/>
          <p:cNvSpPr/>
          <p:nvPr/>
        </p:nvSpPr>
        <p:spPr>
          <a:xfrm>
            <a:off x="86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5" name=""/>
          <p:cNvSpPr/>
          <p:nvPr/>
        </p:nvSpPr>
        <p:spPr>
          <a:xfrm>
            <a:off x="8679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6" name=""/>
          <p:cNvSpPr/>
          <p:nvPr/>
        </p:nvSpPr>
        <p:spPr>
          <a:xfrm>
            <a:off x="87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7" name=""/>
          <p:cNvSpPr/>
          <p:nvPr/>
        </p:nvSpPr>
        <p:spPr>
          <a:xfrm>
            <a:off x="87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8" name=""/>
          <p:cNvSpPr/>
          <p:nvPr/>
        </p:nvSpPr>
        <p:spPr>
          <a:xfrm>
            <a:off x="8740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9" name=""/>
          <p:cNvSpPr/>
          <p:nvPr/>
        </p:nvSpPr>
        <p:spPr>
          <a:xfrm>
            <a:off x="87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0" name=""/>
          <p:cNvSpPr/>
          <p:nvPr/>
        </p:nvSpPr>
        <p:spPr>
          <a:xfrm>
            <a:off x="87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1" name=""/>
          <p:cNvSpPr/>
          <p:nvPr/>
        </p:nvSpPr>
        <p:spPr>
          <a:xfrm>
            <a:off x="88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2" name=""/>
          <p:cNvSpPr/>
          <p:nvPr/>
        </p:nvSpPr>
        <p:spPr>
          <a:xfrm>
            <a:off x="88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3" name=""/>
          <p:cNvSpPr/>
          <p:nvPr/>
        </p:nvSpPr>
        <p:spPr>
          <a:xfrm>
            <a:off x="884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4" name=""/>
          <p:cNvSpPr/>
          <p:nvPr/>
        </p:nvSpPr>
        <p:spPr>
          <a:xfrm>
            <a:off x="88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5" name=""/>
          <p:cNvSpPr/>
          <p:nvPr/>
        </p:nvSpPr>
        <p:spPr>
          <a:xfrm>
            <a:off x="88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6" name=""/>
          <p:cNvSpPr/>
          <p:nvPr/>
        </p:nvSpPr>
        <p:spPr>
          <a:xfrm>
            <a:off x="890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7" name=""/>
          <p:cNvSpPr/>
          <p:nvPr/>
        </p:nvSpPr>
        <p:spPr>
          <a:xfrm>
            <a:off x="89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8" name=""/>
          <p:cNvSpPr/>
          <p:nvPr/>
        </p:nvSpPr>
        <p:spPr>
          <a:xfrm>
            <a:off x="894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9" name=""/>
          <p:cNvSpPr/>
          <p:nvPr/>
        </p:nvSpPr>
        <p:spPr>
          <a:xfrm>
            <a:off x="8964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0" name=""/>
          <p:cNvSpPr/>
          <p:nvPr/>
        </p:nvSpPr>
        <p:spPr>
          <a:xfrm>
            <a:off x="89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1" name=""/>
          <p:cNvSpPr/>
          <p:nvPr/>
        </p:nvSpPr>
        <p:spPr>
          <a:xfrm>
            <a:off x="900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2" name=""/>
          <p:cNvSpPr/>
          <p:nvPr/>
        </p:nvSpPr>
        <p:spPr>
          <a:xfrm>
            <a:off x="9025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3" name=""/>
          <p:cNvSpPr/>
          <p:nvPr/>
        </p:nvSpPr>
        <p:spPr>
          <a:xfrm>
            <a:off x="90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4" name=""/>
          <p:cNvSpPr/>
          <p:nvPr/>
        </p:nvSpPr>
        <p:spPr>
          <a:xfrm>
            <a:off x="9068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5" name=""/>
          <p:cNvSpPr/>
          <p:nvPr/>
        </p:nvSpPr>
        <p:spPr>
          <a:xfrm>
            <a:off x="90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6" name=""/>
          <p:cNvSpPr/>
          <p:nvPr/>
        </p:nvSpPr>
        <p:spPr>
          <a:xfrm>
            <a:off x="91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7" name=""/>
          <p:cNvSpPr/>
          <p:nvPr/>
        </p:nvSpPr>
        <p:spPr>
          <a:xfrm>
            <a:off x="9129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8" name=""/>
          <p:cNvSpPr/>
          <p:nvPr/>
        </p:nvSpPr>
        <p:spPr>
          <a:xfrm>
            <a:off x="91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9" name=""/>
          <p:cNvSpPr/>
          <p:nvPr/>
        </p:nvSpPr>
        <p:spPr>
          <a:xfrm>
            <a:off x="91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0" name=""/>
          <p:cNvSpPr/>
          <p:nvPr/>
        </p:nvSpPr>
        <p:spPr>
          <a:xfrm>
            <a:off x="91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1" name=""/>
          <p:cNvSpPr/>
          <p:nvPr/>
        </p:nvSpPr>
        <p:spPr>
          <a:xfrm>
            <a:off x="92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2" name=""/>
          <p:cNvSpPr/>
          <p:nvPr/>
        </p:nvSpPr>
        <p:spPr>
          <a:xfrm>
            <a:off x="923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3" name=""/>
          <p:cNvSpPr/>
          <p:nvPr/>
        </p:nvSpPr>
        <p:spPr>
          <a:xfrm>
            <a:off x="92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4" name=""/>
          <p:cNvSpPr/>
          <p:nvPr/>
        </p:nvSpPr>
        <p:spPr>
          <a:xfrm>
            <a:off x="927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5" name=""/>
          <p:cNvSpPr/>
          <p:nvPr/>
        </p:nvSpPr>
        <p:spPr>
          <a:xfrm>
            <a:off x="929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6" name=""/>
          <p:cNvSpPr/>
          <p:nvPr/>
        </p:nvSpPr>
        <p:spPr>
          <a:xfrm>
            <a:off x="93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7" name=""/>
          <p:cNvSpPr/>
          <p:nvPr/>
        </p:nvSpPr>
        <p:spPr>
          <a:xfrm>
            <a:off x="933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8" name=""/>
          <p:cNvSpPr/>
          <p:nvPr/>
        </p:nvSpPr>
        <p:spPr>
          <a:xfrm>
            <a:off x="935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9" name=""/>
          <p:cNvSpPr/>
          <p:nvPr/>
        </p:nvSpPr>
        <p:spPr>
          <a:xfrm>
            <a:off x="93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0" name=""/>
          <p:cNvSpPr/>
          <p:nvPr/>
        </p:nvSpPr>
        <p:spPr>
          <a:xfrm>
            <a:off x="939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1" name=""/>
          <p:cNvSpPr/>
          <p:nvPr/>
        </p:nvSpPr>
        <p:spPr>
          <a:xfrm>
            <a:off x="9414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2" name=""/>
          <p:cNvSpPr/>
          <p:nvPr/>
        </p:nvSpPr>
        <p:spPr>
          <a:xfrm>
            <a:off x="94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3" name=""/>
          <p:cNvSpPr/>
          <p:nvPr/>
        </p:nvSpPr>
        <p:spPr>
          <a:xfrm>
            <a:off x="945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4" name=""/>
          <p:cNvSpPr/>
          <p:nvPr/>
        </p:nvSpPr>
        <p:spPr>
          <a:xfrm>
            <a:off x="94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5" name=""/>
          <p:cNvSpPr/>
          <p:nvPr/>
        </p:nvSpPr>
        <p:spPr>
          <a:xfrm>
            <a:off x="949680" y="143820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6" name=""/>
          <p:cNvSpPr/>
          <p:nvPr/>
        </p:nvSpPr>
        <p:spPr>
          <a:xfrm>
            <a:off x="9518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7" name=""/>
          <p:cNvSpPr/>
          <p:nvPr/>
        </p:nvSpPr>
        <p:spPr>
          <a:xfrm>
            <a:off x="954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8" name=""/>
          <p:cNvSpPr/>
          <p:nvPr/>
        </p:nvSpPr>
        <p:spPr>
          <a:xfrm>
            <a:off x="95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9" name=""/>
          <p:cNvSpPr/>
          <p:nvPr/>
        </p:nvSpPr>
        <p:spPr>
          <a:xfrm>
            <a:off x="957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0" name=""/>
          <p:cNvSpPr/>
          <p:nvPr/>
        </p:nvSpPr>
        <p:spPr>
          <a:xfrm>
            <a:off x="96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1" name=""/>
          <p:cNvSpPr/>
          <p:nvPr/>
        </p:nvSpPr>
        <p:spPr>
          <a:xfrm>
            <a:off x="96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2" name=""/>
          <p:cNvSpPr/>
          <p:nvPr/>
        </p:nvSpPr>
        <p:spPr>
          <a:xfrm>
            <a:off x="964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3" name=""/>
          <p:cNvSpPr/>
          <p:nvPr/>
        </p:nvSpPr>
        <p:spPr>
          <a:xfrm>
            <a:off x="96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4" name=""/>
          <p:cNvSpPr/>
          <p:nvPr/>
        </p:nvSpPr>
        <p:spPr>
          <a:xfrm>
            <a:off x="96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5" name=""/>
          <p:cNvSpPr/>
          <p:nvPr/>
        </p:nvSpPr>
        <p:spPr>
          <a:xfrm>
            <a:off x="97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6" name=""/>
          <p:cNvSpPr/>
          <p:nvPr/>
        </p:nvSpPr>
        <p:spPr>
          <a:xfrm>
            <a:off x="97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7" name=""/>
          <p:cNvSpPr/>
          <p:nvPr/>
        </p:nvSpPr>
        <p:spPr>
          <a:xfrm>
            <a:off x="974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8" name=""/>
          <p:cNvSpPr/>
          <p:nvPr/>
        </p:nvSpPr>
        <p:spPr>
          <a:xfrm>
            <a:off x="97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9" name=""/>
          <p:cNvSpPr/>
          <p:nvPr/>
        </p:nvSpPr>
        <p:spPr>
          <a:xfrm>
            <a:off x="97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0" name=""/>
          <p:cNvSpPr/>
          <p:nvPr/>
        </p:nvSpPr>
        <p:spPr>
          <a:xfrm>
            <a:off x="980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1" name=""/>
          <p:cNvSpPr/>
          <p:nvPr/>
        </p:nvSpPr>
        <p:spPr>
          <a:xfrm>
            <a:off x="98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2" name=""/>
          <p:cNvSpPr/>
          <p:nvPr/>
        </p:nvSpPr>
        <p:spPr>
          <a:xfrm>
            <a:off x="984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3" name=""/>
          <p:cNvSpPr/>
          <p:nvPr/>
        </p:nvSpPr>
        <p:spPr>
          <a:xfrm>
            <a:off x="986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4" name=""/>
          <p:cNvSpPr/>
          <p:nvPr/>
        </p:nvSpPr>
        <p:spPr>
          <a:xfrm>
            <a:off x="98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5" name=""/>
          <p:cNvSpPr/>
          <p:nvPr/>
        </p:nvSpPr>
        <p:spPr>
          <a:xfrm>
            <a:off x="990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6" name=""/>
          <p:cNvSpPr/>
          <p:nvPr/>
        </p:nvSpPr>
        <p:spPr>
          <a:xfrm>
            <a:off x="992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7" name=""/>
          <p:cNvSpPr/>
          <p:nvPr/>
        </p:nvSpPr>
        <p:spPr>
          <a:xfrm>
            <a:off x="99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8" name=""/>
          <p:cNvSpPr/>
          <p:nvPr/>
        </p:nvSpPr>
        <p:spPr>
          <a:xfrm>
            <a:off x="996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9" name=""/>
          <p:cNvSpPr/>
          <p:nvPr/>
        </p:nvSpPr>
        <p:spPr>
          <a:xfrm>
            <a:off x="99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0" name=""/>
          <p:cNvSpPr/>
          <p:nvPr/>
        </p:nvSpPr>
        <p:spPr>
          <a:xfrm>
            <a:off x="100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1" name=""/>
          <p:cNvSpPr/>
          <p:nvPr/>
        </p:nvSpPr>
        <p:spPr>
          <a:xfrm>
            <a:off x="1002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2" name=""/>
          <p:cNvSpPr/>
          <p:nvPr/>
        </p:nvSpPr>
        <p:spPr>
          <a:xfrm>
            <a:off x="100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3" name=""/>
          <p:cNvSpPr/>
          <p:nvPr/>
        </p:nvSpPr>
        <p:spPr>
          <a:xfrm>
            <a:off x="100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4" name=""/>
          <p:cNvSpPr/>
          <p:nvPr/>
        </p:nvSpPr>
        <p:spPr>
          <a:xfrm>
            <a:off x="100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5" name=""/>
          <p:cNvSpPr/>
          <p:nvPr/>
        </p:nvSpPr>
        <p:spPr>
          <a:xfrm>
            <a:off x="101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6" name=""/>
          <p:cNvSpPr/>
          <p:nvPr/>
        </p:nvSpPr>
        <p:spPr>
          <a:xfrm>
            <a:off x="1013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7" name=""/>
          <p:cNvSpPr/>
          <p:nvPr/>
        </p:nvSpPr>
        <p:spPr>
          <a:xfrm>
            <a:off x="101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8" name=""/>
          <p:cNvSpPr/>
          <p:nvPr/>
        </p:nvSpPr>
        <p:spPr>
          <a:xfrm>
            <a:off x="1017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9" name=""/>
          <p:cNvSpPr/>
          <p:nvPr/>
        </p:nvSpPr>
        <p:spPr>
          <a:xfrm>
            <a:off x="1019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0" name=""/>
          <p:cNvSpPr/>
          <p:nvPr/>
        </p:nvSpPr>
        <p:spPr>
          <a:xfrm>
            <a:off x="102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1" name=""/>
          <p:cNvSpPr/>
          <p:nvPr/>
        </p:nvSpPr>
        <p:spPr>
          <a:xfrm>
            <a:off x="1023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2" name=""/>
          <p:cNvSpPr/>
          <p:nvPr/>
        </p:nvSpPr>
        <p:spPr>
          <a:xfrm>
            <a:off x="1025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3" name=""/>
          <p:cNvSpPr/>
          <p:nvPr/>
        </p:nvSpPr>
        <p:spPr>
          <a:xfrm>
            <a:off x="102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4" name=""/>
          <p:cNvSpPr/>
          <p:nvPr/>
        </p:nvSpPr>
        <p:spPr>
          <a:xfrm>
            <a:off x="1029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5" name=""/>
          <p:cNvSpPr/>
          <p:nvPr/>
        </p:nvSpPr>
        <p:spPr>
          <a:xfrm>
            <a:off x="1031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6" name=""/>
          <p:cNvSpPr/>
          <p:nvPr/>
        </p:nvSpPr>
        <p:spPr>
          <a:xfrm>
            <a:off x="103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7" name=""/>
          <p:cNvSpPr/>
          <p:nvPr/>
        </p:nvSpPr>
        <p:spPr>
          <a:xfrm>
            <a:off x="1035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8" name=""/>
          <p:cNvSpPr/>
          <p:nvPr/>
        </p:nvSpPr>
        <p:spPr>
          <a:xfrm>
            <a:off x="103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9" name=""/>
          <p:cNvSpPr/>
          <p:nvPr/>
        </p:nvSpPr>
        <p:spPr>
          <a:xfrm>
            <a:off x="1039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0" name=""/>
          <p:cNvSpPr/>
          <p:nvPr/>
        </p:nvSpPr>
        <p:spPr>
          <a:xfrm>
            <a:off x="1041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1" name=""/>
          <p:cNvSpPr/>
          <p:nvPr/>
        </p:nvSpPr>
        <p:spPr>
          <a:xfrm>
            <a:off x="1044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2" name=""/>
          <p:cNvSpPr/>
          <p:nvPr/>
        </p:nvSpPr>
        <p:spPr>
          <a:xfrm>
            <a:off x="104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3" name=""/>
          <p:cNvSpPr/>
          <p:nvPr/>
        </p:nvSpPr>
        <p:spPr>
          <a:xfrm>
            <a:off x="1047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4" name=""/>
          <p:cNvSpPr/>
          <p:nvPr/>
        </p:nvSpPr>
        <p:spPr>
          <a:xfrm>
            <a:off x="105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5" name=""/>
          <p:cNvSpPr/>
          <p:nvPr/>
        </p:nvSpPr>
        <p:spPr>
          <a:xfrm>
            <a:off x="105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6" name=""/>
          <p:cNvSpPr/>
          <p:nvPr/>
        </p:nvSpPr>
        <p:spPr>
          <a:xfrm>
            <a:off x="1054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7" name=""/>
          <p:cNvSpPr/>
          <p:nvPr/>
        </p:nvSpPr>
        <p:spPr>
          <a:xfrm>
            <a:off x="105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8" name=""/>
          <p:cNvSpPr/>
          <p:nvPr/>
        </p:nvSpPr>
        <p:spPr>
          <a:xfrm>
            <a:off x="105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9" name=""/>
          <p:cNvSpPr/>
          <p:nvPr/>
        </p:nvSpPr>
        <p:spPr>
          <a:xfrm>
            <a:off x="106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0" name=""/>
          <p:cNvSpPr/>
          <p:nvPr/>
        </p:nvSpPr>
        <p:spPr>
          <a:xfrm>
            <a:off x="106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1" name=""/>
          <p:cNvSpPr/>
          <p:nvPr/>
        </p:nvSpPr>
        <p:spPr>
          <a:xfrm>
            <a:off x="10645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2" name=""/>
          <p:cNvSpPr/>
          <p:nvPr/>
        </p:nvSpPr>
        <p:spPr>
          <a:xfrm>
            <a:off x="106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3" name=""/>
          <p:cNvSpPr/>
          <p:nvPr/>
        </p:nvSpPr>
        <p:spPr>
          <a:xfrm>
            <a:off x="106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4" name=""/>
          <p:cNvSpPr/>
          <p:nvPr/>
        </p:nvSpPr>
        <p:spPr>
          <a:xfrm>
            <a:off x="1070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5" name=""/>
          <p:cNvSpPr/>
          <p:nvPr/>
        </p:nvSpPr>
        <p:spPr>
          <a:xfrm>
            <a:off x="107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6" name=""/>
          <p:cNvSpPr/>
          <p:nvPr/>
        </p:nvSpPr>
        <p:spPr>
          <a:xfrm>
            <a:off x="10746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7" name=""/>
          <p:cNvSpPr/>
          <p:nvPr/>
        </p:nvSpPr>
        <p:spPr>
          <a:xfrm>
            <a:off x="1076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8" name=""/>
          <p:cNvSpPr/>
          <p:nvPr/>
        </p:nvSpPr>
        <p:spPr>
          <a:xfrm>
            <a:off x="107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9" name=""/>
          <p:cNvSpPr/>
          <p:nvPr/>
        </p:nvSpPr>
        <p:spPr>
          <a:xfrm>
            <a:off x="1080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0" name=""/>
          <p:cNvSpPr/>
          <p:nvPr/>
        </p:nvSpPr>
        <p:spPr>
          <a:xfrm>
            <a:off x="1082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1" name=""/>
          <p:cNvSpPr/>
          <p:nvPr/>
        </p:nvSpPr>
        <p:spPr>
          <a:xfrm>
            <a:off x="108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2" name=""/>
          <p:cNvSpPr/>
          <p:nvPr/>
        </p:nvSpPr>
        <p:spPr>
          <a:xfrm>
            <a:off x="1086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3" name=""/>
          <p:cNvSpPr/>
          <p:nvPr/>
        </p:nvSpPr>
        <p:spPr>
          <a:xfrm>
            <a:off x="108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4" name=""/>
          <p:cNvSpPr/>
          <p:nvPr/>
        </p:nvSpPr>
        <p:spPr>
          <a:xfrm>
            <a:off x="109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5" name=""/>
          <p:cNvSpPr/>
          <p:nvPr/>
        </p:nvSpPr>
        <p:spPr>
          <a:xfrm>
            <a:off x="1092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6" name=""/>
          <p:cNvSpPr/>
          <p:nvPr/>
        </p:nvSpPr>
        <p:spPr>
          <a:xfrm>
            <a:off x="109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7" name=""/>
          <p:cNvSpPr/>
          <p:nvPr/>
        </p:nvSpPr>
        <p:spPr>
          <a:xfrm>
            <a:off x="109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8" name=""/>
          <p:cNvSpPr/>
          <p:nvPr/>
        </p:nvSpPr>
        <p:spPr>
          <a:xfrm>
            <a:off x="109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9" name=""/>
          <p:cNvSpPr/>
          <p:nvPr/>
        </p:nvSpPr>
        <p:spPr>
          <a:xfrm>
            <a:off x="110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0" name=""/>
          <p:cNvSpPr/>
          <p:nvPr/>
        </p:nvSpPr>
        <p:spPr>
          <a:xfrm>
            <a:off x="11034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1" name=""/>
          <p:cNvSpPr/>
          <p:nvPr/>
        </p:nvSpPr>
        <p:spPr>
          <a:xfrm>
            <a:off x="110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2" name=""/>
          <p:cNvSpPr/>
          <p:nvPr/>
        </p:nvSpPr>
        <p:spPr>
          <a:xfrm>
            <a:off x="11073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3" name=""/>
          <p:cNvSpPr/>
          <p:nvPr/>
        </p:nvSpPr>
        <p:spPr>
          <a:xfrm>
            <a:off x="11095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4" name=""/>
          <p:cNvSpPr/>
          <p:nvPr/>
        </p:nvSpPr>
        <p:spPr>
          <a:xfrm>
            <a:off x="111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5" name=""/>
          <p:cNvSpPr/>
          <p:nvPr/>
        </p:nvSpPr>
        <p:spPr>
          <a:xfrm>
            <a:off x="11134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6" name=""/>
          <p:cNvSpPr/>
          <p:nvPr/>
        </p:nvSpPr>
        <p:spPr>
          <a:xfrm>
            <a:off x="1115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7" name=""/>
          <p:cNvSpPr/>
          <p:nvPr/>
        </p:nvSpPr>
        <p:spPr>
          <a:xfrm>
            <a:off x="111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8" name=""/>
          <p:cNvSpPr/>
          <p:nvPr/>
        </p:nvSpPr>
        <p:spPr>
          <a:xfrm>
            <a:off x="11196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9" name=""/>
          <p:cNvSpPr/>
          <p:nvPr/>
        </p:nvSpPr>
        <p:spPr>
          <a:xfrm>
            <a:off x="1121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0" name=""/>
          <p:cNvSpPr/>
          <p:nvPr/>
        </p:nvSpPr>
        <p:spPr>
          <a:xfrm>
            <a:off x="112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1" name=""/>
          <p:cNvSpPr/>
          <p:nvPr/>
        </p:nvSpPr>
        <p:spPr>
          <a:xfrm>
            <a:off x="1125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2" name=""/>
          <p:cNvSpPr/>
          <p:nvPr/>
        </p:nvSpPr>
        <p:spPr>
          <a:xfrm>
            <a:off x="112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3" name=""/>
          <p:cNvSpPr/>
          <p:nvPr/>
        </p:nvSpPr>
        <p:spPr>
          <a:xfrm>
            <a:off x="1129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4" name=""/>
          <p:cNvSpPr/>
          <p:nvPr/>
        </p:nvSpPr>
        <p:spPr>
          <a:xfrm>
            <a:off x="1131840" y="1438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8" y="1"/>
                </a:lnTo>
                <a:lnTo>
                  <a:pt x="54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5" name=""/>
          <p:cNvSpPr/>
          <p:nvPr/>
        </p:nvSpPr>
        <p:spPr>
          <a:xfrm>
            <a:off x="1134000" y="1438560"/>
            <a:ext cx="18720" cy="19080"/>
          </a:xfrm>
          <a:custGeom>
            <a:avLst/>
            <a:gdLst/>
            <a:ahLst/>
            <a:rect l="0" t="0" r="r" b="b"/>
            <a:pathLst>
              <a:path w="52" h="53">
                <a:moveTo>
                  <a:pt x="52" y="0"/>
                </a:moveTo>
                <a:lnTo>
                  <a:pt x="0" y="53"/>
                </a:lnTo>
                <a:lnTo>
                  <a:pt x="5" y="53"/>
                </a:lnTo>
                <a:lnTo>
                  <a:pt x="52" y="6"/>
                </a:lnTo>
                <a:lnTo>
                  <a:pt x="52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6" name=""/>
          <p:cNvSpPr/>
          <p:nvPr/>
        </p:nvSpPr>
        <p:spPr>
          <a:xfrm>
            <a:off x="1135800" y="1440720"/>
            <a:ext cx="16920" cy="16920"/>
          </a:xfrm>
          <a:custGeom>
            <a:avLst/>
            <a:gdLst/>
            <a:ahLst/>
            <a:rect l="0" t="0" r="r" b="b"/>
            <a:pathLst>
              <a:path w="47" h="47">
                <a:moveTo>
                  <a:pt x="47" y="0"/>
                </a:moveTo>
                <a:lnTo>
                  <a:pt x="0" y="47"/>
                </a:lnTo>
                <a:lnTo>
                  <a:pt x="6" y="47"/>
                </a:lnTo>
                <a:lnTo>
                  <a:pt x="47" y="6"/>
                </a:lnTo>
                <a:lnTo>
                  <a:pt x="47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7" name=""/>
          <p:cNvSpPr/>
          <p:nvPr/>
        </p:nvSpPr>
        <p:spPr>
          <a:xfrm>
            <a:off x="1137960" y="1442880"/>
            <a:ext cx="14760" cy="14760"/>
          </a:xfrm>
          <a:custGeom>
            <a:avLst/>
            <a:gdLst/>
            <a:ahLst/>
            <a:rect l="0" t="0" r="r" b="b"/>
            <a:pathLst>
              <a:path w="41" h="41">
                <a:moveTo>
                  <a:pt x="41" y="0"/>
                </a:moveTo>
                <a:lnTo>
                  <a:pt x="0" y="41"/>
                </a:lnTo>
                <a:lnTo>
                  <a:pt x="6" y="41"/>
                </a:lnTo>
                <a:lnTo>
                  <a:pt x="41" y="6"/>
                </a:lnTo>
                <a:lnTo>
                  <a:pt x="41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8" name=""/>
          <p:cNvSpPr/>
          <p:nvPr/>
        </p:nvSpPr>
        <p:spPr>
          <a:xfrm>
            <a:off x="1140120" y="144504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35" y="0"/>
                </a:moveTo>
                <a:lnTo>
                  <a:pt x="0" y="35"/>
                </a:lnTo>
                <a:lnTo>
                  <a:pt x="6" y="35"/>
                </a:lnTo>
                <a:lnTo>
                  <a:pt x="35" y="5"/>
                </a:lnTo>
                <a:lnTo>
                  <a:pt x="35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9" name=""/>
          <p:cNvSpPr/>
          <p:nvPr/>
        </p:nvSpPr>
        <p:spPr>
          <a:xfrm>
            <a:off x="1142280" y="1446840"/>
            <a:ext cx="10440" cy="10800"/>
          </a:xfrm>
          <a:custGeom>
            <a:avLst/>
            <a:gdLst/>
            <a:ahLst/>
            <a:rect l="0" t="0" r="r" b="b"/>
            <a:pathLst>
              <a:path w="29" h="30">
                <a:moveTo>
                  <a:pt x="29" y="0"/>
                </a:moveTo>
                <a:lnTo>
                  <a:pt x="0" y="30"/>
                </a:lnTo>
                <a:lnTo>
                  <a:pt x="6" y="30"/>
                </a:lnTo>
                <a:lnTo>
                  <a:pt x="29" y="6"/>
                </a:lnTo>
                <a:lnTo>
                  <a:pt x="29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0" name=""/>
          <p:cNvSpPr/>
          <p:nvPr/>
        </p:nvSpPr>
        <p:spPr>
          <a:xfrm>
            <a:off x="1144080" y="1449000"/>
            <a:ext cx="9000" cy="8640"/>
          </a:xfrm>
          <a:custGeom>
            <a:avLst/>
            <a:gdLst/>
            <a:ahLst/>
            <a:rect l="0" t="0" r="r" b="b"/>
            <a:pathLst>
              <a:path w="25" h="24">
                <a:moveTo>
                  <a:pt x="25" y="0"/>
                </a:moveTo>
                <a:lnTo>
                  <a:pt x="0" y="24"/>
                </a:lnTo>
                <a:lnTo>
                  <a:pt x="7" y="24"/>
                </a:lnTo>
                <a:lnTo>
                  <a:pt x="25" y="6"/>
                </a:lnTo>
                <a:lnTo>
                  <a:pt x="25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1" name=""/>
          <p:cNvSpPr/>
          <p:nvPr/>
        </p:nvSpPr>
        <p:spPr>
          <a:xfrm>
            <a:off x="1146240" y="1451160"/>
            <a:ext cx="6480" cy="6480"/>
          </a:xfrm>
          <a:custGeom>
            <a:avLst/>
            <a:gdLst/>
            <a:ahLst/>
            <a:rect l="0" t="0" r="r" b="b"/>
            <a:pathLst>
              <a:path w="18" h="18">
                <a:moveTo>
                  <a:pt x="18" y="0"/>
                </a:moveTo>
                <a:lnTo>
                  <a:pt x="0" y="18"/>
                </a:lnTo>
                <a:lnTo>
                  <a:pt x="7" y="18"/>
                </a:lnTo>
                <a:lnTo>
                  <a:pt x="18" y="5"/>
                </a:lnTo>
                <a:lnTo>
                  <a:pt x="18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2" name=""/>
          <p:cNvSpPr/>
          <p:nvPr/>
        </p:nvSpPr>
        <p:spPr>
          <a:xfrm>
            <a:off x="1148400" y="1452960"/>
            <a:ext cx="4320" cy="4680"/>
          </a:xfrm>
          <a:custGeom>
            <a:avLst/>
            <a:gdLst/>
            <a:ahLst/>
            <a:rect l="0" t="0" r="r" b="b"/>
            <a:pathLst>
              <a:path w="12" h="13">
                <a:moveTo>
                  <a:pt x="12" y="0"/>
                </a:moveTo>
                <a:lnTo>
                  <a:pt x="0" y="13"/>
                </a:lnTo>
                <a:lnTo>
                  <a:pt x="5" y="13"/>
                </a:lnTo>
                <a:lnTo>
                  <a:pt x="12" y="6"/>
                </a:lnTo>
                <a:lnTo>
                  <a:pt x="12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3" name=""/>
          <p:cNvSpPr/>
          <p:nvPr/>
        </p:nvSpPr>
        <p:spPr>
          <a:xfrm>
            <a:off x="1150200" y="1455120"/>
            <a:ext cx="2520" cy="2880"/>
          </a:xfrm>
          <a:custGeom>
            <a:avLst/>
            <a:gdLst/>
            <a:ahLst/>
            <a:rect l="0" t="0" r="r" b="b"/>
            <a:pathLst>
              <a:path w="7" h="8">
                <a:moveTo>
                  <a:pt x="7" y="0"/>
                </a:moveTo>
                <a:lnTo>
                  <a:pt x="0" y="8"/>
                </a:lnTo>
                <a:lnTo>
                  <a:pt x="7" y="8"/>
                </a:lnTo>
                <a:lnTo>
                  <a:pt x="7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4" name=""/>
          <p:cNvSpPr/>
          <p:nvPr/>
        </p:nvSpPr>
        <p:spPr>
          <a:xfrm>
            <a:off x="647640" y="1952280"/>
            <a:ext cx="3067200" cy="10080"/>
          </a:xfrm>
          <a:custGeom>
            <a:avLst/>
            <a:gdLst/>
            <a:ahLst/>
            <a:rect l="0" t="0" r="r" b="b"/>
            <a:pathLst>
              <a:path w="8520" h="28">
                <a:moveTo>
                  <a:pt x="0" y="0"/>
                </a:moveTo>
                <a:lnTo>
                  <a:pt x="8520" y="0"/>
                </a:lnTo>
                <a:lnTo>
                  <a:pt x="85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5" name=""/>
          <p:cNvSpPr/>
          <p:nvPr/>
        </p:nvSpPr>
        <p:spPr>
          <a:xfrm>
            <a:off x="3714480" y="1952280"/>
            <a:ext cx="1791000" cy="10080"/>
          </a:xfrm>
          <a:custGeom>
            <a:avLst/>
            <a:gdLst/>
            <a:ahLst/>
            <a:rect l="0" t="0" r="r" b="b"/>
            <a:pathLst>
              <a:path w="4975" h="28">
                <a:moveTo>
                  <a:pt x="0" y="0"/>
                </a:moveTo>
                <a:lnTo>
                  <a:pt x="4975" y="0"/>
                </a:lnTo>
                <a:lnTo>
                  <a:pt x="49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6" name=""/>
          <p:cNvSpPr/>
          <p:nvPr/>
        </p:nvSpPr>
        <p:spPr>
          <a:xfrm>
            <a:off x="5505120" y="1952280"/>
            <a:ext cx="1410120" cy="10080"/>
          </a:xfrm>
          <a:custGeom>
            <a:avLst/>
            <a:gdLst/>
            <a:ahLst/>
            <a:rect l="0" t="0" r="r" b="b"/>
            <a:pathLst>
              <a:path w="3917" h="28">
                <a:moveTo>
                  <a:pt x="0" y="0"/>
                </a:moveTo>
                <a:lnTo>
                  <a:pt x="3917" y="0"/>
                </a:lnTo>
                <a:lnTo>
                  <a:pt x="39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7" name=""/>
          <p:cNvSpPr/>
          <p:nvPr/>
        </p:nvSpPr>
        <p:spPr>
          <a:xfrm>
            <a:off x="647640" y="2333520"/>
            <a:ext cx="3067200" cy="9720"/>
          </a:xfrm>
          <a:custGeom>
            <a:avLst/>
            <a:gdLst/>
            <a:ahLst/>
            <a:rect l="0" t="0" r="r" b="b"/>
            <a:pathLst>
              <a:path w="8520" h="27">
                <a:moveTo>
                  <a:pt x="0" y="0"/>
                </a:moveTo>
                <a:lnTo>
                  <a:pt x="8520" y="0"/>
                </a:lnTo>
                <a:lnTo>
                  <a:pt x="85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8" name=""/>
          <p:cNvSpPr/>
          <p:nvPr/>
        </p:nvSpPr>
        <p:spPr>
          <a:xfrm>
            <a:off x="3714480" y="2333520"/>
            <a:ext cx="1791000" cy="9720"/>
          </a:xfrm>
          <a:custGeom>
            <a:avLst/>
            <a:gdLst/>
            <a:ahLst/>
            <a:rect l="0" t="0" r="r" b="b"/>
            <a:pathLst>
              <a:path w="4975" h="27">
                <a:moveTo>
                  <a:pt x="0" y="0"/>
                </a:moveTo>
                <a:lnTo>
                  <a:pt x="4975" y="0"/>
                </a:lnTo>
                <a:lnTo>
                  <a:pt x="49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9" name=""/>
          <p:cNvSpPr/>
          <p:nvPr/>
        </p:nvSpPr>
        <p:spPr>
          <a:xfrm>
            <a:off x="5505120" y="2333520"/>
            <a:ext cx="1410120" cy="9720"/>
          </a:xfrm>
          <a:custGeom>
            <a:avLst/>
            <a:gdLst/>
            <a:ahLst/>
            <a:rect l="0" t="0" r="r" b="b"/>
            <a:pathLst>
              <a:path w="3917" h="27">
                <a:moveTo>
                  <a:pt x="0" y="0"/>
                </a:moveTo>
                <a:lnTo>
                  <a:pt x="3917" y="0"/>
                </a:lnTo>
                <a:lnTo>
                  <a:pt x="39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0" name=""/>
          <p:cNvSpPr/>
          <p:nvPr/>
        </p:nvSpPr>
        <p:spPr>
          <a:xfrm>
            <a:off x="647640" y="2705040"/>
            <a:ext cx="3067200" cy="9720"/>
          </a:xfrm>
          <a:custGeom>
            <a:avLst/>
            <a:gdLst/>
            <a:ahLst/>
            <a:rect l="0" t="0" r="r" b="b"/>
            <a:pathLst>
              <a:path w="8520" h="27">
                <a:moveTo>
                  <a:pt x="0" y="0"/>
                </a:moveTo>
                <a:lnTo>
                  <a:pt x="8520" y="0"/>
                </a:lnTo>
                <a:lnTo>
                  <a:pt x="85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1" name=""/>
          <p:cNvSpPr/>
          <p:nvPr/>
        </p:nvSpPr>
        <p:spPr>
          <a:xfrm>
            <a:off x="3714480" y="2705040"/>
            <a:ext cx="1791000" cy="9720"/>
          </a:xfrm>
          <a:custGeom>
            <a:avLst/>
            <a:gdLst/>
            <a:ahLst/>
            <a:rect l="0" t="0" r="r" b="b"/>
            <a:pathLst>
              <a:path w="4975" h="27">
                <a:moveTo>
                  <a:pt x="0" y="0"/>
                </a:moveTo>
                <a:lnTo>
                  <a:pt x="4975" y="0"/>
                </a:lnTo>
                <a:lnTo>
                  <a:pt x="49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2" name=""/>
          <p:cNvSpPr/>
          <p:nvPr/>
        </p:nvSpPr>
        <p:spPr>
          <a:xfrm>
            <a:off x="5505120" y="2705040"/>
            <a:ext cx="1410120" cy="9720"/>
          </a:xfrm>
          <a:custGeom>
            <a:avLst/>
            <a:gdLst/>
            <a:ahLst/>
            <a:rect l="0" t="0" r="r" b="b"/>
            <a:pathLst>
              <a:path w="3917" h="27">
                <a:moveTo>
                  <a:pt x="0" y="0"/>
                </a:moveTo>
                <a:lnTo>
                  <a:pt x="3917" y="0"/>
                </a:lnTo>
                <a:lnTo>
                  <a:pt x="39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647640" y="10286640"/>
            <a:ext cx="17564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OBD AI SOLUTIONS · LAHORE, PAKISTAN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647640" y="858240"/>
            <a:ext cx="119088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6a26d8"/>
                </a:solidFill>
                <a:latin typeface="Inter-Semi"/>
                <a:ea typeface="Inter-Semi"/>
              </a:rPr>
              <a:t>F E E   S U M M A R Y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647640" y="1052280"/>
            <a:ext cx="468540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What's included and what it costs.</a:t>
            </a:r>
            <a:endParaRPr b="0" lang="en-US" sz="1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755640" y="1739160"/>
            <a:ext cx="32832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I T E M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4477320" y="1739160"/>
            <a:ext cx="112536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S TA N D A R D   R AT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8" name=""/>
          <p:cNvSpPr txBox="1"/>
          <p:nvPr/>
        </p:nvSpPr>
        <p:spPr>
          <a:xfrm>
            <a:off x="6128280" y="1739160"/>
            <a:ext cx="87696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A G R E E D   F E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755640" y="2084760"/>
            <a:ext cx="140724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Website development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1954800" y="2080080"/>
            <a:ext cx="52488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· 7 pages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1" name=""/>
          <p:cNvSpPr/>
          <p:nvPr/>
        </p:nvSpPr>
        <p:spPr>
          <a:xfrm>
            <a:off x="4686120" y="2143080"/>
            <a:ext cx="636480" cy="9720"/>
          </a:xfrm>
          <a:custGeom>
            <a:avLst/>
            <a:gdLst/>
            <a:ahLst/>
            <a:rect l="0" t="0" r="r" b="b"/>
            <a:pathLst>
              <a:path w="1768" h="27">
                <a:moveTo>
                  <a:pt x="0" y="0"/>
                </a:moveTo>
                <a:lnTo>
                  <a:pt x="1768" y="0"/>
                </a:lnTo>
                <a:lnTo>
                  <a:pt x="17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a29c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2" name=""/>
          <p:cNvSpPr txBox="1"/>
          <p:nvPr/>
        </p:nvSpPr>
        <p:spPr>
          <a:xfrm>
            <a:off x="4686120" y="2080080"/>
            <a:ext cx="64224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a29c9e"/>
                </a:solidFill>
                <a:latin typeface="Inter"/>
                <a:ea typeface="Inter"/>
              </a:rPr>
              <a:t>PKR 25,000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3" name=""/>
          <p:cNvSpPr txBox="1"/>
          <p:nvPr/>
        </p:nvSpPr>
        <p:spPr>
          <a:xfrm>
            <a:off x="6174720" y="2084760"/>
            <a:ext cx="74124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PKR 15,000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4" name=""/>
          <p:cNvSpPr txBox="1"/>
          <p:nvPr/>
        </p:nvSpPr>
        <p:spPr>
          <a:xfrm>
            <a:off x="755640" y="2456280"/>
            <a:ext cx="77940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Deployment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5" name=""/>
          <p:cNvSpPr txBox="1"/>
          <p:nvPr/>
        </p:nvSpPr>
        <p:spPr>
          <a:xfrm>
            <a:off x="1422360" y="2451600"/>
            <a:ext cx="48384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· waived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6" name=""/>
          <p:cNvSpPr/>
          <p:nvPr/>
        </p:nvSpPr>
        <p:spPr>
          <a:xfrm>
            <a:off x="4686120" y="2514240"/>
            <a:ext cx="636480" cy="10080"/>
          </a:xfrm>
          <a:custGeom>
            <a:avLst/>
            <a:gdLst/>
            <a:ahLst/>
            <a:rect l="0" t="0" r="r" b="b"/>
            <a:pathLst>
              <a:path w="1768" h="28">
                <a:moveTo>
                  <a:pt x="0" y="0"/>
                </a:moveTo>
                <a:lnTo>
                  <a:pt x="1768" y="0"/>
                </a:lnTo>
                <a:lnTo>
                  <a:pt x="17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a29c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4686120" y="2451600"/>
            <a:ext cx="64224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a29c9e"/>
                </a:solidFill>
                <a:latin typeface="Inter"/>
                <a:ea typeface="Inter"/>
              </a:rPr>
              <a:t>PKR 25,000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6474240" y="2456280"/>
            <a:ext cx="38016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PKR 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755640" y="2837160"/>
            <a:ext cx="158868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Total payable on signing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0" name=""/>
          <p:cNvSpPr/>
          <p:nvPr/>
        </p:nvSpPr>
        <p:spPr>
          <a:xfrm>
            <a:off x="652320" y="3309840"/>
            <a:ext cx="3038760" cy="2410200"/>
          </a:xfrm>
          <a:custGeom>
            <a:avLst/>
            <a:gdLst/>
            <a:ahLst/>
            <a:rect l="0" t="0" r="r" b="b"/>
            <a:pathLst>
              <a:path w="8441" h="6695">
                <a:moveTo>
                  <a:pt x="0" y="6468"/>
                </a:moveTo>
                <a:lnTo>
                  <a:pt x="0" y="227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1"/>
                  <a:pt x="8259" y="4"/>
                </a:cubicBezTo>
                <a:cubicBezTo>
                  <a:pt x="8273" y="7"/>
                  <a:pt x="8287" y="11"/>
                  <a:pt x="8301" y="17"/>
                </a:cubicBezTo>
                <a:cubicBezTo>
                  <a:pt x="8315" y="23"/>
                  <a:pt x="8328" y="30"/>
                  <a:pt x="8340" y="38"/>
                </a:cubicBezTo>
                <a:cubicBezTo>
                  <a:pt x="8353" y="46"/>
                  <a:pt x="8364" y="56"/>
                  <a:pt x="8375" y="66"/>
                </a:cubicBezTo>
                <a:cubicBezTo>
                  <a:pt x="8385" y="77"/>
                  <a:pt x="8395" y="88"/>
                  <a:pt x="8403" y="101"/>
                </a:cubicBezTo>
                <a:cubicBezTo>
                  <a:pt x="8411" y="113"/>
                  <a:pt x="8418" y="126"/>
                  <a:pt x="8424" y="140"/>
                </a:cubicBezTo>
                <a:cubicBezTo>
                  <a:pt x="8430" y="154"/>
                  <a:pt x="8434" y="168"/>
                  <a:pt x="8437" y="182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6468"/>
                </a:lnTo>
                <a:cubicBezTo>
                  <a:pt x="8441" y="6483"/>
                  <a:pt x="8440" y="6498"/>
                  <a:pt x="8437" y="6512"/>
                </a:cubicBezTo>
                <a:cubicBezTo>
                  <a:pt x="8434" y="6527"/>
                  <a:pt x="8430" y="6541"/>
                  <a:pt x="8424" y="6555"/>
                </a:cubicBezTo>
                <a:cubicBezTo>
                  <a:pt x="8418" y="6568"/>
                  <a:pt x="8411" y="6582"/>
                  <a:pt x="8403" y="6594"/>
                </a:cubicBezTo>
                <a:cubicBezTo>
                  <a:pt x="8395" y="6606"/>
                  <a:pt x="8385" y="6618"/>
                  <a:pt x="8375" y="6628"/>
                </a:cubicBezTo>
                <a:cubicBezTo>
                  <a:pt x="8364" y="6639"/>
                  <a:pt x="8353" y="6648"/>
                  <a:pt x="8340" y="6657"/>
                </a:cubicBezTo>
                <a:cubicBezTo>
                  <a:pt x="8328" y="6665"/>
                  <a:pt x="8315" y="6672"/>
                  <a:pt x="8301" y="6677"/>
                </a:cubicBezTo>
                <a:cubicBezTo>
                  <a:pt x="8287" y="6683"/>
                  <a:pt x="8273" y="6687"/>
                  <a:pt x="8259" y="6690"/>
                </a:cubicBezTo>
                <a:cubicBezTo>
                  <a:pt x="8244" y="6693"/>
                  <a:pt x="8229" y="6695"/>
                  <a:pt x="8214" y="6695"/>
                </a:cubicBezTo>
                <a:lnTo>
                  <a:pt x="227" y="6695"/>
                </a:lnTo>
                <a:cubicBezTo>
                  <a:pt x="212" y="6695"/>
                  <a:pt x="197" y="6693"/>
                  <a:pt x="182" y="6690"/>
                </a:cubicBezTo>
                <a:cubicBezTo>
                  <a:pt x="168" y="6687"/>
                  <a:pt x="154" y="6683"/>
                  <a:pt x="140" y="6677"/>
                </a:cubicBezTo>
                <a:cubicBezTo>
                  <a:pt x="126" y="6672"/>
                  <a:pt x="113" y="6665"/>
                  <a:pt x="101" y="6656"/>
                </a:cubicBezTo>
                <a:cubicBezTo>
                  <a:pt x="88" y="6648"/>
                  <a:pt x="77" y="6639"/>
                  <a:pt x="66" y="6628"/>
                </a:cubicBezTo>
                <a:cubicBezTo>
                  <a:pt x="56" y="6618"/>
                  <a:pt x="46" y="6606"/>
                  <a:pt x="38" y="6594"/>
                </a:cubicBezTo>
                <a:cubicBezTo>
                  <a:pt x="30" y="6582"/>
                  <a:pt x="23" y="6568"/>
                  <a:pt x="17" y="6555"/>
                </a:cubicBezTo>
                <a:cubicBezTo>
                  <a:pt x="11" y="6541"/>
                  <a:pt x="7" y="6527"/>
                  <a:pt x="4" y="6512"/>
                </a:cubicBezTo>
                <a:cubicBezTo>
                  <a:pt x="1" y="6498"/>
                  <a:pt x="0" y="6483"/>
                  <a:pt x="0" y="64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1" name=""/>
          <p:cNvSpPr/>
          <p:nvPr/>
        </p:nvSpPr>
        <p:spPr>
          <a:xfrm>
            <a:off x="657000" y="3314520"/>
            <a:ext cx="3029400" cy="2400480"/>
          </a:xfrm>
          <a:custGeom>
            <a:avLst/>
            <a:gdLst/>
            <a:ahLst/>
            <a:rect l="0" t="0" r="r" b="b"/>
            <a:pathLst>
              <a:path w="8415" h="6668">
                <a:moveTo>
                  <a:pt x="0" y="6668"/>
                </a:moveTo>
                <a:lnTo>
                  <a:pt x="0" y="0"/>
                </a:lnTo>
                <a:lnTo>
                  <a:pt x="8415" y="0"/>
                </a:lnTo>
                <a:lnTo>
                  <a:pt x="8415" y="6668"/>
                </a:lnTo>
                <a:lnTo>
                  <a:pt x="0" y="6668"/>
                </a:lnTo>
                <a:moveTo>
                  <a:pt x="21" y="6455"/>
                </a:moveTo>
                <a:lnTo>
                  <a:pt x="21" y="214"/>
                </a:lnTo>
                <a:cubicBezTo>
                  <a:pt x="21" y="201"/>
                  <a:pt x="23" y="188"/>
                  <a:pt x="25" y="176"/>
                </a:cubicBezTo>
                <a:cubicBezTo>
                  <a:pt x="27" y="164"/>
                  <a:pt x="31" y="152"/>
                  <a:pt x="36" y="140"/>
                </a:cubicBezTo>
                <a:cubicBezTo>
                  <a:pt x="41" y="128"/>
                  <a:pt x="47" y="117"/>
                  <a:pt x="54" y="107"/>
                </a:cubicBezTo>
                <a:cubicBezTo>
                  <a:pt x="61" y="96"/>
                  <a:pt x="69" y="86"/>
                  <a:pt x="78" y="78"/>
                </a:cubicBezTo>
                <a:cubicBezTo>
                  <a:pt x="87" y="69"/>
                  <a:pt x="96" y="61"/>
                  <a:pt x="107" y="54"/>
                </a:cubicBezTo>
                <a:cubicBezTo>
                  <a:pt x="117" y="47"/>
                  <a:pt x="128" y="41"/>
                  <a:pt x="140" y="36"/>
                </a:cubicBezTo>
                <a:cubicBezTo>
                  <a:pt x="152" y="31"/>
                  <a:pt x="164" y="27"/>
                  <a:pt x="176" y="25"/>
                </a:cubicBezTo>
                <a:cubicBezTo>
                  <a:pt x="189" y="22"/>
                  <a:pt x="201" y="21"/>
                  <a:pt x="214" y="21"/>
                </a:cubicBezTo>
                <a:lnTo>
                  <a:pt x="8201" y="21"/>
                </a:lnTo>
                <a:cubicBezTo>
                  <a:pt x="8214" y="21"/>
                  <a:pt x="8226" y="22"/>
                  <a:pt x="8239" y="25"/>
                </a:cubicBezTo>
                <a:cubicBezTo>
                  <a:pt x="8251" y="27"/>
                  <a:pt x="8263" y="31"/>
                  <a:pt x="8275" y="36"/>
                </a:cubicBezTo>
                <a:cubicBezTo>
                  <a:pt x="8287" y="41"/>
                  <a:pt x="8298" y="47"/>
                  <a:pt x="8308" y="54"/>
                </a:cubicBezTo>
                <a:cubicBezTo>
                  <a:pt x="8319" y="61"/>
                  <a:pt x="8328" y="69"/>
                  <a:pt x="8337" y="78"/>
                </a:cubicBezTo>
                <a:cubicBezTo>
                  <a:pt x="8346" y="86"/>
                  <a:pt x="8354" y="96"/>
                  <a:pt x="8361" y="107"/>
                </a:cubicBezTo>
                <a:cubicBezTo>
                  <a:pt x="8368" y="117"/>
                  <a:pt x="8374" y="128"/>
                  <a:pt x="8379" y="140"/>
                </a:cubicBezTo>
                <a:cubicBezTo>
                  <a:pt x="8384" y="152"/>
                  <a:pt x="8388" y="164"/>
                  <a:pt x="8390" y="176"/>
                </a:cubicBezTo>
                <a:cubicBezTo>
                  <a:pt x="8392" y="188"/>
                  <a:pt x="8394" y="201"/>
                  <a:pt x="8394" y="214"/>
                </a:cubicBezTo>
                <a:lnTo>
                  <a:pt x="8394" y="6455"/>
                </a:lnTo>
                <a:cubicBezTo>
                  <a:pt x="8394" y="6468"/>
                  <a:pt x="8392" y="6480"/>
                  <a:pt x="8390" y="6492"/>
                </a:cubicBezTo>
                <a:cubicBezTo>
                  <a:pt x="8388" y="6505"/>
                  <a:pt x="8384" y="6517"/>
                  <a:pt x="8379" y="6529"/>
                </a:cubicBezTo>
                <a:cubicBezTo>
                  <a:pt x="8374" y="6540"/>
                  <a:pt x="8368" y="6551"/>
                  <a:pt x="8361" y="6562"/>
                </a:cubicBezTo>
                <a:cubicBezTo>
                  <a:pt x="8354" y="6572"/>
                  <a:pt x="8346" y="6582"/>
                  <a:pt x="8337" y="6591"/>
                </a:cubicBezTo>
                <a:cubicBezTo>
                  <a:pt x="8328" y="6600"/>
                  <a:pt x="8319" y="6608"/>
                  <a:pt x="8308" y="6615"/>
                </a:cubicBezTo>
                <a:cubicBezTo>
                  <a:pt x="8298" y="6622"/>
                  <a:pt x="8287" y="6628"/>
                  <a:pt x="8275" y="6633"/>
                </a:cubicBezTo>
                <a:cubicBezTo>
                  <a:pt x="8263" y="6638"/>
                  <a:pt x="8251" y="6641"/>
                  <a:pt x="8239" y="6644"/>
                </a:cubicBezTo>
                <a:cubicBezTo>
                  <a:pt x="8226" y="6646"/>
                  <a:pt x="8214" y="6647"/>
                  <a:pt x="8201" y="6647"/>
                </a:cubicBezTo>
                <a:lnTo>
                  <a:pt x="214" y="6647"/>
                </a:lnTo>
                <a:cubicBezTo>
                  <a:pt x="201" y="6647"/>
                  <a:pt x="189" y="6646"/>
                  <a:pt x="176" y="6644"/>
                </a:cubicBezTo>
                <a:cubicBezTo>
                  <a:pt x="164" y="6641"/>
                  <a:pt x="152" y="6638"/>
                  <a:pt x="140" y="6633"/>
                </a:cubicBezTo>
                <a:cubicBezTo>
                  <a:pt x="128" y="6628"/>
                  <a:pt x="117" y="6622"/>
                  <a:pt x="107" y="6615"/>
                </a:cubicBezTo>
                <a:cubicBezTo>
                  <a:pt x="96" y="6608"/>
                  <a:pt x="87" y="6600"/>
                  <a:pt x="78" y="6591"/>
                </a:cubicBezTo>
                <a:cubicBezTo>
                  <a:pt x="69" y="6582"/>
                  <a:pt x="61" y="6572"/>
                  <a:pt x="54" y="6562"/>
                </a:cubicBezTo>
                <a:cubicBezTo>
                  <a:pt x="47" y="6551"/>
                  <a:pt x="41" y="6540"/>
                  <a:pt x="36" y="6529"/>
                </a:cubicBezTo>
                <a:cubicBezTo>
                  <a:pt x="31" y="6517"/>
                  <a:pt x="27" y="6505"/>
                  <a:pt x="25" y="6492"/>
                </a:cubicBezTo>
                <a:cubicBezTo>
                  <a:pt x="23" y="6480"/>
                  <a:pt x="21" y="6468"/>
                  <a:pt x="21" y="6455"/>
                </a:cubicBezTo>
                <a:close/>
              </a:path>
            </a:pathLst>
          </a:custGeom>
          <a:solidFill>
            <a:srgbClr val="6a2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2" name=""/>
          <p:cNvSpPr/>
          <p:nvPr/>
        </p:nvSpPr>
        <p:spPr>
          <a:xfrm>
            <a:off x="652320" y="3309840"/>
            <a:ext cx="3038760" cy="2410200"/>
          </a:xfrm>
          <a:custGeom>
            <a:avLst/>
            <a:gdLst/>
            <a:ahLst/>
            <a:rect l="0" t="0" r="r" b="b"/>
            <a:pathLst>
              <a:path w="8441" h="6695">
                <a:moveTo>
                  <a:pt x="0" y="6468"/>
                </a:moveTo>
                <a:lnTo>
                  <a:pt x="0" y="227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1"/>
                  <a:pt x="8259" y="4"/>
                </a:cubicBezTo>
                <a:cubicBezTo>
                  <a:pt x="8273" y="7"/>
                  <a:pt x="8287" y="11"/>
                  <a:pt x="8301" y="17"/>
                </a:cubicBezTo>
                <a:cubicBezTo>
                  <a:pt x="8315" y="23"/>
                  <a:pt x="8328" y="30"/>
                  <a:pt x="8340" y="38"/>
                </a:cubicBezTo>
                <a:cubicBezTo>
                  <a:pt x="8353" y="46"/>
                  <a:pt x="8364" y="56"/>
                  <a:pt x="8375" y="66"/>
                </a:cubicBezTo>
                <a:cubicBezTo>
                  <a:pt x="8385" y="77"/>
                  <a:pt x="8395" y="88"/>
                  <a:pt x="8403" y="101"/>
                </a:cubicBezTo>
                <a:cubicBezTo>
                  <a:pt x="8411" y="113"/>
                  <a:pt x="8418" y="126"/>
                  <a:pt x="8424" y="140"/>
                </a:cubicBezTo>
                <a:cubicBezTo>
                  <a:pt x="8430" y="154"/>
                  <a:pt x="8434" y="168"/>
                  <a:pt x="8437" y="182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6468"/>
                </a:lnTo>
                <a:cubicBezTo>
                  <a:pt x="8441" y="6483"/>
                  <a:pt x="8440" y="6498"/>
                  <a:pt x="8437" y="6512"/>
                </a:cubicBezTo>
                <a:cubicBezTo>
                  <a:pt x="8434" y="6527"/>
                  <a:pt x="8430" y="6541"/>
                  <a:pt x="8424" y="6555"/>
                </a:cubicBezTo>
                <a:cubicBezTo>
                  <a:pt x="8418" y="6568"/>
                  <a:pt x="8411" y="6582"/>
                  <a:pt x="8403" y="6594"/>
                </a:cubicBezTo>
                <a:cubicBezTo>
                  <a:pt x="8395" y="6606"/>
                  <a:pt x="8385" y="6618"/>
                  <a:pt x="8375" y="6628"/>
                </a:cubicBezTo>
                <a:cubicBezTo>
                  <a:pt x="8364" y="6639"/>
                  <a:pt x="8353" y="6648"/>
                  <a:pt x="8340" y="6657"/>
                </a:cubicBezTo>
                <a:cubicBezTo>
                  <a:pt x="8328" y="6665"/>
                  <a:pt x="8315" y="6672"/>
                  <a:pt x="8301" y="6677"/>
                </a:cubicBezTo>
                <a:cubicBezTo>
                  <a:pt x="8287" y="6683"/>
                  <a:pt x="8273" y="6687"/>
                  <a:pt x="8259" y="6690"/>
                </a:cubicBezTo>
                <a:cubicBezTo>
                  <a:pt x="8244" y="6693"/>
                  <a:pt x="8229" y="6695"/>
                  <a:pt x="8214" y="6695"/>
                </a:cubicBezTo>
                <a:lnTo>
                  <a:pt x="227" y="6695"/>
                </a:lnTo>
                <a:cubicBezTo>
                  <a:pt x="212" y="6695"/>
                  <a:pt x="197" y="6693"/>
                  <a:pt x="182" y="6690"/>
                </a:cubicBezTo>
                <a:cubicBezTo>
                  <a:pt x="168" y="6687"/>
                  <a:pt x="154" y="6683"/>
                  <a:pt x="140" y="6677"/>
                </a:cubicBezTo>
                <a:cubicBezTo>
                  <a:pt x="126" y="6672"/>
                  <a:pt x="113" y="6665"/>
                  <a:pt x="101" y="6656"/>
                </a:cubicBezTo>
                <a:cubicBezTo>
                  <a:pt x="88" y="6648"/>
                  <a:pt x="77" y="6639"/>
                  <a:pt x="66" y="6628"/>
                </a:cubicBezTo>
                <a:cubicBezTo>
                  <a:pt x="56" y="6618"/>
                  <a:pt x="46" y="6606"/>
                  <a:pt x="38" y="6594"/>
                </a:cubicBezTo>
                <a:cubicBezTo>
                  <a:pt x="30" y="6582"/>
                  <a:pt x="23" y="6568"/>
                  <a:pt x="17" y="6555"/>
                </a:cubicBezTo>
                <a:cubicBezTo>
                  <a:pt x="11" y="6541"/>
                  <a:pt x="7" y="6527"/>
                  <a:pt x="4" y="6512"/>
                </a:cubicBezTo>
                <a:cubicBezTo>
                  <a:pt x="1" y="6498"/>
                  <a:pt x="0" y="6483"/>
                  <a:pt x="0" y="6468"/>
                </a:cubicBezTo>
                <a:close/>
              </a:path>
            </a:pathLst>
          </a:custGeom>
          <a:noFill/>
          <a:ln w="9360">
            <a:solidFill>
              <a:srgbClr val="6a26d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3" name=""/>
          <p:cNvSpPr txBox="1"/>
          <p:nvPr/>
        </p:nvSpPr>
        <p:spPr>
          <a:xfrm>
            <a:off x="6174720" y="2837160"/>
            <a:ext cx="74124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PKR 15,000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4" name=""/>
          <p:cNvSpPr/>
          <p:nvPr/>
        </p:nvSpPr>
        <p:spPr>
          <a:xfrm>
            <a:off x="3871800" y="3309840"/>
            <a:ext cx="3038760" cy="2410200"/>
          </a:xfrm>
          <a:custGeom>
            <a:avLst/>
            <a:gdLst/>
            <a:ahLst/>
            <a:rect l="0" t="0" r="r" b="b"/>
            <a:pathLst>
              <a:path w="8441" h="6695">
                <a:moveTo>
                  <a:pt x="0" y="6468"/>
                </a:moveTo>
                <a:lnTo>
                  <a:pt x="0" y="227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1"/>
                  <a:pt x="8258" y="4"/>
                </a:cubicBezTo>
                <a:cubicBezTo>
                  <a:pt x="8273" y="7"/>
                  <a:pt x="8287" y="11"/>
                  <a:pt x="8301" y="17"/>
                </a:cubicBezTo>
                <a:cubicBezTo>
                  <a:pt x="8315" y="23"/>
                  <a:pt x="8328" y="30"/>
                  <a:pt x="8340" y="38"/>
                </a:cubicBezTo>
                <a:cubicBezTo>
                  <a:pt x="8353" y="46"/>
                  <a:pt x="8364" y="56"/>
                  <a:pt x="8375" y="66"/>
                </a:cubicBezTo>
                <a:cubicBezTo>
                  <a:pt x="8385" y="77"/>
                  <a:pt x="8395" y="88"/>
                  <a:pt x="8403" y="101"/>
                </a:cubicBezTo>
                <a:cubicBezTo>
                  <a:pt x="8411" y="113"/>
                  <a:pt x="8418" y="126"/>
                  <a:pt x="8424" y="140"/>
                </a:cubicBezTo>
                <a:cubicBezTo>
                  <a:pt x="8429" y="154"/>
                  <a:pt x="8434" y="168"/>
                  <a:pt x="8437" y="182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6468"/>
                </a:lnTo>
                <a:cubicBezTo>
                  <a:pt x="8441" y="6483"/>
                  <a:pt x="8440" y="6498"/>
                  <a:pt x="8437" y="6512"/>
                </a:cubicBezTo>
                <a:cubicBezTo>
                  <a:pt x="8434" y="6527"/>
                  <a:pt x="8429" y="6541"/>
                  <a:pt x="8424" y="6555"/>
                </a:cubicBezTo>
                <a:cubicBezTo>
                  <a:pt x="8418" y="6568"/>
                  <a:pt x="8411" y="6582"/>
                  <a:pt x="8403" y="6594"/>
                </a:cubicBezTo>
                <a:cubicBezTo>
                  <a:pt x="8395" y="6606"/>
                  <a:pt x="8385" y="6618"/>
                  <a:pt x="8375" y="6628"/>
                </a:cubicBezTo>
                <a:cubicBezTo>
                  <a:pt x="8364" y="6639"/>
                  <a:pt x="8353" y="6648"/>
                  <a:pt x="8340" y="6657"/>
                </a:cubicBezTo>
                <a:cubicBezTo>
                  <a:pt x="8328" y="6665"/>
                  <a:pt x="8315" y="6672"/>
                  <a:pt x="8301" y="6677"/>
                </a:cubicBezTo>
                <a:cubicBezTo>
                  <a:pt x="8287" y="6683"/>
                  <a:pt x="8273" y="6687"/>
                  <a:pt x="8258" y="6690"/>
                </a:cubicBezTo>
                <a:cubicBezTo>
                  <a:pt x="8244" y="6693"/>
                  <a:pt x="8229" y="6695"/>
                  <a:pt x="8214" y="6695"/>
                </a:cubicBezTo>
                <a:lnTo>
                  <a:pt x="227" y="6695"/>
                </a:lnTo>
                <a:cubicBezTo>
                  <a:pt x="212" y="6695"/>
                  <a:pt x="197" y="6693"/>
                  <a:pt x="182" y="6690"/>
                </a:cubicBezTo>
                <a:cubicBezTo>
                  <a:pt x="168" y="6687"/>
                  <a:pt x="154" y="6683"/>
                  <a:pt x="140" y="6677"/>
                </a:cubicBezTo>
                <a:cubicBezTo>
                  <a:pt x="126" y="6672"/>
                  <a:pt x="113" y="6665"/>
                  <a:pt x="101" y="6656"/>
                </a:cubicBezTo>
                <a:cubicBezTo>
                  <a:pt x="88" y="6648"/>
                  <a:pt x="77" y="6639"/>
                  <a:pt x="66" y="6628"/>
                </a:cubicBezTo>
                <a:cubicBezTo>
                  <a:pt x="56" y="6618"/>
                  <a:pt x="46" y="6606"/>
                  <a:pt x="38" y="6594"/>
                </a:cubicBezTo>
                <a:cubicBezTo>
                  <a:pt x="30" y="6582"/>
                  <a:pt x="23" y="6568"/>
                  <a:pt x="17" y="6555"/>
                </a:cubicBezTo>
                <a:cubicBezTo>
                  <a:pt x="11" y="6541"/>
                  <a:pt x="7" y="6527"/>
                  <a:pt x="4" y="6512"/>
                </a:cubicBezTo>
                <a:cubicBezTo>
                  <a:pt x="1" y="6498"/>
                  <a:pt x="0" y="6483"/>
                  <a:pt x="0" y="6468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5" name=""/>
          <p:cNvSpPr/>
          <p:nvPr/>
        </p:nvSpPr>
        <p:spPr>
          <a:xfrm>
            <a:off x="3871800" y="3309840"/>
            <a:ext cx="3038760" cy="2410200"/>
          </a:xfrm>
          <a:custGeom>
            <a:avLst/>
            <a:gdLst/>
            <a:ahLst/>
            <a:rect l="0" t="0" r="r" b="b"/>
            <a:pathLst>
              <a:path w="8441" h="6695">
                <a:moveTo>
                  <a:pt x="0" y="6468"/>
                </a:moveTo>
                <a:lnTo>
                  <a:pt x="0" y="227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1"/>
                  <a:pt x="8258" y="4"/>
                </a:cubicBezTo>
                <a:cubicBezTo>
                  <a:pt x="8273" y="7"/>
                  <a:pt x="8287" y="11"/>
                  <a:pt x="8301" y="17"/>
                </a:cubicBezTo>
                <a:cubicBezTo>
                  <a:pt x="8315" y="23"/>
                  <a:pt x="8328" y="30"/>
                  <a:pt x="8340" y="38"/>
                </a:cubicBezTo>
                <a:cubicBezTo>
                  <a:pt x="8353" y="46"/>
                  <a:pt x="8364" y="56"/>
                  <a:pt x="8375" y="66"/>
                </a:cubicBezTo>
                <a:cubicBezTo>
                  <a:pt x="8385" y="77"/>
                  <a:pt x="8395" y="88"/>
                  <a:pt x="8403" y="101"/>
                </a:cubicBezTo>
                <a:cubicBezTo>
                  <a:pt x="8411" y="113"/>
                  <a:pt x="8418" y="126"/>
                  <a:pt x="8424" y="140"/>
                </a:cubicBezTo>
                <a:cubicBezTo>
                  <a:pt x="8429" y="154"/>
                  <a:pt x="8434" y="168"/>
                  <a:pt x="8437" y="182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6468"/>
                </a:lnTo>
                <a:cubicBezTo>
                  <a:pt x="8441" y="6483"/>
                  <a:pt x="8440" y="6498"/>
                  <a:pt x="8437" y="6512"/>
                </a:cubicBezTo>
                <a:cubicBezTo>
                  <a:pt x="8434" y="6527"/>
                  <a:pt x="8429" y="6541"/>
                  <a:pt x="8424" y="6555"/>
                </a:cubicBezTo>
                <a:cubicBezTo>
                  <a:pt x="8418" y="6568"/>
                  <a:pt x="8411" y="6582"/>
                  <a:pt x="8403" y="6594"/>
                </a:cubicBezTo>
                <a:cubicBezTo>
                  <a:pt x="8395" y="6606"/>
                  <a:pt x="8385" y="6618"/>
                  <a:pt x="8375" y="6628"/>
                </a:cubicBezTo>
                <a:cubicBezTo>
                  <a:pt x="8364" y="6639"/>
                  <a:pt x="8353" y="6648"/>
                  <a:pt x="8340" y="6657"/>
                </a:cubicBezTo>
                <a:cubicBezTo>
                  <a:pt x="8328" y="6665"/>
                  <a:pt x="8315" y="6672"/>
                  <a:pt x="8301" y="6677"/>
                </a:cubicBezTo>
                <a:cubicBezTo>
                  <a:pt x="8287" y="6683"/>
                  <a:pt x="8273" y="6687"/>
                  <a:pt x="8258" y="6690"/>
                </a:cubicBezTo>
                <a:cubicBezTo>
                  <a:pt x="8244" y="6693"/>
                  <a:pt x="8229" y="6695"/>
                  <a:pt x="8214" y="6695"/>
                </a:cubicBezTo>
                <a:lnTo>
                  <a:pt x="227" y="6695"/>
                </a:lnTo>
                <a:cubicBezTo>
                  <a:pt x="212" y="6695"/>
                  <a:pt x="197" y="6693"/>
                  <a:pt x="182" y="6690"/>
                </a:cubicBezTo>
                <a:cubicBezTo>
                  <a:pt x="168" y="6687"/>
                  <a:pt x="154" y="6683"/>
                  <a:pt x="140" y="6677"/>
                </a:cubicBezTo>
                <a:cubicBezTo>
                  <a:pt x="126" y="6672"/>
                  <a:pt x="113" y="6665"/>
                  <a:pt x="101" y="6656"/>
                </a:cubicBezTo>
                <a:cubicBezTo>
                  <a:pt x="88" y="6648"/>
                  <a:pt x="77" y="6639"/>
                  <a:pt x="66" y="6628"/>
                </a:cubicBezTo>
                <a:cubicBezTo>
                  <a:pt x="56" y="6618"/>
                  <a:pt x="46" y="6606"/>
                  <a:pt x="38" y="6594"/>
                </a:cubicBezTo>
                <a:cubicBezTo>
                  <a:pt x="30" y="6582"/>
                  <a:pt x="23" y="6568"/>
                  <a:pt x="17" y="6555"/>
                </a:cubicBezTo>
                <a:cubicBezTo>
                  <a:pt x="11" y="6541"/>
                  <a:pt x="7" y="6527"/>
                  <a:pt x="4" y="6512"/>
                </a:cubicBezTo>
                <a:cubicBezTo>
                  <a:pt x="1" y="6498"/>
                  <a:pt x="0" y="6483"/>
                  <a:pt x="0" y="6468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6" name=""/>
          <p:cNvSpPr txBox="1"/>
          <p:nvPr/>
        </p:nvSpPr>
        <p:spPr>
          <a:xfrm>
            <a:off x="837000" y="3508560"/>
            <a:ext cx="17578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D E P L O Y M E N T   I N C L U D E S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4060800" y="3508560"/>
            <a:ext cx="179604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O P T I O N A L ,   O N   R E Q U E S 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4060800" y="3730320"/>
            <a:ext cx="16909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20" spc="-1" strike="noStrike">
                <a:solidFill>
                  <a:srgbClr val="0e0e14"/>
                </a:solidFill>
                <a:latin typeface="Inter-Semi"/>
                <a:ea typeface="Inter-Semi"/>
              </a:rPr>
              <a:t>Additional email account: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5488200" y="3725280"/>
            <a:ext cx="12106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PKR 1,500 each (paid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4060800" y="3916080"/>
            <a:ext cx="4352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to OBD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4060800" y="4168800"/>
            <a:ext cx="26204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Plus the mailbox subscription, paid by the Client to the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4060800" y="4330800"/>
            <a:ext cx="7185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email provider.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3" name=""/>
          <p:cNvSpPr/>
          <p:nvPr/>
        </p:nvSpPr>
        <p:spPr>
          <a:xfrm>
            <a:off x="4057560" y="4914720"/>
            <a:ext cx="648000" cy="9720"/>
          </a:xfrm>
          <a:custGeom>
            <a:avLst/>
            <a:gdLst/>
            <a:ahLst/>
            <a:rect l="0" t="0" r="r" b="b"/>
            <a:pathLst>
              <a:path w="1800" h="27">
                <a:moveTo>
                  <a:pt x="0" y="0"/>
                </a:moveTo>
                <a:lnTo>
                  <a:pt x="1800" y="0"/>
                </a:lnTo>
                <a:lnTo>
                  <a:pt x="18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4060800" y="4606920"/>
            <a:ext cx="20322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Number of additional accounts requested: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4096800" y="4768920"/>
            <a:ext cx="1011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0e0e14"/>
                </a:solidFill>
                <a:latin typeface="Inter"/>
                <a:ea typeface="Inter"/>
              </a:rPr>
              <a:t> 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647640" y="5887440"/>
            <a:ext cx="227772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0e0e14"/>
                </a:solidFill>
                <a:latin typeface="Inter-Semi"/>
                <a:ea typeface="Inter-Semi"/>
              </a:rPr>
              <a:t>Paid by the Client directly to providers: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2545560" y="5883480"/>
            <a:ext cx="41551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 </a:t>
            </a:r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Domain 1 year approx. ~ PKR 3,000 · Hosting 1 year approx. ~ PKR 7,000 · Mailbox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647640" y="6045120"/>
            <a:ext cx="23277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subscription: as per the email provider's pricing.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647640" y="6435360"/>
            <a:ext cx="45648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20" spc="-1" strike="noStrike">
                <a:solidFill>
                  <a:srgbClr val="0e0e14"/>
                </a:solidFill>
                <a:latin typeface="Inter-Semi"/>
                <a:ea typeface="Inter-Semi"/>
              </a:rPr>
              <a:t>Signed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0" name=""/>
          <p:cNvSpPr/>
          <p:nvPr/>
        </p:nvSpPr>
        <p:spPr>
          <a:xfrm>
            <a:off x="652320" y="6738840"/>
            <a:ext cx="2943720" cy="2086200"/>
          </a:xfrm>
          <a:custGeom>
            <a:avLst/>
            <a:gdLst/>
            <a:ahLst/>
            <a:rect l="0" t="0" r="r" b="b"/>
            <a:pathLst>
              <a:path w="8177" h="5795">
                <a:moveTo>
                  <a:pt x="0" y="5568"/>
                </a:moveTo>
                <a:lnTo>
                  <a:pt x="0" y="227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7950" y="0"/>
                </a:lnTo>
                <a:cubicBezTo>
                  <a:pt x="7965" y="0"/>
                  <a:pt x="7979" y="1"/>
                  <a:pt x="7994" y="4"/>
                </a:cubicBezTo>
                <a:cubicBezTo>
                  <a:pt x="8009" y="7"/>
                  <a:pt x="8023" y="11"/>
                  <a:pt x="8037" y="17"/>
                </a:cubicBezTo>
                <a:cubicBezTo>
                  <a:pt x="8050" y="23"/>
                  <a:pt x="8063" y="30"/>
                  <a:pt x="8076" y="38"/>
                </a:cubicBezTo>
                <a:cubicBezTo>
                  <a:pt x="8088" y="46"/>
                  <a:pt x="8100" y="56"/>
                  <a:pt x="8110" y="66"/>
                </a:cubicBezTo>
                <a:cubicBezTo>
                  <a:pt x="8121" y="77"/>
                  <a:pt x="8130" y="88"/>
                  <a:pt x="8138" y="101"/>
                </a:cubicBezTo>
                <a:cubicBezTo>
                  <a:pt x="8147" y="113"/>
                  <a:pt x="8154" y="126"/>
                  <a:pt x="8159" y="140"/>
                </a:cubicBezTo>
                <a:cubicBezTo>
                  <a:pt x="8165" y="154"/>
                  <a:pt x="8169" y="168"/>
                  <a:pt x="8172" y="182"/>
                </a:cubicBezTo>
                <a:cubicBezTo>
                  <a:pt x="8175" y="197"/>
                  <a:pt x="8177" y="212"/>
                  <a:pt x="8177" y="227"/>
                </a:cubicBezTo>
                <a:lnTo>
                  <a:pt x="8177" y="5568"/>
                </a:lnTo>
                <a:cubicBezTo>
                  <a:pt x="8177" y="5583"/>
                  <a:pt x="8175" y="5598"/>
                  <a:pt x="8172" y="5613"/>
                </a:cubicBezTo>
                <a:cubicBezTo>
                  <a:pt x="8169" y="5627"/>
                  <a:pt x="8165" y="5641"/>
                  <a:pt x="8159" y="5655"/>
                </a:cubicBezTo>
                <a:cubicBezTo>
                  <a:pt x="8154" y="5669"/>
                  <a:pt x="8147" y="5682"/>
                  <a:pt x="8138" y="5694"/>
                </a:cubicBezTo>
                <a:cubicBezTo>
                  <a:pt x="8130" y="5707"/>
                  <a:pt x="8121" y="5718"/>
                  <a:pt x="8110" y="5729"/>
                </a:cubicBezTo>
                <a:cubicBezTo>
                  <a:pt x="8100" y="5739"/>
                  <a:pt x="8088" y="5749"/>
                  <a:pt x="8076" y="5757"/>
                </a:cubicBezTo>
                <a:cubicBezTo>
                  <a:pt x="8063" y="5765"/>
                  <a:pt x="8050" y="5772"/>
                  <a:pt x="8037" y="5778"/>
                </a:cubicBezTo>
                <a:cubicBezTo>
                  <a:pt x="8023" y="5784"/>
                  <a:pt x="8009" y="5788"/>
                  <a:pt x="7994" y="5791"/>
                </a:cubicBezTo>
                <a:cubicBezTo>
                  <a:pt x="7979" y="5794"/>
                  <a:pt x="7965" y="5795"/>
                  <a:pt x="7950" y="5795"/>
                </a:cubicBezTo>
                <a:lnTo>
                  <a:pt x="227" y="5795"/>
                </a:lnTo>
                <a:cubicBezTo>
                  <a:pt x="212" y="5795"/>
                  <a:pt x="197" y="5794"/>
                  <a:pt x="182" y="5791"/>
                </a:cubicBezTo>
                <a:cubicBezTo>
                  <a:pt x="168" y="5788"/>
                  <a:pt x="154" y="5784"/>
                  <a:pt x="140" y="5778"/>
                </a:cubicBezTo>
                <a:cubicBezTo>
                  <a:pt x="126" y="5772"/>
                  <a:pt x="113" y="5765"/>
                  <a:pt x="101" y="5757"/>
                </a:cubicBezTo>
                <a:cubicBezTo>
                  <a:pt x="88" y="5749"/>
                  <a:pt x="77" y="5739"/>
                  <a:pt x="66" y="5729"/>
                </a:cubicBezTo>
                <a:cubicBezTo>
                  <a:pt x="56" y="5718"/>
                  <a:pt x="46" y="5707"/>
                  <a:pt x="38" y="5694"/>
                </a:cubicBezTo>
                <a:cubicBezTo>
                  <a:pt x="30" y="5682"/>
                  <a:pt x="23" y="5669"/>
                  <a:pt x="17" y="5655"/>
                </a:cubicBezTo>
                <a:cubicBezTo>
                  <a:pt x="11" y="5641"/>
                  <a:pt x="7" y="5627"/>
                  <a:pt x="4" y="5613"/>
                </a:cubicBezTo>
                <a:cubicBezTo>
                  <a:pt x="1" y="5598"/>
                  <a:pt x="0" y="5583"/>
                  <a:pt x="0" y="5568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1" name=""/>
          <p:cNvSpPr/>
          <p:nvPr/>
        </p:nvSpPr>
        <p:spPr>
          <a:xfrm>
            <a:off x="838080" y="7524720"/>
            <a:ext cx="2572200" cy="9720"/>
          </a:xfrm>
          <a:custGeom>
            <a:avLst/>
            <a:gdLst/>
            <a:ahLst/>
            <a:rect l="0" t="0" r="r" b="b"/>
            <a:pathLst>
              <a:path w="7145" h="27">
                <a:moveTo>
                  <a:pt x="0" y="0"/>
                </a:moveTo>
                <a:lnTo>
                  <a:pt x="7145" y="0"/>
                </a:lnTo>
                <a:lnTo>
                  <a:pt x="71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2" name=""/>
          <p:cNvSpPr/>
          <p:nvPr/>
        </p:nvSpPr>
        <p:spPr>
          <a:xfrm>
            <a:off x="838080" y="8000640"/>
            <a:ext cx="2572200" cy="10080"/>
          </a:xfrm>
          <a:custGeom>
            <a:avLst/>
            <a:gdLst/>
            <a:ahLst/>
            <a:rect l="0" t="0" r="r" b="b"/>
            <a:pathLst>
              <a:path w="7145" h="28">
                <a:moveTo>
                  <a:pt x="0" y="0"/>
                </a:moveTo>
                <a:lnTo>
                  <a:pt x="7145" y="0"/>
                </a:lnTo>
                <a:lnTo>
                  <a:pt x="71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3" name=""/>
          <p:cNvSpPr/>
          <p:nvPr/>
        </p:nvSpPr>
        <p:spPr>
          <a:xfrm>
            <a:off x="838080" y="8486640"/>
            <a:ext cx="2572200" cy="9720"/>
          </a:xfrm>
          <a:custGeom>
            <a:avLst/>
            <a:gdLst/>
            <a:ahLst/>
            <a:rect l="0" t="0" r="r" b="b"/>
            <a:pathLst>
              <a:path w="7145" h="27">
                <a:moveTo>
                  <a:pt x="0" y="0"/>
                </a:moveTo>
                <a:lnTo>
                  <a:pt x="7145" y="0"/>
                </a:lnTo>
                <a:lnTo>
                  <a:pt x="71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1040400" y="6430680"/>
            <a:ext cx="3413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by the parties to confirm their agreement to the terms above: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837000" y="6911280"/>
            <a:ext cx="173952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a26d8"/>
                </a:solidFill>
                <a:latin typeface="Inter-Semi"/>
                <a:ea typeface="Inter-Semi"/>
              </a:rPr>
              <a:t>F O R   O B D   A I   S O L U T I O N S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837000" y="7571880"/>
            <a:ext cx="39996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b6878"/>
                </a:solidFill>
                <a:latin typeface="Inter"/>
                <a:ea typeface="Inter"/>
              </a:rPr>
              <a:t>Signature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837000" y="7798320"/>
            <a:ext cx="197136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Omer Bin Dawood, CEO &amp; Founder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837000" y="8048160"/>
            <a:ext cx="83736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b6878"/>
                </a:solidFill>
                <a:latin typeface="Inter"/>
                <a:ea typeface="Inter"/>
              </a:rPr>
              <a:t>Name &amp; designation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837000" y="8284320"/>
            <a:ext cx="12024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 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0" name=""/>
          <p:cNvSpPr/>
          <p:nvPr/>
        </p:nvSpPr>
        <p:spPr>
          <a:xfrm>
            <a:off x="3966840" y="6738840"/>
            <a:ext cx="2943720" cy="2086200"/>
          </a:xfrm>
          <a:custGeom>
            <a:avLst/>
            <a:gdLst/>
            <a:ahLst/>
            <a:rect l="0" t="0" r="r" b="b"/>
            <a:pathLst>
              <a:path w="8177" h="5795">
                <a:moveTo>
                  <a:pt x="0" y="5568"/>
                </a:moveTo>
                <a:lnTo>
                  <a:pt x="0" y="227"/>
                </a:lnTo>
                <a:cubicBezTo>
                  <a:pt x="0" y="212"/>
                  <a:pt x="2" y="197"/>
                  <a:pt x="5" y="182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4" y="30"/>
                  <a:pt x="127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8" y="1"/>
                  <a:pt x="212" y="0"/>
                  <a:pt x="227" y="0"/>
                </a:cubicBezTo>
                <a:lnTo>
                  <a:pt x="7950" y="0"/>
                </a:lnTo>
                <a:cubicBezTo>
                  <a:pt x="7965" y="0"/>
                  <a:pt x="7980" y="1"/>
                  <a:pt x="7994" y="4"/>
                </a:cubicBezTo>
                <a:cubicBezTo>
                  <a:pt x="8009" y="7"/>
                  <a:pt x="8023" y="11"/>
                  <a:pt x="8037" y="17"/>
                </a:cubicBezTo>
                <a:cubicBezTo>
                  <a:pt x="8051" y="23"/>
                  <a:pt x="8064" y="30"/>
                  <a:pt x="8076" y="38"/>
                </a:cubicBezTo>
                <a:cubicBezTo>
                  <a:pt x="8089" y="46"/>
                  <a:pt x="8100" y="56"/>
                  <a:pt x="8111" y="66"/>
                </a:cubicBezTo>
                <a:cubicBezTo>
                  <a:pt x="8121" y="77"/>
                  <a:pt x="8131" y="88"/>
                  <a:pt x="8139" y="101"/>
                </a:cubicBezTo>
                <a:cubicBezTo>
                  <a:pt x="8147" y="113"/>
                  <a:pt x="8154" y="126"/>
                  <a:pt x="8160" y="140"/>
                </a:cubicBezTo>
                <a:cubicBezTo>
                  <a:pt x="8165" y="154"/>
                  <a:pt x="8170" y="168"/>
                  <a:pt x="8173" y="182"/>
                </a:cubicBezTo>
                <a:cubicBezTo>
                  <a:pt x="8176" y="197"/>
                  <a:pt x="8177" y="212"/>
                  <a:pt x="8177" y="227"/>
                </a:cubicBezTo>
                <a:lnTo>
                  <a:pt x="8177" y="5568"/>
                </a:lnTo>
                <a:cubicBezTo>
                  <a:pt x="8177" y="5583"/>
                  <a:pt x="8176" y="5598"/>
                  <a:pt x="8173" y="5613"/>
                </a:cubicBezTo>
                <a:cubicBezTo>
                  <a:pt x="8170" y="5627"/>
                  <a:pt x="8165" y="5641"/>
                  <a:pt x="8160" y="5655"/>
                </a:cubicBezTo>
                <a:cubicBezTo>
                  <a:pt x="8154" y="5669"/>
                  <a:pt x="8147" y="5682"/>
                  <a:pt x="8139" y="5694"/>
                </a:cubicBezTo>
                <a:cubicBezTo>
                  <a:pt x="8131" y="5707"/>
                  <a:pt x="8121" y="5718"/>
                  <a:pt x="8111" y="5729"/>
                </a:cubicBezTo>
                <a:cubicBezTo>
                  <a:pt x="8100" y="5739"/>
                  <a:pt x="8089" y="5749"/>
                  <a:pt x="8076" y="5757"/>
                </a:cubicBezTo>
                <a:cubicBezTo>
                  <a:pt x="8064" y="5765"/>
                  <a:pt x="8051" y="5772"/>
                  <a:pt x="8037" y="5778"/>
                </a:cubicBezTo>
                <a:cubicBezTo>
                  <a:pt x="8023" y="5784"/>
                  <a:pt x="8009" y="5788"/>
                  <a:pt x="7994" y="5791"/>
                </a:cubicBezTo>
                <a:cubicBezTo>
                  <a:pt x="7980" y="5794"/>
                  <a:pt x="7965" y="5795"/>
                  <a:pt x="7950" y="5795"/>
                </a:cubicBezTo>
                <a:lnTo>
                  <a:pt x="227" y="5795"/>
                </a:lnTo>
                <a:cubicBezTo>
                  <a:pt x="212" y="5795"/>
                  <a:pt x="198" y="5794"/>
                  <a:pt x="183" y="5791"/>
                </a:cubicBezTo>
                <a:cubicBezTo>
                  <a:pt x="168" y="5788"/>
                  <a:pt x="154" y="5784"/>
                  <a:pt x="140" y="5778"/>
                </a:cubicBezTo>
                <a:cubicBezTo>
                  <a:pt x="127" y="5772"/>
                  <a:pt x="114" y="5765"/>
                  <a:pt x="101" y="5757"/>
                </a:cubicBezTo>
                <a:cubicBezTo>
                  <a:pt x="89" y="5749"/>
                  <a:pt x="77" y="5739"/>
                  <a:pt x="67" y="5729"/>
                </a:cubicBezTo>
                <a:cubicBezTo>
                  <a:pt x="56" y="5718"/>
                  <a:pt x="47" y="5707"/>
                  <a:pt x="39" y="5694"/>
                </a:cubicBezTo>
                <a:cubicBezTo>
                  <a:pt x="30" y="5682"/>
                  <a:pt x="23" y="5669"/>
                  <a:pt x="18" y="5655"/>
                </a:cubicBezTo>
                <a:cubicBezTo>
                  <a:pt x="12" y="5641"/>
                  <a:pt x="8" y="5627"/>
                  <a:pt x="5" y="5613"/>
                </a:cubicBezTo>
                <a:cubicBezTo>
                  <a:pt x="2" y="5598"/>
                  <a:pt x="0" y="5583"/>
                  <a:pt x="0" y="5568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1" name=""/>
          <p:cNvSpPr/>
          <p:nvPr/>
        </p:nvSpPr>
        <p:spPr>
          <a:xfrm>
            <a:off x="4152600" y="7524720"/>
            <a:ext cx="2572200" cy="9720"/>
          </a:xfrm>
          <a:custGeom>
            <a:avLst/>
            <a:gdLst/>
            <a:ahLst/>
            <a:rect l="0" t="0" r="r" b="b"/>
            <a:pathLst>
              <a:path w="7145" h="27">
                <a:moveTo>
                  <a:pt x="0" y="0"/>
                </a:moveTo>
                <a:lnTo>
                  <a:pt x="7145" y="0"/>
                </a:lnTo>
                <a:lnTo>
                  <a:pt x="71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2" name=""/>
          <p:cNvSpPr/>
          <p:nvPr/>
        </p:nvSpPr>
        <p:spPr>
          <a:xfrm>
            <a:off x="4152600" y="8000640"/>
            <a:ext cx="2572200" cy="10080"/>
          </a:xfrm>
          <a:custGeom>
            <a:avLst/>
            <a:gdLst/>
            <a:ahLst/>
            <a:rect l="0" t="0" r="r" b="b"/>
            <a:pathLst>
              <a:path w="7145" h="28">
                <a:moveTo>
                  <a:pt x="0" y="0"/>
                </a:moveTo>
                <a:lnTo>
                  <a:pt x="7145" y="0"/>
                </a:lnTo>
                <a:lnTo>
                  <a:pt x="71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3" name=""/>
          <p:cNvSpPr/>
          <p:nvPr/>
        </p:nvSpPr>
        <p:spPr>
          <a:xfrm>
            <a:off x="4152600" y="8486640"/>
            <a:ext cx="2572200" cy="9720"/>
          </a:xfrm>
          <a:custGeom>
            <a:avLst/>
            <a:gdLst/>
            <a:ahLst/>
            <a:rect l="0" t="0" r="r" b="b"/>
            <a:pathLst>
              <a:path w="7145" h="27">
                <a:moveTo>
                  <a:pt x="0" y="0"/>
                </a:moveTo>
                <a:lnTo>
                  <a:pt x="7145" y="0"/>
                </a:lnTo>
                <a:lnTo>
                  <a:pt x="71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837000" y="8534160"/>
            <a:ext cx="1944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b6878"/>
                </a:solidFill>
                <a:latin typeface="Inter"/>
                <a:ea typeface="Inter"/>
              </a:rPr>
              <a:t>Date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4150800" y="6911280"/>
            <a:ext cx="76572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a26d8"/>
                </a:solidFill>
                <a:latin typeface="Inter-Semi"/>
                <a:ea typeface="Inter-Semi"/>
              </a:rPr>
              <a:t>F O R   G F X - T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4150800" y="7571880"/>
            <a:ext cx="39996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b6878"/>
                </a:solidFill>
                <a:latin typeface="Inter"/>
                <a:ea typeface="Inter"/>
              </a:rPr>
              <a:t>Signature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4150800" y="7798320"/>
            <a:ext cx="12024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 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4150800" y="8048160"/>
            <a:ext cx="83736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b6878"/>
                </a:solidFill>
                <a:latin typeface="Inter"/>
                <a:ea typeface="Inter"/>
              </a:rPr>
              <a:t>Name &amp; designation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4150800" y="8284320"/>
            <a:ext cx="12024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 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0" name=""/>
          <p:cNvSpPr txBox="1"/>
          <p:nvPr/>
        </p:nvSpPr>
        <p:spPr>
          <a:xfrm>
            <a:off x="4150800" y="8534160"/>
            <a:ext cx="1944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b6878"/>
                </a:solidFill>
                <a:latin typeface="Inter"/>
                <a:ea typeface="Inter"/>
              </a:rPr>
              <a:t>Date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1035000" y="3768840"/>
            <a:ext cx="13752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Domain &amp; DNS configuration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837000" y="376272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1035000" y="4025880"/>
            <a:ext cx="16513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Hosting setup and website go-live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837000" y="401976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1035000" y="4283280"/>
            <a:ext cx="20671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SSL certificate HTTPS) and security setup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6" name=""/>
          <p:cNvSpPr txBox="1"/>
          <p:nvPr/>
        </p:nvSpPr>
        <p:spPr>
          <a:xfrm>
            <a:off x="837000" y="427680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7" name=""/>
          <p:cNvSpPr txBox="1"/>
          <p:nvPr/>
        </p:nvSpPr>
        <p:spPr>
          <a:xfrm>
            <a:off x="1035000" y="4540320"/>
            <a:ext cx="18723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1 professional mailbox configured (e.g.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8" name=""/>
          <p:cNvSpPr txBox="1"/>
          <p:nvPr/>
        </p:nvSpPr>
        <p:spPr>
          <a:xfrm>
            <a:off x="1035000" y="4702320"/>
            <a:ext cx="7473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info@gfxt.com)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9" name=""/>
          <p:cNvSpPr txBox="1"/>
          <p:nvPr/>
        </p:nvSpPr>
        <p:spPr>
          <a:xfrm>
            <a:off x="837000" y="453420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1035000" y="4959360"/>
            <a:ext cx="21481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Mailbox set up on one phone and one laptop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837000" y="495324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1035000" y="5216400"/>
            <a:ext cx="23295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Launch support: fixes reported within 14 days of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1035000" y="5378400"/>
            <a:ext cx="33768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go-live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837000" y="521028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