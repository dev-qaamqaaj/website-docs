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</p:sldIdLst>
  <p:sldSz cx="7554913" cy="10691813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941040" y="861480"/>
            <a:ext cx="5924880" cy="164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ubTitle"/>
          </p:nvPr>
        </p:nvSpPr>
        <p:spPr>
          <a:xfrm>
            <a:off x="941040" y="2775960"/>
            <a:ext cx="5924880" cy="5720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>
            <a:off x="647640" y="504720"/>
            <a:ext cx="6267600" cy="9468000"/>
          </a:xfrm>
          <a:custGeom>
            <a:avLst/>
            <a:gdLst/>
            <a:ahLst/>
            <a:rect l="0" t="0" r="r" b="b"/>
            <a:pathLst>
              <a:path w="17410" h="26300">
                <a:moveTo>
                  <a:pt x="0" y="0"/>
                </a:moveTo>
                <a:lnTo>
                  <a:pt x="17410" y="0"/>
                </a:lnTo>
                <a:lnTo>
                  <a:pt x="17410" y="26300"/>
                </a:lnTo>
                <a:lnTo>
                  <a:pt x="0" y="263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"/>
          <p:cNvSpPr txBox="1"/>
          <p:nvPr/>
        </p:nvSpPr>
        <p:spPr>
          <a:xfrm>
            <a:off x="6390360" y="10286640"/>
            <a:ext cx="44424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Page 1 of 1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"/>
          <p:cNvSpPr/>
          <p:nvPr/>
        </p:nvSpPr>
        <p:spPr>
          <a:xfrm>
            <a:off x="647640" y="3390840"/>
            <a:ext cx="304920" cy="9720"/>
          </a:xfrm>
          <a:custGeom>
            <a:avLst/>
            <a:gdLst/>
            <a:ahLst/>
            <a:rect l="0" t="0" r="r" b="b"/>
            <a:pathLst>
              <a:path w="847" h="27">
                <a:moveTo>
                  <a:pt x="0" y="0"/>
                </a:moveTo>
                <a:lnTo>
                  <a:pt x="847" y="0"/>
                </a:lnTo>
                <a:lnTo>
                  <a:pt x="8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"/>
          <p:cNvSpPr/>
          <p:nvPr/>
        </p:nvSpPr>
        <p:spPr>
          <a:xfrm>
            <a:off x="952200" y="3390840"/>
            <a:ext cx="5963040" cy="9720"/>
          </a:xfrm>
          <a:custGeom>
            <a:avLst/>
            <a:gdLst/>
            <a:ahLst/>
            <a:rect l="0" t="0" r="r" b="b"/>
            <a:pathLst>
              <a:path w="16564" h="27">
                <a:moveTo>
                  <a:pt x="0" y="0"/>
                </a:moveTo>
                <a:lnTo>
                  <a:pt x="16564" y="0"/>
                </a:lnTo>
                <a:lnTo>
                  <a:pt x="165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"/>
          <p:cNvSpPr/>
          <p:nvPr/>
        </p:nvSpPr>
        <p:spPr>
          <a:xfrm>
            <a:off x="647640" y="3686040"/>
            <a:ext cx="304920" cy="9720"/>
          </a:xfrm>
          <a:custGeom>
            <a:avLst/>
            <a:gdLst/>
            <a:ahLst/>
            <a:rect l="0" t="0" r="r" b="b"/>
            <a:pathLst>
              <a:path w="847" h="27">
                <a:moveTo>
                  <a:pt x="0" y="0"/>
                </a:moveTo>
                <a:lnTo>
                  <a:pt x="847" y="0"/>
                </a:lnTo>
                <a:lnTo>
                  <a:pt x="8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952200" y="3686040"/>
            <a:ext cx="5963040" cy="9720"/>
          </a:xfrm>
          <a:custGeom>
            <a:avLst/>
            <a:gdLst/>
            <a:ahLst/>
            <a:rect l="0" t="0" r="r" b="b"/>
            <a:pathLst>
              <a:path w="16564" h="27">
                <a:moveTo>
                  <a:pt x="0" y="0"/>
                </a:moveTo>
                <a:lnTo>
                  <a:pt x="16564" y="0"/>
                </a:lnTo>
                <a:lnTo>
                  <a:pt x="165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647640" y="3981240"/>
            <a:ext cx="304920" cy="10080"/>
          </a:xfrm>
          <a:custGeom>
            <a:avLst/>
            <a:gdLst/>
            <a:ahLst/>
            <a:rect l="0" t="0" r="r" b="b"/>
            <a:pathLst>
              <a:path w="847" h="28">
                <a:moveTo>
                  <a:pt x="0" y="0"/>
                </a:moveTo>
                <a:lnTo>
                  <a:pt x="847" y="0"/>
                </a:lnTo>
                <a:lnTo>
                  <a:pt x="8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"/>
          <p:cNvSpPr/>
          <p:nvPr/>
        </p:nvSpPr>
        <p:spPr>
          <a:xfrm>
            <a:off x="952200" y="3981240"/>
            <a:ext cx="5963040" cy="10080"/>
          </a:xfrm>
          <a:custGeom>
            <a:avLst/>
            <a:gdLst/>
            <a:ahLst/>
            <a:rect l="0" t="0" r="r" b="b"/>
            <a:pathLst>
              <a:path w="16564" h="28">
                <a:moveTo>
                  <a:pt x="0" y="0"/>
                </a:moveTo>
                <a:lnTo>
                  <a:pt x="16564" y="0"/>
                </a:lnTo>
                <a:lnTo>
                  <a:pt x="165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"/>
          <p:cNvSpPr/>
          <p:nvPr/>
        </p:nvSpPr>
        <p:spPr>
          <a:xfrm>
            <a:off x="647640" y="4276440"/>
            <a:ext cx="304920" cy="10080"/>
          </a:xfrm>
          <a:custGeom>
            <a:avLst/>
            <a:gdLst/>
            <a:ahLst/>
            <a:rect l="0" t="0" r="r" b="b"/>
            <a:pathLst>
              <a:path w="847" h="28">
                <a:moveTo>
                  <a:pt x="0" y="0"/>
                </a:moveTo>
                <a:lnTo>
                  <a:pt x="847" y="0"/>
                </a:lnTo>
                <a:lnTo>
                  <a:pt x="8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" name=""/>
          <p:cNvSpPr/>
          <p:nvPr/>
        </p:nvSpPr>
        <p:spPr>
          <a:xfrm>
            <a:off x="952200" y="4276440"/>
            <a:ext cx="5963040" cy="10080"/>
          </a:xfrm>
          <a:custGeom>
            <a:avLst/>
            <a:gdLst/>
            <a:ahLst/>
            <a:rect l="0" t="0" r="r" b="b"/>
            <a:pathLst>
              <a:path w="16564" h="28">
                <a:moveTo>
                  <a:pt x="0" y="0"/>
                </a:moveTo>
                <a:lnTo>
                  <a:pt x="16564" y="0"/>
                </a:lnTo>
                <a:lnTo>
                  <a:pt x="165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"/>
          <p:cNvSpPr/>
          <p:nvPr/>
        </p:nvSpPr>
        <p:spPr>
          <a:xfrm>
            <a:off x="647640" y="4562280"/>
            <a:ext cx="304920" cy="9720"/>
          </a:xfrm>
          <a:custGeom>
            <a:avLst/>
            <a:gdLst/>
            <a:ahLst/>
            <a:rect l="0" t="0" r="r" b="b"/>
            <a:pathLst>
              <a:path w="847" h="27">
                <a:moveTo>
                  <a:pt x="0" y="0"/>
                </a:moveTo>
                <a:lnTo>
                  <a:pt x="847" y="0"/>
                </a:lnTo>
                <a:lnTo>
                  <a:pt x="847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"/>
          <p:cNvSpPr/>
          <p:nvPr/>
        </p:nvSpPr>
        <p:spPr>
          <a:xfrm>
            <a:off x="952200" y="4562280"/>
            <a:ext cx="5963040" cy="9720"/>
          </a:xfrm>
          <a:custGeom>
            <a:avLst/>
            <a:gdLst/>
            <a:ahLst/>
            <a:rect l="0" t="0" r="r" b="b"/>
            <a:pathLst>
              <a:path w="16564" h="27">
                <a:moveTo>
                  <a:pt x="0" y="0"/>
                </a:moveTo>
                <a:lnTo>
                  <a:pt x="16564" y="0"/>
                </a:lnTo>
                <a:lnTo>
                  <a:pt x="1656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"/>
          <p:cNvSpPr/>
          <p:nvPr/>
        </p:nvSpPr>
        <p:spPr>
          <a:xfrm>
            <a:off x="647640" y="4857480"/>
            <a:ext cx="304920" cy="10080"/>
          </a:xfrm>
          <a:custGeom>
            <a:avLst/>
            <a:gdLst/>
            <a:ahLst/>
            <a:rect l="0" t="0" r="r" b="b"/>
            <a:pathLst>
              <a:path w="847" h="28">
                <a:moveTo>
                  <a:pt x="0" y="0"/>
                </a:moveTo>
                <a:lnTo>
                  <a:pt x="847" y="0"/>
                </a:lnTo>
                <a:lnTo>
                  <a:pt x="8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952200" y="4857480"/>
            <a:ext cx="5963040" cy="10080"/>
          </a:xfrm>
          <a:custGeom>
            <a:avLst/>
            <a:gdLst/>
            <a:ahLst/>
            <a:rect l="0" t="0" r="r" b="b"/>
            <a:pathLst>
              <a:path w="16564" h="28">
                <a:moveTo>
                  <a:pt x="0" y="0"/>
                </a:moveTo>
                <a:lnTo>
                  <a:pt x="16564" y="0"/>
                </a:lnTo>
                <a:lnTo>
                  <a:pt x="165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"/>
          <p:cNvSpPr/>
          <p:nvPr/>
        </p:nvSpPr>
        <p:spPr>
          <a:xfrm>
            <a:off x="647640" y="5152680"/>
            <a:ext cx="304920" cy="10080"/>
          </a:xfrm>
          <a:custGeom>
            <a:avLst/>
            <a:gdLst/>
            <a:ahLst/>
            <a:rect l="0" t="0" r="r" b="b"/>
            <a:pathLst>
              <a:path w="847" h="28">
                <a:moveTo>
                  <a:pt x="0" y="0"/>
                </a:moveTo>
                <a:lnTo>
                  <a:pt x="847" y="0"/>
                </a:lnTo>
                <a:lnTo>
                  <a:pt x="847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"/>
          <p:cNvSpPr/>
          <p:nvPr/>
        </p:nvSpPr>
        <p:spPr>
          <a:xfrm>
            <a:off x="952200" y="5152680"/>
            <a:ext cx="5963040" cy="10080"/>
          </a:xfrm>
          <a:custGeom>
            <a:avLst/>
            <a:gdLst/>
            <a:ahLst/>
            <a:rect l="0" t="0" r="r" b="b"/>
            <a:pathLst>
              <a:path w="16564" h="28">
                <a:moveTo>
                  <a:pt x="0" y="0"/>
                </a:moveTo>
                <a:lnTo>
                  <a:pt x="16564" y="0"/>
                </a:lnTo>
                <a:lnTo>
                  <a:pt x="1656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" name=""/>
          <p:cNvSpPr/>
          <p:nvPr/>
        </p:nvSpPr>
        <p:spPr>
          <a:xfrm>
            <a:off x="647640" y="5838480"/>
            <a:ext cx="1333800" cy="10080"/>
          </a:xfrm>
          <a:custGeom>
            <a:avLst/>
            <a:gdLst/>
            <a:ahLst/>
            <a:rect l="0" t="0" r="r" b="b"/>
            <a:pathLst>
              <a:path w="3705" h="28">
                <a:moveTo>
                  <a:pt x="0" y="0"/>
                </a:moveTo>
                <a:lnTo>
                  <a:pt x="3705" y="0"/>
                </a:lnTo>
                <a:lnTo>
                  <a:pt x="3705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" name=""/>
          <p:cNvSpPr/>
          <p:nvPr/>
        </p:nvSpPr>
        <p:spPr>
          <a:xfrm>
            <a:off x="1981080" y="5838480"/>
            <a:ext cx="1362240" cy="10080"/>
          </a:xfrm>
          <a:custGeom>
            <a:avLst/>
            <a:gdLst/>
            <a:ahLst/>
            <a:rect l="0" t="0" r="r" b="b"/>
            <a:pathLst>
              <a:path w="3784" h="28">
                <a:moveTo>
                  <a:pt x="0" y="0"/>
                </a:moveTo>
                <a:lnTo>
                  <a:pt x="3784" y="0"/>
                </a:lnTo>
                <a:lnTo>
                  <a:pt x="3784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3342960" y="5838480"/>
            <a:ext cx="2019960" cy="10080"/>
          </a:xfrm>
          <a:custGeom>
            <a:avLst/>
            <a:gdLst/>
            <a:ahLst/>
            <a:rect l="0" t="0" r="r" b="b"/>
            <a:pathLst>
              <a:path w="5611" h="28">
                <a:moveTo>
                  <a:pt x="0" y="0"/>
                </a:moveTo>
                <a:lnTo>
                  <a:pt x="5611" y="0"/>
                </a:lnTo>
                <a:lnTo>
                  <a:pt x="5611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" name=""/>
          <p:cNvSpPr/>
          <p:nvPr/>
        </p:nvSpPr>
        <p:spPr>
          <a:xfrm>
            <a:off x="5362560" y="5838480"/>
            <a:ext cx="1552680" cy="10080"/>
          </a:xfrm>
          <a:custGeom>
            <a:avLst/>
            <a:gdLst/>
            <a:ahLst/>
            <a:rect l="0" t="0" r="r" b="b"/>
            <a:pathLst>
              <a:path w="4313" h="28">
                <a:moveTo>
                  <a:pt x="0" y="0"/>
                </a:moveTo>
                <a:lnTo>
                  <a:pt x="4313" y="0"/>
                </a:lnTo>
                <a:lnTo>
                  <a:pt x="4313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0e0e1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" name=""/>
          <p:cNvSpPr/>
          <p:nvPr/>
        </p:nvSpPr>
        <p:spPr>
          <a:xfrm>
            <a:off x="647640" y="613404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1981080" y="6134040"/>
            <a:ext cx="1362240" cy="9720"/>
          </a:xfrm>
          <a:custGeom>
            <a:avLst/>
            <a:gdLst/>
            <a:ahLst/>
            <a:rect l="0" t="0" r="r" b="b"/>
            <a:pathLst>
              <a:path w="3784" h="27">
                <a:moveTo>
                  <a:pt x="0" y="0"/>
                </a:moveTo>
                <a:lnTo>
                  <a:pt x="3784" y="0"/>
                </a:lnTo>
                <a:lnTo>
                  <a:pt x="37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"/>
          <p:cNvSpPr/>
          <p:nvPr/>
        </p:nvSpPr>
        <p:spPr>
          <a:xfrm>
            <a:off x="3342960" y="6134040"/>
            <a:ext cx="2019960" cy="9720"/>
          </a:xfrm>
          <a:custGeom>
            <a:avLst/>
            <a:gdLst/>
            <a:ahLst/>
            <a:rect l="0" t="0" r="r" b="b"/>
            <a:pathLst>
              <a:path w="5611" h="27">
                <a:moveTo>
                  <a:pt x="0" y="0"/>
                </a:moveTo>
                <a:lnTo>
                  <a:pt x="5611" y="0"/>
                </a:lnTo>
                <a:lnTo>
                  <a:pt x="5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5" name=""/>
          <p:cNvSpPr/>
          <p:nvPr/>
        </p:nvSpPr>
        <p:spPr>
          <a:xfrm>
            <a:off x="5362560" y="6134040"/>
            <a:ext cx="1552680" cy="9720"/>
          </a:xfrm>
          <a:custGeom>
            <a:avLst/>
            <a:gdLst/>
            <a:ahLst/>
            <a:rect l="0" t="0" r="r" b="b"/>
            <a:pathLst>
              <a:path w="4313" h="27">
                <a:moveTo>
                  <a:pt x="0" y="0"/>
                </a:moveTo>
                <a:lnTo>
                  <a:pt x="4313" y="0"/>
                </a:lnTo>
                <a:lnTo>
                  <a:pt x="43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"/>
          <p:cNvSpPr/>
          <p:nvPr/>
        </p:nvSpPr>
        <p:spPr>
          <a:xfrm>
            <a:off x="647640" y="642924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1981080" y="6429240"/>
            <a:ext cx="1362240" cy="9720"/>
          </a:xfrm>
          <a:custGeom>
            <a:avLst/>
            <a:gdLst/>
            <a:ahLst/>
            <a:rect l="0" t="0" r="r" b="b"/>
            <a:pathLst>
              <a:path w="3784" h="27">
                <a:moveTo>
                  <a:pt x="0" y="0"/>
                </a:moveTo>
                <a:lnTo>
                  <a:pt x="3784" y="0"/>
                </a:lnTo>
                <a:lnTo>
                  <a:pt x="37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" name=""/>
          <p:cNvSpPr/>
          <p:nvPr/>
        </p:nvSpPr>
        <p:spPr>
          <a:xfrm>
            <a:off x="3342960" y="6429240"/>
            <a:ext cx="2019960" cy="9720"/>
          </a:xfrm>
          <a:custGeom>
            <a:avLst/>
            <a:gdLst/>
            <a:ahLst/>
            <a:rect l="0" t="0" r="r" b="b"/>
            <a:pathLst>
              <a:path w="5611" h="27">
                <a:moveTo>
                  <a:pt x="0" y="0"/>
                </a:moveTo>
                <a:lnTo>
                  <a:pt x="5611" y="0"/>
                </a:lnTo>
                <a:lnTo>
                  <a:pt x="5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" name=""/>
          <p:cNvSpPr/>
          <p:nvPr/>
        </p:nvSpPr>
        <p:spPr>
          <a:xfrm>
            <a:off x="5362560" y="6429240"/>
            <a:ext cx="1552680" cy="9720"/>
          </a:xfrm>
          <a:custGeom>
            <a:avLst/>
            <a:gdLst/>
            <a:ahLst/>
            <a:rect l="0" t="0" r="r" b="b"/>
            <a:pathLst>
              <a:path w="4313" h="27">
                <a:moveTo>
                  <a:pt x="0" y="0"/>
                </a:moveTo>
                <a:lnTo>
                  <a:pt x="4313" y="0"/>
                </a:lnTo>
                <a:lnTo>
                  <a:pt x="43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" name=""/>
          <p:cNvSpPr/>
          <p:nvPr/>
        </p:nvSpPr>
        <p:spPr>
          <a:xfrm>
            <a:off x="647640" y="6715080"/>
            <a:ext cx="1333800" cy="9720"/>
          </a:xfrm>
          <a:custGeom>
            <a:avLst/>
            <a:gdLst/>
            <a:ahLst/>
            <a:rect l="0" t="0" r="r" b="b"/>
            <a:pathLst>
              <a:path w="3705" h="27">
                <a:moveTo>
                  <a:pt x="0" y="0"/>
                </a:moveTo>
                <a:lnTo>
                  <a:pt x="3705" y="0"/>
                </a:lnTo>
                <a:lnTo>
                  <a:pt x="370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" name=""/>
          <p:cNvSpPr/>
          <p:nvPr/>
        </p:nvSpPr>
        <p:spPr>
          <a:xfrm>
            <a:off x="1981080" y="6715080"/>
            <a:ext cx="1362240" cy="9720"/>
          </a:xfrm>
          <a:custGeom>
            <a:avLst/>
            <a:gdLst/>
            <a:ahLst/>
            <a:rect l="0" t="0" r="r" b="b"/>
            <a:pathLst>
              <a:path w="3784" h="27">
                <a:moveTo>
                  <a:pt x="0" y="0"/>
                </a:moveTo>
                <a:lnTo>
                  <a:pt x="3784" y="0"/>
                </a:lnTo>
                <a:lnTo>
                  <a:pt x="3784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3342960" y="6715080"/>
            <a:ext cx="2019960" cy="9720"/>
          </a:xfrm>
          <a:custGeom>
            <a:avLst/>
            <a:gdLst/>
            <a:ahLst/>
            <a:rect l="0" t="0" r="r" b="b"/>
            <a:pathLst>
              <a:path w="5611" h="27">
                <a:moveTo>
                  <a:pt x="0" y="0"/>
                </a:moveTo>
                <a:lnTo>
                  <a:pt x="5611" y="0"/>
                </a:lnTo>
                <a:lnTo>
                  <a:pt x="5611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5362560" y="6715080"/>
            <a:ext cx="1552680" cy="9720"/>
          </a:xfrm>
          <a:custGeom>
            <a:avLst/>
            <a:gdLst/>
            <a:ahLst/>
            <a:rect l="0" t="0" r="r" b="b"/>
            <a:pathLst>
              <a:path w="4313" h="27">
                <a:moveTo>
                  <a:pt x="0" y="0"/>
                </a:moveTo>
                <a:lnTo>
                  <a:pt x="4313" y="0"/>
                </a:lnTo>
                <a:lnTo>
                  <a:pt x="4313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"/>
          <p:cNvSpPr txBox="1"/>
          <p:nvPr/>
        </p:nvSpPr>
        <p:spPr>
          <a:xfrm>
            <a:off x="647640" y="10286640"/>
            <a:ext cx="1756440" cy="1069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00" spc="-1" strike="noStrike">
                <a:solidFill>
                  <a:srgbClr val="9a9496"/>
                </a:solidFill>
                <a:latin typeface="Inter"/>
                <a:ea typeface="Inter"/>
              </a:rPr>
              <a:t>OBD AI SOLUTIONS · LAHORE, PAKISTAN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647640" y="2562120"/>
            <a:ext cx="1924200" cy="9720"/>
          </a:xfrm>
          <a:custGeom>
            <a:avLst/>
            <a:gdLst/>
            <a:ahLst/>
            <a:rect l="0" t="0" r="r" b="b"/>
            <a:pathLst>
              <a:path w="5345" h="27">
                <a:moveTo>
                  <a:pt x="0" y="0"/>
                </a:moveTo>
                <a:lnTo>
                  <a:pt x="5345" y="0"/>
                </a:lnTo>
                <a:lnTo>
                  <a:pt x="53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bdb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" name=""/>
          <p:cNvSpPr txBox="1"/>
          <p:nvPr/>
        </p:nvSpPr>
        <p:spPr>
          <a:xfrm>
            <a:off x="647640" y="1863720"/>
            <a:ext cx="54993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To be signed on launch day, confirming that the website is live and that all account access has been handed over.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647640" y="2139120"/>
            <a:ext cx="101268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L I V E   W E B S I T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"/>
          <p:cNvSpPr/>
          <p:nvPr/>
        </p:nvSpPr>
        <p:spPr>
          <a:xfrm>
            <a:off x="2819160" y="2533320"/>
            <a:ext cx="1924560" cy="10080"/>
          </a:xfrm>
          <a:custGeom>
            <a:avLst/>
            <a:gdLst/>
            <a:ahLst/>
            <a:rect l="0" t="0" r="r" b="b"/>
            <a:pathLst>
              <a:path w="5346" h="28">
                <a:moveTo>
                  <a:pt x="0" y="0"/>
                </a:moveTo>
                <a:lnTo>
                  <a:pt x="5346" y="0"/>
                </a:lnTo>
                <a:lnTo>
                  <a:pt x="534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bdb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647640" y="2353320"/>
            <a:ext cx="42912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00" spc="-1" strike="noStrike">
                <a:solidFill>
                  <a:srgbClr val="0e0e14"/>
                </a:solidFill>
                <a:latin typeface="Inter"/>
                <a:ea typeface="Inter"/>
              </a:rPr>
              <a:t>https://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"/>
          <p:cNvSpPr/>
          <p:nvPr/>
        </p:nvSpPr>
        <p:spPr>
          <a:xfrm>
            <a:off x="4991040" y="2562120"/>
            <a:ext cx="1924200" cy="9720"/>
          </a:xfrm>
          <a:custGeom>
            <a:avLst/>
            <a:gdLst/>
            <a:ahLst/>
            <a:rect l="0" t="0" r="r" b="b"/>
            <a:pathLst>
              <a:path w="5345" h="27">
                <a:moveTo>
                  <a:pt x="0" y="0"/>
                </a:moveTo>
                <a:lnTo>
                  <a:pt x="5345" y="0"/>
                </a:lnTo>
                <a:lnTo>
                  <a:pt x="5345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bdb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2820600" y="2139120"/>
            <a:ext cx="95616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G O - L I V E   DAT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"/>
          <p:cNvSpPr txBox="1"/>
          <p:nvPr/>
        </p:nvSpPr>
        <p:spPr>
          <a:xfrm>
            <a:off x="4993920" y="2139120"/>
            <a:ext cx="223200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E M A I L   AC C O U N T S   C O N F I G U R E D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"/>
          <p:cNvSpPr txBox="1"/>
          <p:nvPr/>
        </p:nvSpPr>
        <p:spPr>
          <a:xfrm>
            <a:off x="4993920" y="2353320"/>
            <a:ext cx="160092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00" spc="-1" strike="noStrike">
                <a:solidFill>
                  <a:srgbClr val="0e0e14"/>
                </a:solidFill>
                <a:latin typeface="Inter"/>
                <a:ea typeface="Inter"/>
              </a:rPr>
              <a:t>1 included + ____ additional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738000" y="316692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298"/>
                </a:moveTo>
                <a:lnTo>
                  <a:pt x="0" y="47"/>
                </a:lnTo>
                <a:cubicBezTo>
                  <a:pt x="0" y="40"/>
                  <a:pt x="1" y="34"/>
                  <a:pt x="4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lnTo>
                  <a:pt x="298" y="0"/>
                </a:lnTo>
                <a:cubicBezTo>
                  <a:pt x="304" y="0"/>
                  <a:pt x="310" y="1"/>
                  <a:pt x="316" y="3"/>
                </a:cubicBezTo>
                <a:cubicBezTo>
                  <a:pt x="322" y="6"/>
                  <a:pt x="327" y="9"/>
                  <a:pt x="331" y="14"/>
                </a:cubicBezTo>
                <a:cubicBezTo>
                  <a:pt x="336" y="18"/>
                  <a:pt x="339" y="23"/>
                  <a:pt x="341" y="29"/>
                </a:cubicBezTo>
                <a:cubicBezTo>
                  <a:pt x="344" y="34"/>
                  <a:pt x="345" y="40"/>
                  <a:pt x="345" y="47"/>
                </a:cubicBezTo>
                <a:lnTo>
                  <a:pt x="345" y="298"/>
                </a:lnTo>
                <a:cubicBezTo>
                  <a:pt x="345" y="304"/>
                  <a:pt x="344" y="310"/>
                  <a:pt x="341" y="316"/>
                </a:cubicBezTo>
                <a:cubicBezTo>
                  <a:pt x="339" y="322"/>
                  <a:pt x="336" y="327"/>
                  <a:pt x="331" y="331"/>
                </a:cubicBezTo>
                <a:cubicBezTo>
                  <a:pt x="327" y="336"/>
                  <a:pt x="322" y="339"/>
                  <a:pt x="316" y="341"/>
                </a:cubicBezTo>
                <a:cubicBezTo>
                  <a:pt x="310" y="344"/>
                  <a:pt x="304" y="345"/>
                  <a:pt x="298" y="345"/>
                </a:cubicBezTo>
                <a:lnTo>
                  <a:pt x="47" y="345"/>
                </a:lnTo>
                <a:cubicBezTo>
                  <a:pt x="41" y="345"/>
                  <a:pt x="35" y="344"/>
                  <a:pt x="29" y="341"/>
                </a:cubicBezTo>
                <a:cubicBezTo>
                  <a:pt x="23" y="339"/>
                  <a:pt x="18" y="336"/>
                  <a:pt x="14" y="331"/>
                </a:cubicBezTo>
                <a:cubicBezTo>
                  <a:pt x="9" y="327"/>
                  <a:pt x="6" y="322"/>
                  <a:pt x="4" y="316"/>
                </a:cubicBezTo>
                <a:cubicBezTo>
                  <a:pt x="1" y="310"/>
                  <a:pt x="0" y="304"/>
                  <a:pt x="0" y="298"/>
                </a:cubicBezTo>
                <a:close/>
              </a:path>
            </a:pathLst>
          </a:custGeom>
          <a:noFill/>
          <a:ln w="9360">
            <a:solidFill>
              <a:srgbClr val="0e0e1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647640" y="2876760"/>
            <a:ext cx="71712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50" spc="-1" strike="noStrike">
                <a:solidFill>
                  <a:srgbClr val="0e0e14"/>
                </a:solidFill>
                <a:latin typeface="Inter-Semi"/>
                <a:ea typeface="Inter-Semi"/>
              </a:rPr>
              <a:t>Delivered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738000" y="346212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298"/>
                </a:moveTo>
                <a:lnTo>
                  <a:pt x="0" y="47"/>
                </a:lnTo>
                <a:cubicBezTo>
                  <a:pt x="0" y="41"/>
                  <a:pt x="1" y="35"/>
                  <a:pt x="4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9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lnTo>
                  <a:pt x="298" y="0"/>
                </a:lnTo>
                <a:cubicBezTo>
                  <a:pt x="304" y="0"/>
                  <a:pt x="310" y="1"/>
                  <a:pt x="316" y="4"/>
                </a:cubicBezTo>
                <a:cubicBezTo>
                  <a:pt x="322" y="6"/>
                  <a:pt x="327" y="9"/>
                  <a:pt x="331" y="14"/>
                </a:cubicBezTo>
                <a:cubicBezTo>
                  <a:pt x="336" y="18"/>
                  <a:pt x="339" y="23"/>
                  <a:pt x="341" y="29"/>
                </a:cubicBezTo>
                <a:cubicBezTo>
                  <a:pt x="344" y="35"/>
                  <a:pt x="345" y="41"/>
                  <a:pt x="345" y="47"/>
                </a:cubicBezTo>
                <a:lnTo>
                  <a:pt x="345" y="298"/>
                </a:lnTo>
                <a:cubicBezTo>
                  <a:pt x="345" y="304"/>
                  <a:pt x="344" y="310"/>
                  <a:pt x="341" y="316"/>
                </a:cubicBezTo>
                <a:cubicBezTo>
                  <a:pt x="339" y="322"/>
                  <a:pt x="336" y="327"/>
                  <a:pt x="331" y="331"/>
                </a:cubicBezTo>
                <a:cubicBezTo>
                  <a:pt x="327" y="336"/>
                  <a:pt x="322" y="339"/>
                  <a:pt x="316" y="342"/>
                </a:cubicBezTo>
                <a:cubicBezTo>
                  <a:pt x="310" y="344"/>
                  <a:pt x="304" y="345"/>
                  <a:pt x="298" y="345"/>
                </a:cubicBezTo>
                <a:lnTo>
                  <a:pt x="47" y="345"/>
                </a:lnTo>
                <a:cubicBezTo>
                  <a:pt x="41" y="345"/>
                  <a:pt x="35" y="344"/>
                  <a:pt x="29" y="342"/>
                </a:cubicBezTo>
                <a:cubicBezTo>
                  <a:pt x="23" y="339"/>
                  <a:pt x="18" y="336"/>
                  <a:pt x="14" y="331"/>
                </a:cubicBezTo>
                <a:cubicBezTo>
                  <a:pt x="9" y="327"/>
                  <a:pt x="6" y="322"/>
                  <a:pt x="4" y="316"/>
                </a:cubicBezTo>
                <a:cubicBezTo>
                  <a:pt x="1" y="310"/>
                  <a:pt x="0" y="304"/>
                  <a:pt x="0" y="298"/>
                </a:cubicBezTo>
                <a:close/>
              </a:path>
            </a:pathLst>
          </a:custGeom>
          <a:noFill/>
          <a:ln w="9360">
            <a:solidFill>
              <a:srgbClr val="0e0e1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"/>
          <p:cNvSpPr txBox="1"/>
          <p:nvPr/>
        </p:nvSpPr>
        <p:spPr>
          <a:xfrm>
            <a:off x="1046880" y="3184920"/>
            <a:ext cx="252900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Website live on your domain with HTTPS SSL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738000" y="3757320"/>
            <a:ext cx="124200" cy="114840"/>
          </a:xfrm>
          <a:custGeom>
            <a:avLst/>
            <a:gdLst/>
            <a:ahLst/>
            <a:rect l="0" t="0" r="r" b="b"/>
            <a:pathLst>
              <a:path w="345" h="319">
                <a:moveTo>
                  <a:pt x="0" y="272"/>
                </a:moveTo>
                <a:lnTo>
                  <a:pt x="0" y="47"/>
                </a:lnTo>
                <a:cubicBezTo>
                  <a:pt x="0" y="41"/>
                  <a:pt x="1" y="35"/>
                  <a:pt x="4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10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lnTo>
                  <a:pt x="298" y="0"/>
                </a:lnTo>
                <a:cubicBezTo>
                  <a:pt x="304" y="0"/>
                  <a:pt x="310" y="1"/>
                  <a:pt x="316" y="4"/>
                </a:cubicBezTo>
                <a:cubicBezTo>
                  <a:pt x="322" y="6"/>
                  <a:pt x="327" y="10"/>
                  <a:pt x="331" y="14"/>
                </a:cubicBezTo>
                <a:cubicBezTo>
                  <a:pt x="336" y="18"/>
                  <a:pt x="339" y="23"/>
                  <a:pt x="341" y="29"/>
                </a:cubicBezTo>
                <a:cubicBezTo>
                  <a:pt x="344" y="35"/>
                  <a:pt x="345" y="41"/>
                  <a:pt x="345" y="47"/>
                </a:cubicBezTo>
                <a:lnTo>
                  <a:pt x="345" y="272"/>
                </a:lnTo>
                <a:cubicBezTo>
                  <a:pt x="345" y="278"/>
                  <a:pt x="344" y="284"/>
                  <a:pt x="341" y="290"/>
                </a:cubicBezTo>
                <a:cubicBezTo>
                  <a:pt x="339" y="296"/>
                  <a:pt x="336" y="301"/>
                  <a:pt x="331" y="305"/>
                </a:cubicBezTo>
                <a:cubicBezTo>
                  <a:pt x="327" y="309"/>
                  <a:pt x="322" y="313"/>
                  <a:pt x="316" y="315"/>
                </a:cubicBezTo>
                <a:cubicBezTo>
                  <a:pt x="310" y="318"/>
                  <a:pt x="304" y="319"/>
                  <a:pt x="298" y="319"/>
                </a:cubicBezTo>
                <a:lnTo>
                  <a:pt x="47" y="319"/>
                </a:lnTo>
                <a:cubicBezTo>
                  <a:pt x="41" y="319"/>
                  <a:pt x="35" y="318"/>
                  <a:pt x="29" y="315"/>
                </a:cubicBezTo>
                <a:cubicBezTo>
                  <a:pt x="23" y="313"/>
                  <a:pt x="18" y="309"/>
                  <a:pt x="14" y="305"/>
                </a:cubicBezTo>
                <a:cubicBezTo>
                  <a:pt x="9" y="301"/>
                  <a:pt x="6" y="296"/>
                  <a:pt x="4" y="290"/>
                </a:cubicBezTo>
                <a:cubicBezTo>
                  <a:pt x="1" y="284"/>
                  <a:pt x="0" y="278"/>
                  <a:pt x="0" y="272"/>
                </a:cubicBezTo>
                <a:close/>
              </a:path>
            </a:pathLst>
          </a:custGeom>
          <a:noFill/>
          <a:ln w="9360">
            <a:solidFill>
              <a:srgbClr val="0e0e1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1046880" y="3480120"/>
            <a:ext cx="272124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All 7 pages checked on mobile, tablet and desktop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"/>
          <p:cNvSpPr/>
          <p:nvPr/>
        </p:nvSpPr>
        <p:spPr>
          <a:xfrm>
            <a:off x="738000" y="405288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270"/>
                </a:moveTo>
                <a:lnTo>
                  <a:pt x="0" y="46"/>
                </a:lnTo>
                <a:cubicBezTo>
                  <a:pt x="0" y="40"/>
                  <a:pt x="1" y="34"/>
                  <a:pt x="4" y="28"/>
                </a:cubicBezTo>
                <a:cubicBezTo>
                  <a:pt x="6" y="23"/>
                  <a:pt x="9" y="18"/>
                  <a:pt x="14" y="13"/>
                </a:cubicBezTo>
                <a:cubicBezTo>
                  <a:pt x="18" y="9"/>
                  <a:pt x="23" y="5"/>
                  <a:pt x="29" y="3"/>
                </a:cubicBezTo>
                <a:cubicBezTo>
                  <a:pt x="35" y="1"/>
                  <a:pt x="41" y="0"/>
                  <a:pt x="47" y="0"/>
                </a:cubicBezTo>
                <a:lnTo>
                  <a:pt x="298" y="0"/>
                </a:lnTo>
                <a:cubicBezTo>
                  <a:pt x="304" y="0"/>
                  <a:pt x="310" y="1"/>
                  <a:pt x="316" y="3"/>
                </a:cubicBezTo>
                <a:cubicBezTo>
                  <a:pt x="322" y="5"/>
                  <a:pt x="327" y="9"/>
                  <a:pt x="331" y="13"/>
                </a:cubicBezTo>
                <a:cubicBezTo>
                  <a:pt x="336" y="18"/>
                  <a:pt x="339" y="23"/>
                  <a:pt x="341" y="28"/>
                </a:cubicBezTo>
                <a:cubicBezTo>
                  <a:pt x="344" y="34"/>
                  <a:pt x="345" y="40"/>
                  <a:pt x="345" y="46"/>
                </a:cubicBezTo>
                <a:lnTo>
                  <a:pt x="345" y="270"/>
                </a:lnTo>
                <a:cubicBezTo>
                  <a:pt x="345" y="276"/>
                  <a:pt x="344" y="282"/>
                  <a:pt x="341" y="288"/>
                </a:cubicBezTo>
                <a:cubicBezTo>
                  <a:pt x="339" y="294"/>
                  <a:pt x="336" y="299"/>
                  <a:pt x="331" y="303"/>
                </a:cubicBezTo>
                <a:cubicBezTo>
                  <a:pt x="327" y="308"/>
                  <a:pt x="322" y="311"/>
                  <a:pt x="316" y="314"/>
                </a:cubicBezTo>
                <a:cubicBezTo>
                  <a:pt x="310" y="317"/>
                  <a:pt x="304" y="318"/>
                  <a:pt x="298" y="318"/>
                </a:cubicBezTo>
                <a:lnTo>
                  <a:pt x="47" y="318"/>
                </a:lnTo>
                <a:cubicBezTo>
                  <a:pt x="41" y="318"/>
                  <a:pt x="35" y="317"/>
                  <a:pt x="29" y="314"/>
                </a:cubicBezTo>
                <a:cubicBezTo>
                  <a:pt x="23" y="311"/>
                  <a:pt x="18" y="308"/>
                  <a:pt x="14" y="303"/>
                </a:cubicBezTo>
                <a:cubicBezTo>
                  <a:pt x="9" y="299"/>
                  <a:pt x="6" y="294"/>
                  <a:pt x="4" y="288"/>
                </a:cubicBezTo>
                <a:cubicBezTo>
                  <a:pt x="1" y="282"/>
                  <a:pt x="0" y="276"/>
                  <a:pt x="0" y="270"/>
                </a:cubicBezTo>
                <a:close/>
              </a:path>
            </a:pathLst>
          </a:custGeom>
          <a:noFill/>
          <a:ln w="9360">
            <a:solidFill>
              <a:srgbClr val="0e0e1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1046880" y="3765960"/>
            <a:ext cx="216648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Contact details, links and buttons tested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738000" y="43383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298"/>
                </a:moveTo>
                <a:lnTo>
                  <a:pt x="0" y="47"/>
                </a:lnTo>
                <a:cubicBezTo>
                  <a:pt x="0" y="41"/>
                  <a:pt x="1" y="35"/>
                  <a:pt x="4" y="29"/>
                </a:cubicBezTo>
                <a:cubicBezTo>
                  <a:pt x="6" y="23"/>
                  <a:pt x="9" y="18"/>
                  <a:pt x="14" y="14"/>
                </a:cubicBezTo>
                <a:cubicBezTo>
                  <a:pt x="18" y="10"/>
                  <a:pt x="23" y="6"/>
                  <a:pt x="29" y="4"/>
                </a:cubicBezTo>
                <a:cubicBezTo>
                  <a:pt x="35" y="1"/>
                  <a:pt x="41" y="0"/>
                  <a:pt x="47" y="0"/>
                </a:cubicBezTo>
                <a:lnTo>
                  <a:pt x="298" y="0"/>
                </a:lnTo>
                <a:cubicBezTo>
                  <a:pt x="304" y="0"/>
                  <a:pt x="310" y="1"/>
                  <a:pt x="316" y="4"/>
                </a:cubicBezTo>
                <a:cubicBezTo>
                  <a:pt x="322" y="6"/>
                  <a:pt x="327" y="10"/>
                  <a:pt x="331" y="14"/>
                </a:cubicBezTo>
                <a:cubicBezTo>
                  <a:pt x="336" y="18"/>
                  <a:pt x="339" y="23"/>
                  <a:pt x="341" y="29"/>
                </a:cubicBezTo>
                <a:cubicBezTo>
                  <a:pt x="344" y="35"/>
                  <a:pt x="345" y="41"/>
                  <a:pt x="345" y="47"/>
                </a:cubicBezTo>
                <a:lnTo>
                  <a:pt x="345" y="298"/>
                </a:lnTo>
                <a:cubicBezTo>
                  <a:pt x="345" y="305"/>
                  <a:pt x="344" y="311"/>
                  <a:pt x="341" y="316"/>
                </a:cubicBezTo>
                <a:cubicBezTo>
                  <a:pt x="339" y="322"/>
                  <a:pt x="336" y="327"/>
                  <a:pt x="331" y="332"/>
                </a:cubicBezTo>
                <a:cubicBezTo>
                  <a:pt x="327" y="336"/>
                  <a:pt x="322" y="339"/>
                  <a:pt x="316" y="342"/>
                </a:cubicBezTo>
                <a:cubicBezTo>
                  <a:pt x="310" y="344"/>
                  <a:pt x="304" y="345"/>
                  <a:pt x="298" y="345"/>
                </a:cubicBezTo>
                <a:lnTo>
                  <a:pt x="47" y="345"/>
                </a:lnTo>
                <a:cubicBezTo>
                  <a:pt x="41" y="345"/>
                  <a:pt x="35" y="344"/>
                  <a:pt x="29" y="342"/>
                </a:cubicBezTo>
                <a:cubicBezTo>
                  <a:pt x="23" y="339"/>
                  <a:pt x="18" y="336"/>
                  <a:pt x="14" y="332"/>
                </a:cubicBezTo>
                <a:cubicBezTo>
                  <a:pt x="9" y="327"/>
                  <a:pt x="6" y="322"/>
                  <a:pt x="4" y="316"/>
                </a:cubicBezTo>
                <a:cubicBezTo>
                  <a:pt x="1" y="311"/>
                  <a:pt x="0" y="305"/>
                  <a:pt x="0" y="298"/>
                </a:cubicBezTo>
                <a:close/>
              </a:path>
            </a:pathLst>
          </a:custGeom>
          <a:noFill/>
          <a:ln w="9360">
            <a:solidFill>
              <a:srgbClr val="0e0e1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1046880" y="4061160"/>
            <a:ext cx="249840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Professional mailbox working (info@gfxt.com)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"/>
          <p:cNvSpPr/>
          <p:nvPr/>
        </p:nvSpPr>
        <p:spPr>
          <a:xfrm>
            <a:off x="738000" y="4633560"/>
            <a:ext cx="124200" cy="124200"/>
          </a:xfrm>
          <a:custGeom>
            <a:avLst/>
            <a:gdLst/>
            <a:ahLst/>
            <a:rect l="0" t="0" r="r" b="b"/>
            <a:pathLst>
              <a:path w="345" h="345">
                <a:moveTo>
                  <a:pt x="0" y="298"/>
                </a:moveTo>
                <a:lnTo>
                  <a:pt x="0" y="47"/>
                </a:lnTo>
                <a:cubicBezTo>
                  <a:pt x="0" y="41"/>
                  <a:pt x="1" y="35"/>
                  <a:pt x="4" y="29"/>
                </a:cubicBezTo>
                <a:cubicBezTo>
                  <a:pt x="6" y="24"/>
                  <a:pt x="9" y="19"/>
                  <a:pt x="14" y="14"/>
                </a:cubicBezTo>
                <a:cubicBezTo>
                  <a:pt x="18" y="10"/>
                  <a:pt x="23" y="6"/>
                  <a:pt x="29" y="4"/>
                </a:cubicBezTo>
                <a:cubicBezTo>
                  <a:pt x="35" y="2"/>
                  <a:pt x="41" y="0"/>
                  <a:pt x="47" y="0"/>
                </a:cubicBezTo>
                <a:lnTo>
                  <a:pt x="298" y="0"/>
                </a:lnTo>
                <a:cubicBezTo>
                  <a:pt x="304" y="0"/>
                  <a:pt x="310" y="2"/>
                  <a:pt x="316" y="4"/>
                </a:cubicBezTo>
                <a:cubicBezTo>
                  <a:pt x="322" y="6"/>
                  <a:pt x="327" y="10"/>
                  <a:pt x="331" y="14"/>
                </a:cubicBezTo>
                <a:cubicBezTo>
                  <a:pt x="336" y="19"/>
                  <a:pt x="339" y="24"/>
                  <a:pt x="341" y="29"/>
                </a:cubicBezTo>
                <a:cubicBezTo>
                  <a:pt x="344" y="35"/>
                  <a:pt x="345" y="41"/>
                  <a:pt x="345" y="47"/>
                </a:cubicBezTo>
                <a:lnTo>
                  <a:pt x="345" y="298"/>
                </a:lnTo>
                <a:cubicBezTo>
                  <a:pt x="345" y="304"/>
                  <a:pt x="344" y="310"/>
                  <a:pt x="341" y="316"/>
                </a:cubicBezTo>
                <a:cubicBezTo>
                  <a:pt x="339" y="321"/>
                  <a:pt x="336" y="326"/>
                  <a:pt x="331" y="331"/>
                </a:cubicBezTo>
                <a:cubicBezTo>
                  <a:pt x="327" y="336"/>
                  <a:pt x="322" y="340"/>
                  <a:pt x="316" y="342"/>
                </a:cubicBezTo>
                <a:cubicBezTo>
                  <a:pt x="310" y="344"/>
                  <a:pt x="304" y="345"/>
                  <a:pt x="298" y="345"/>
                </a:cubicBezTo>
                <a:lnTo>
                  <a:pt x="47" y="345"/>
                </a:lnTo>
                <a:cubicBezTo>
                  <a:pt x="41" y="345"/>
                  <a:pt x="35" y="344"/>
                  <a:pt x="29" y="342"/>
                </a:cubicBezTo>
                <a:cubicBezTo>
                  <a:pt x="23" y="340"/>
                  <a:pt x="18" y="336"/>
                  <a:pt x="14" y="331"/>
                </a:cubicBezTo>
                <a:cubicBezTo>
                  <a:pt x="9" y="326"/>
                  <a:pt x="6" y="321"/>
                  <a:pt x="4" y="316"/>
                </a:cubicBezTo>
                <a:cubicBezTo>
                  <a:pt x="1" y="310"/>
                  <a:pt x="0" y="304"/>
                  <a:pt x="0" y="298"/>
                </a:cubicBezTo>
                <a:close/>
              </a:path>
            </a:pathLst>
          </a:custGeom>
          <a:noFill/>
          <a:ln w="9360">
            <a:solidFill>
              <a:srgbClr val="0e0e1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1046880" y="4356360"/>
            <a:ext cx="240408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Mailbox set up on one phone and one laptop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6" name=""/>
          <p:cNvSpPr/>
          <p:nvPr/>
        </p:nvSpPr>
        <p:spPr>
          <a:xfrm>
            <a:off x="738000" y="4929120"/>
            <a:ext cx="124200" cy="114480"/>
          </a:xfrm>
          <a:custGeom>
            <a:avLst/>
            <a:gdLst/>
            <a:ahLst/>
            <a:rect l="0" t="0" r="r" b="b"/>
            <a:pathLst>
              <a:path w="345" h="318">
                <a:moveTo>
                  <a:pt x="0" y="271"/>
                </a:moveTo>
                <a:lnTo>
                  <a:pt x="0" y="46"/>
                </a:lnTo>
                <a:cubicBezTo>
                  <a:pt x="0" y="40"/>
                  <a:pt x="1" y="34"/>
                  <a:pt x="4" y="29"/>
                </a:cubicBezTo>
                <a:cubicBezTo>
                  <a:pt x="6" y="23"/>
                  <a:pt x="9" y="18"/>
                  <a:pt x="14" y="13"/>
                </a:cubicBezTo>
                <a:cubicBezTo>
                  <a:pt x="18" y="9"/>
                  <a:pt x="23" y="6"/>
                  <a:pt x="29" y="3"/>
                </a:cubicBezTo>
                <a:cubicBezTo>
                  <a:pt x="35" y="1"/>
                  <a:pt x="41" y="0"/>
                  <a:pt x="47" y="0"/>
                </a:cubicBezTo>
                <a:lnTo>
                  <a:pt x="298" y="0"/>
                </a:lnTo>
                <a:cubicBezTo>
                  <a:pt x="304" y="0"/>
                  <a:pt x="310" y="1"/>
                  <a:pt x="316" y="3"/>
                </a:cubicBezTo>
                <a:cubicBezTo>
                  <a:pt x="322" y="6"/>
                  <a:pt x="327" y="9"/>
                  <a:pt x="331" y="13"/>
                </a:cubicBezTo>
                <a:cubicBezTo>
                  <a:pt x="336" y="18"/>
                  <a:pt x="339" y="23"/>
                  <a:pt x="341" y="29"/>
                </a:cubicBezTo>
                <a:cubicBezTo>
                  <a:pt x="344" y="34"/>
                  <a:pt x="345" y="40"/>
                  <a:pt x="345" y="46"/>
                </a:cubicBezTo>
                <a:lnTo>
                  <a:pt x="345" y="271"/>
                </a:lnTo>
                <a:cubicBezTo>
                  <a:pt x="345" y="278"/>
                  <a:pt x="344" y="284"/>
                  <a:pt x="341" y="289"/>
                </a:cubicBezTo>
                <a:cubicBezTo>
                  <a:pt x="339" y="295"/>
                  <a:pt x="336" y="300"/>
                  <a:pt x="331" y="304"/>
                </a:cubicBezTo>
                <a:cubicBezTo>
                  <a:pt x="327" y="309"/>
                  <a:pt x="322" y="312"/>
                  <a:pt x="316" y="315"/>
                </a:cubicBezTo>
                <a:cubicBezTo>
                  <a:pt x="310" y="317"/>
                  <a:pt x="304" y="318"/>
                  <a:pt x="298" y="318"/>
                </a:cubicBezTo>
                <a:lnTo>
                  <a:pt x="47" y="318"/>
                </a:lnTo>
                <a:cubicBezTo>
                  <a:pt x="41" y="318"/>
                  <a:pt x="35" y="317"/>
                  <a:pt x="29" y="315"/>
                </a:cubicBezTo>
                <a:cubicBezTo>
                  <a:pt x="23" y="312"/>
                  <a:pt x="18" y="309"/>
                  <a:pt x="14" y="304"/>
                </a:cubicBezTo>
                <a:cubicBezTo>
                  <a:pt x="9" y="300"/>
                  <a:pt x="6" y="295"/>
                  <a:pt x="4" y="289"/>
                </a:cubicBezTo>
                <a:cubicBezTo>
                  <a:pt x="1" y="284"/>
                  <a:pt x="0" y="278"/>
                  <a:pt x="0" y="271"/>
                </a:cubicBezTo>
                <a:close/>
              </a:path>
            </a:pathLst>
          </a:custGeom>
          <a:noFill/>
          <a:ln w="9360">
            <a:solidFill>
              <a:srgbClr val="0e0e14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1046880" y="4651920"/>
            <a:ext cx="220428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Backup copy of the website given to you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1046880" y="4937400"/>
            <a:ext cx="99432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Walkthrough done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"/>
          <p:cNvSpPr txBox="1"/>
          <p:nvPr/>
        </p:nvSpPr>
        <p:spPr>
          <a:xfrm>
            <a:off x="647640" y="5334120"/>
            <a:ext cx="1472760" cy="15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050" spc="-1" strike="noStrike">
                <a:solidFill>
                  <a:srgbClr val="0e0e14"/>
                </a:solidFill>
                <a:latin typeface="Inter-Semi"/>
                <a:ea typeface="Inter-Semi"/>
              </a:rPr>
              <a:t>Logins handed over</a:t>
            </a:r>
            <a:endParaRPr b="0" lang="en-US" sz="10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"/>
          <p:cNvSpPr txBox="1"/>
          <p:nvPr/>
        </p:nvSpPr>
        <p:spPr>
          <a:xfrm>
            <a:off x="737640" y="5653800"/>
            <a:ext cx="62244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AC C O U N T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"/>
          <p:cNvSpPr txBox="1"/>
          <p:nvPr/>
        </p:nvSpPr>
        <p:spPr>
          <a:xfrm>
            <a:off x="2074680" y="5653800"/>
            <a:ext cx="71388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P R O V I D E R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3428280" y="5653800"/>
            <a:ext cx="119844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I N   T H E   N A M E   O F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5455080" y="5653800"/>
            <a:ext cx="83592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R E N E W S   O N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737640" y="5923080"/>
            <a:ext cx="48996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Domain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3428280" y="5918400"/>
            <a:ext cx="35748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GFXT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"/>
          <p:cNvSpPr txBox="1"/>
          <p:nvPr/>
        </p:nvSpPr>
        <p:spPr>
          <a:xfrm>
            <a:off x="737640" y="6218640"/>
            <a:ext cx="49896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Hosting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3428280" y="6213960"/>
            <a:ext cx="35748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GFXT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737640" y="6513840"/>
            <a:ext cx="352800" cy="134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900" spc="-1" strike="noStrike">
                <a:solidFill>
                  <a:srgbClr val="0e0e14"/>
                </a:solidFill>
                <a:latin typeface="Inter-Semi"/>
                <a:ea typeface="Inter-Semi"/>
              </a:rPr>
              <a:t>Email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3428280" y="6509160"/>
            <a:ext cx="357480" cy="138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900" spc="-1" strike="noStrike">
                <a:solidFill>
                  <a:srgbClr val="2a2934"/>
                </a:solidFill>
                <a:latin typeface="Inter"/>
                <a:ea typeface="Inter"/>
              </a:rPr>
              <a:t>GFXT</a:t>
            </a:r>
            <a:endParaRPr b="0" lang="en-US" sz="9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647640" y="6797880"/>
            <a:ext cx="552816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6b6878"/>
                </a:solidFill>
                <a:latin typeface="Inter"/>
                <a:ea typeface="Inter"/>
              </a:rPr>
              <a:t>Passwords are shared privately and are never written on this form. We recommend changing them after handover.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"/>
          <p:cNvSpPr/>
          <p:nvPr/>
        </p:nvSpPr>
        <p:spPr>
          <a:xfrm>
            <a:off x="647640" y="8029440"/>
            <a:ext cx="1895760" cy="9720"/>
          </a:xfrm>
          <a:custGeom>
            <a:avLst/>
            <a:gdLst/>
            <a:ahLst/>
            <a:rect l="0" t="0" r="r" b="b"/>
            <a:pathLst>
              <a:path w="5266" h="27">
                <a:moveTo>
                  <a:pt x="0" y="0"/>
                </a:moveTo>
                <a:lnTo>
                  <a:pt x="5266" y="0"/>
                </a:lnTo>
                <a:lnTo>
                  <a:pt x="52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bdb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"/>
          <p:cNvSpPr/>
          <p:nvPr/>
        </p:nvSpPr>
        <p:spPr>
          <a:xfrm>
            <a:off x="647640" y="8610480"/>
            <a:ext cx="1895760" cy="9720"/>
          </a:xfrm>
          <a:custGeom>
            <a:avLst/>
            <a:gdLst/>
            <a:ahLst/>
            <a:rect l="0" t="0" r="r" b="b"/>
            <a:pathLst>
              <a:path w="5266" h="27">
                <a:moveTo>
                  <a:pt x="0" y="0"/>
                </a:moveTo>
                <a:lnTo>
                  <a:pt x="5266" y="0"/>
                </a:lnTo>
                <a:lnTo>
                  <a:pt x="52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bdb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647640" y="7064280"/>
            <a:ext cx="5958000" cy="1238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800" spc="-1" strike="noStrike">
                <a:solidFill>
                  <a:srgbClr val="2a2934"/>
                </a:solidFill>
                <a:latin typeface="Inter"/>
                <a:ea typeface="Inter"/>
              </a:rPr>
              <a:t>GFXT confirms that the website is live and accepted. The 14-day launch support period starts from the go-live date above.</a:t>
            </a:r>
            <a:endParaRPr b="0" lang="en-US" sz="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4" name=""/>
          <p:cNvSpPr txBox="1"/>
          <p:nvPr/>
        </p:nvSpPr>
        <p:spPr>
          <a:xfrm>
            <a:off x="647640" y="7337520"/>
            <a:ext cx="17701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F O R   O B D   A I   S O L U T I O N S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5" name=""/>
          <p:cNvSpPr txBox="1"/>
          <p:nvPr/>
        </p:nvSpPr>
        <p:spPr>
          <a:xfrm>
            <a:off x="647640" y="7520760"/>
            <a:ext cx="77328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S I G N AT U R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647640" y="8178120"/>
            <a:ext cx="115884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F O U N D E R   ·   DAT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2828880" y="8029440"/>
            <a:ext cx="1905120" cy="9720"/>
          </a:xfrm>
          <a:custGeom>
            <a:avLst/>
            <a:gdLst/>
            <a:ahLst/>
            <a:rect l="0" t="0" r="r" b="b"/>
            <a:pathLst>
              <a:path w="5292" h="27">
                <a:moveTo>
                  <a:pt x="0" y="0"/>
                </a:moveTo>
                <a:lnTo>
                  <a:pt x="5292" y="0"/>
                </a:lnTo>
                <a:lnTo>
                  <a:pt x="52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bdb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2828880" y="8610480"/>
            <a:ext cx="1905120" cy="9720"/>
          </a:xfrm>
          <a:custGeom>
            <a:avLst/>
            <a:gdLst/>
            <a:ahLst/>
            <a:rect l="0" t="0" r="r" b="b"/>
            <a:pathLst>
              <a:path w="5292" h="27">
                <a:moveTo>
                  <a:pt x="0" y="0"/>
                </a:moveTo>
                <a:lnTo>
                  <a:pt x="5292" y="0"/>
                </a:lnTo>
                <a:lnTo>
                  <a:pt x="5292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bdb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9" name=""/>
          <p:cNvSpPr txBox="1"/>
          <p:nvPr/>
        </p:nvSpPr>
        <p:spPr>
          <a:xfrm>
            <a:off x="647640" y="8392320"/>
            <a:ext cx="108288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00" spc="-1" strike="noStrike">
                <a:solidFill>
                  <a:srgbClr val="0e0e14"/>
                </a:solidFill>
                <a:latin typeface="Inter"/>
                <a:ea typeface="Inter"/>
              </a:rPr>
              <a:t>Omer Bin Dawood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2832840" y="7337520"/>
            <a:ext cx="17701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F O R   O B D   A I   S O L U T I O N S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2832840" y="7520760"/>
            <a:ext cx="77328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S I G N AT U R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2832840" y="8178120"/>
            <a:ext cx="202140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M A N AG I N G   D I R E C T O R   ·   DAT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"/>
          <p:cNvSpPr/>
          <p:nvPr/>
        </p:nvSpPr>
        <p:spPr>
          <a:xfrm>
            <a:off x="5019480" y="8029440"/>
            <a:ext cx="1895760" cy="9720"/>
          </a:xfrm>
          <a:custGeom>
            <a:avLst/>
            <a:gdLst/>
            <a:ahLst/>
            <a:rect l="0" t="0" r="r" b="b"/>
            <a:pathLst>
              <a:path w="5266" h="27">
                <a:moveTo>
                  <a:pt x="0" y="0"/>
                </a:moveTo>
                <a:lnTo>
                  <a:pt x="5266" y="0"/>
                </a:lnTo>
                <a:lnTo>
                  <a:pt x="5266" y="27"/>
                </a:lnTo>
                <a:lnTo>
                  <a:pt x="0" y="27"/>
                </a:lnTo>
                <a:lnTo>
                  <a:pt x="0" y="0"/>
                </a:lnTo>
                <a:close/>
              </a:path>
            </a:pathLst>
          </a:custGeom>
          <a:solidFill>
            <a:srgbClr val="bdb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5019480" y="8581680"/>
            <a:ext cx="1895760" cy="10080"/>
          </a:xfrm>
          <a:custGeom>
            <a:avLst/>
            <a:gdLst/>
            <a:ahLst/>
            <a:rect l="0" t="0" r="r" b="b"/>
            <a:pathLst>
              <a:path w="5266" h="28">
                <a:moveTo>
                  <a:pt x="0" y="0"/>
                </a:moveTo>
                <a:lnTo>
                  <a:pt x="5266" y="0"/>
                </a:lnTo>
                <a:lnTo>
                  <a:pt x="5266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bdb5b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2832840" y="8392320"/>
            <a:ext cx="540360" cy="153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1000" spc="-1" strike="noStrike">
                <a:solidFill>
                  <a:srgbClr val="0e0e14"/>
                </a:solidFill>
                <a:latin typeface="Inter"/>
                <a:ea typeface="Inter"/>
              </a:rPr>
              <a:t>Hira Baig</a:t>
            </a:r>
            <a:endParaRPr b="0" lang="en-US" sz="10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5018040" y="7337520"/>
            <a:ext cx="77796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F O R   G F X - T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"/>
          <p:cNvSpPr txBox="1"/>
          <p:nvPr/>
        </p:nvSpPr>
        <p:spPr>
          <a:xfrm>
            <a:off x="5018040" y="7520760"/>
            <a:ext cx="77328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S I G N AT U R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"/>
          <p:cNvSpPr/>
          <p:nvPr/>
        </p:nvSpPr>
        <p:spPr>
          <a:xfrm>
            <a:off x="647640" y="1695240"/>
            <a:ext cx="6267600" cy="10080"/>
          </a:xfrm>
          <a:custGeom>
            <a:avLst/>
            <a:gdLst/>
            <a:ahLst/>
            <a:rect l="0" t="0" r="r" b="b"/>
            <a:pathLst>
              <a:path w="17410" h="28">
                <a:moveTo>
                  <a:pt x="0" y="0"/>
                </a:moveTo>
                <a:lnTo>
                  <a:pt x="17410" y="0"/>
                </a:lnTo>
                <a:lnTo>
                  <a:pt x="17410" y="28"/>
                </a:lnTo>
                <a:lnTo>
                  <a:pt x="0" y="28"/>
                </a:lnTo>
                <a:lnTo>
                  <a:pt x="0" y="0"/>
                </a:lnTo>
                <a:close/>
              </a:path>
            </a:pathLst>
          </a:custGeom>
          <a:solidFill>
            <a:srgbClr val="e6e1f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89" name="" descr=""/>
          <p:cNvPicPr/>
          <p:nvPr/>
        </p:nvPicPr>
        <p:blipFill>
          <a:blip r:embed="rId1"/>
          <a:stretch/>
        </p:blipFill>
        <p:spPr>
          <a:xfrm>
            <a:off x="647640" y="504720"/>
            <a:ext cx="409320" cy="399600"/>
          </a:xfrm>
          <a:prstGeom prst="rect">
            <a:avLst/>
          </a:prstGeom>
          <a:ln w="0">
            <a:noFill/>
          </a:ln>
        </p:spPr>
      </p:pic>
      <p:sp>
        <p:nvSpPr>
          <p:cNvPr id="90" name=""/>
          <p:cNvSpPr txBox="1"/>
          <p:nvPr/>
        </p:nvSpPr>
        <p:spPr>
          <a:xfrm>
            <a:off x="5018040" y="8178120"/>
            <a:ext cx="878400" cy="100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80" spc="-1" strike="noStrike">
                <a:solidFill>
                  <a:srgbClr val="6b6878"/>
                </a:solidFill>
                <a:latin typeface="Inter-Semi"/>
                <a:ea typeface="Inter-Semi"/>
              </a:rPr>
              <a:t>N A M E   ·   DAT E</a:t>
            </a:r>
            <a:endParaRPr b="0" lang="en-US" sz="68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1162440" y="488160"/>
            <a:ext cx="369360" cy="21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1300" spc="-1" strike="noStrike">
                <a:solidFill>
                  <a:srgbClr val="0e0e14"/>
                </a:solidFill>
                <a:latin typeface="PlayfairDisplay"/>
                <a:ea typeface="PlayfairDisplay"/>
              </a:rPr>
              <a:t>OBD</a:t>
            </a:r>
            <a:endParaRPr b="0" lang="en-US" sz="13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1162440" y="755640"/>
            <a:ext cx="934920" cy="918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620" spc="-1" strike="noStrike">
                <a:solidFill>
                  <a:srgbClr val="6a26d8"/>
                </a:solidFill>
                <a:latin typeface="Inter-Semi"/>
                <a:ea typeface="Inter-Semi"/>
              </a:rPr>
              <a:t>A I   S O L U T I O N S</a:t>
            </a:r>
            <a:endParaRPr b="0" lang="en-US" sz="62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647640" y="1089000"/>
            <a:ext cx="1629720" cy="1040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00" spc="-1" strike="noStrike">
                <a:solidFill>
                  <a:srgbClr val="6a26d8"/>
                </a:solidFill>
                <a:latin typeface="Inter-Semi"/>
                <a:ea typeface="Inter-Semi"/>
              </a:rPr>
              <a:t>L A U N C H   ·   F I N A L   S T E P</a:t>
            </a:r>
            <a:endParaRPr b="0" lang="en-US" sz="7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647640" y="1257480"/>
            <a:ext cx="1221480" cy="309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2100" spc="-1" strike="noStrike">
                <a:solidFill>
                  <a:srgbClr val="0e0e14"/>
                </a:solidFill>
                <a:latin typeface="PlayfairDisplay-Semi"/>
                <a:ea typeface="PlayfairDisplay-Semi"/>
              </a:rPr>
              <a:t>Go-Live 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5" name=""/>
          <p:cNvSpPr txBox="1"/>
          <p:nvPr/>
        </p:nvSpPr>
        <p:spPr>
          <a:xfrm>
            <a:off x="1689480" y="1216440"/>
            <a:ext cx="1452960" cy="355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i="1" lang="en-US" sz="2100" spc="-1" strike="noStrike">
                <a:solidFill>
                  <a:srgbClr val="6a26d8"/>
                </a:solidFill>
                <a:latin typeface="PlayfairDisplay-Medium"/>
                <a:ea typeface="PlayfairDisplay-Medium"/>
              </a:rPr>
              <a:t>&amp; Handover</a:t>
            </a:r>
            <a:endParaRPr b="0" lang="en-US" sz="21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6" name=""/>
          <p:cNvSpPr txBox="1"/>
          <p:nvPr/>
        </p:nvSpPr>
        <p:spPr>
          <a:xfrm>
            <a:off x="5932800" y="1136520"/>
            <a:ext cx="20808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6b6878"/>
                </a:solidFill>
                <a:latin typeface="Inter"/>
                <a:ea typeface="Inter"/>
              </a:rPr>
              <a:t>Ref. 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"/>
          <p:cNvSpPr txBox="1"/>
          <p:nvPr/>
        </p:nvSpPr>
        <p:spPr>
          <a:xfrm>
            <a:off x="6132240" y="1140480"/>
            <a:ext cx="874080" cy="11196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1" lang="en-US" sz="750" spc="-1" strike="noStrike">
                <a:solidFill>
                  <a:srgbClr val="0e0e14"/>
                </a:solidFill>
                <a:latin typeface="Inter-Semi"/>
                <a:ea typeface="Inter-Semi"/>
              </a:rPr>
              <a:t>OBDGFXT2026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"/>
          <p:cNvSpPr txBox="1"/>
          <p:nvPr/>
        </p:nvSpPr>
        <p:spPr>
          <a:xfrm>
            <a:off x="6017760" y="1279440"/>
            <a:ext cx="90612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6b6878"/>
                </a:solidFill>
                <a:latin typeface="Inter"/>
                <a:ea typeface="Inter"/>
              </a:rPr>
              <a:t>25 September 2026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647640" y="1685880"/>
            <a:ext cx="8640" cy="8640"/>
          </a:xfrm>
          <a:custGeom>
            <a:avLst/>
            <a:gdLst/>
            <a:ahLst/>
            <a:rect l="0" t="0" r="r" b="b"/>
            <a:pathLst>
              <a:path w="24" h="24">
                <a:moveTo>
                  <a:pt x="0" y="0"/>
                </a:moveTo>
                <a:lnTo>
                  <a:pt x="0" y="24"/>
                </a:lnTo>
                <a:lnTo>
                  <a:pt x="24" y="0"/>
                </a:lnTo>
                <a:lnTo>
                  <a:pt x="0" y="0"/>
                </a:lnTo>
                <a:close/>
              </a:path>
            </a:pathLst>
          </a:custGeom>
          <a:solidFill>
            <a:srgbClr val="7b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647640" y="1685880"/>
            <a:ext cx="17280" cy="17280"/>
          </a:xfrm>
          <a:custGeom>
            <a:avLst/>
            <a:gdLst/>
            <a:ahLst/>
            <a:rect l="0" t="0" r="r" b="b"/>
            <a:pathLst>
              <a:path w="48" h="48">
                <a:moveTo>
                  <a:pt x="24" y="0"/>
                </a:moveTo>
                <a:lnTo>
                  <a:pt x="0" y="23"/>
                </a:lnTo>
                <a:lnTo>
                  <a:pt x="0" y="48"/>
                </a:lnTo>
                <a:lnTo>
                  <a:pt x="48" y="0"/>
                </a:lnTo>
                <a:lnTo>
                  <a:pt x="24" y="0"/>
                </a:lnTo>
                <a:close/>
              </a:path>
            </a:pathLst>
          </a:custGeom>
          <a:solidFill>
            <a:srgbClr val="7c22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647640" y="1685880"/>
            <a:ext cx="19440" cy="19440"/>
          </a:xfrm>
          <a:custGeom>
            <a:avLst/>
            <a:gdLst/>
            <a:ahLst/>
            <a:rect l="0" t="0" r="r" b="b"/>
            <a:pathLst>
              <a:path w="54" h="54">
                <a:moveTo>
                  <a:pt x="47" y="0"/>
                </a:moveTo>
                <a:lnTo>
                  <a:pt x="0" y="48"/>
                </a:lnTo>
                <a:lnTo>
                  <a:pt x="0" y="54"/>
                </a:lnTo>
                <a:lnTo>
                  <a:pt x="54" y="0"/>
                </a:lnTo>
                <a:lnTo>
                  <a:pt x="47" y="0"/>
                </a:lnTo>
                <a:close/>
              </a:path>
            </a:pathLst>
          </a:custGeom>
          <a:solidFill>
            <a:srgbClr val="7c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647640" y="1685880"/>
            <a:ext cx="25920" cy="19440"/>
          </a:xfrm>
          <a:custGeom>
            <a:avLst/>
            <a:gdLst/>
            <a:ahLst/>
            <a:rect l="0" t="0" r="r" b="b"/>
            <a:pathLst>
              <a:path w="72" h="54">
                <a:moveTo>
                  <a:pt x="54" y="0"/>
                </a:moveTo>
                <a:lnTo>
                  <a:pt x="0" y="54"/>
                </a:lnTo>
                <a:lnTo>
                  <a:pt x="19" y="54"/>
                </a:lnTo>
                <a:lnTo>
                  <a:pt x="72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65412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d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4" name=""/>
          <p:cNvSpPr/>
          <p:nvPr/>
        </p:nvSpPr>
        <p:spPr>
          <a:xfrm>
            <a:off x="66276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5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23e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5" name=""/>
          <p:cNvSpPr/>
          <p:nvPr/>
        </p:nvSpPr>
        <p:spPr>
          <a:xfrm>
            <a:off x="67140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7e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6" name=""/>
          <p:cNvSpPr/>
          <p:nvPr/>
        </p:nvSpPr>
        <p:spPr>
          <a:xfrm>
            <a:off x="67968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7" name=""/>
          <p:cNvSpPr/>
          <p:nvPr/>
        </p:nvSpPr>
        <p:spPr>
          <a:xfrm>
            <a:off x="68832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24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8" name=""/>
          <p:cNvSpPr/>
          <p:nvPr/>
        </p:nvSpPr>
        <p:spPr>
          <a:xfrm>
            <a:off x="69696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5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" name=""/>
          <p:cNvSpPr/>
          <p:nvPr/>
        </p:nvSpPr>
        <p:spPr>
          <a:xfrm>
            <a:off x="70560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80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0" name=""/>
          <p:cNvSpPr/>
          <p:nvPr/>
        </p:nvSpPr>
        <p:spPr>
          <a:xfrm>
            <a:off x="71388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5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1" name=""/>
          <p:cNvSpPr/>
          <p:nvPr/>
        </p:nvSpPr>
        <p:spPr>
          <a:xfrm>
            <a:off x="72252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5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1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73116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3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2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73980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7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26e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74844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4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83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75672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3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76536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27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7" name=""/>
          <p:cNvSpPr/>
          <p:nvPr/>
        </p:nvSpPr>
        <p:spPr>
          <a:xfrm>
            <a:off x="77400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5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8" name=""/>
          <p:cNvSpPr/>
          <p:nvPr/>
        </p:nvSpPr>
        <p:spPr>
          <a:xfrm>
            <a:off x="78264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85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9" name=""/>
          <p:cNvSpPr/>
          <p:nvPr/>
        </p:nvSpPr>
        <p:spPr>
          <a:xfrm>
            <a:off x="79092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28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0" name=""/>
          <p:cNvSpPr/>
          <p:nvPr/>
        </p:nvSpPr>
        <p:spPr>
          <a:xfrm>
            <a:off x="79956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5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1" name=""/>
          <p:cNvSpPr/>
          <p:nvPr/>
        </p:nvSpPr>
        <p:spPr>
          <a:xfrm>
            <a:off x="80820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3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2" name=""/>
          <p:cNvSpPr/>
          <p:nvPr/>
        </p:nvSpPr>
        <p:spPr>
          <a:xfrm>
            <a:off x="81684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4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29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3" name=""/>
          <p:cNvSpPr/>
          <p:nvPr/>
        </p:nvSpPr>
        <p:spPr>
          <a:xfrm>
            <a:off x="82512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2ae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83376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5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84240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3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92a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85104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7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85968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4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8a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8" name=""/>
          <p:cNvSpPr/>
          <p:nvPr/>
        </p:nvSpPr>
        <p:spPr>
          <a:xfrm>
            <a:off x="86796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3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b2b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29" name=""/>
          <p:cNvSpPr/>
          <p:nvPr/>
        </p:nvSpPr>
        <p:spPr>
          <a:xfrm>
            <a:off x="87660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0" name=""/>
          <p:cNvSpPr/>
          <p:nvPr/>
        </p:nvSpPr>
        <p:spPr>
          <a:xfrm>
            <a:off x="88524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5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1" name=""/>
          <p:cNvSpPr/>
          <p:nvPr/>
        </p:nvSpPr>
        <p:spPr>
          <a:xfrm>
            <a:off x="89388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8c2c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2" name=""/>
          <p:cNvSpPr/>
          <p:nvPr/>
        </p:nvSpPr>
        <p:spPr>
          <a:xfrm>
            <a:off x="90216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3" name=""/>
          <p:cNvSpPr/>
          <p:nvPr/>
        </p:nvSpPr>
        <p:spPr>
          <a:xfrm>
            <a:off x="91080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5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2de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4" name=""/>
          <p:cNvSpPr/>
          <p:nvPr/>
        </p:nvSpPr>
        <p:spPr>
          <a:xfrm>
            <a:off x="91944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3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3" y="0"/>
                </a:lnTo>
                <a:close/>
              </a:path>
            </a:pathLst>
          </a:custGeom>
          <a:solidFill>
            <a:srgbClr val="8e2d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5" name=""/>
          <p:cNvSpPr/>
          <p:nvPr/>
        </p:nvSpPr>
        <p:spPr>
          <a:xfrm>
            <a:off x="92808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7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6" name=""/>
          <p:cNvSpPr/>
          <p:nvPr/>
        </p:nvSpPr>
        <p:spPr>
          <a:xfrm>
            <a:off x="93672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4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8f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7" name=""/>
          <p:cNvSpPr/>
          <p:nvPr/>
        </p:nvSpPr>
        <p:spPr>
          <a:xfrm>
            <a:off x="94500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3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3" y="0"/>
                </a:lnTo>
                <a:close/>
              </a:path>
            </a:pathLst>
          </a:custGeom>
          <a:solidFill>
            <a:srgbClr val="902e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8" name=""/>
          <p:cNvSpPr/>
          <p:nvPr/>
        </p:nvSpPr>
        <p:spPr>
          <a:xfrm>
            <a:off x="95364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96228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97092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7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2f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1" name=""/>
          <p:cNvSpPr/>
          <p:nvPr/>
        </p:nvSpPr>
        <p:spPr>
          <a:xfrm>
            <a:off x="97920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3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3" y="0"/>
                </a:lnTo>
                <a:close/>
              </a:path>
            </a:pathLst>
          </a:custGeom>
          <a:solidFill>
            <a:srgbClr val="92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2" name=""/>
          <p:cNvSpPr/>
          <p:nvPr/>
        </p:nvSpPr>
        <p:spPr>
          <a:xfrm>
            <a:off x="98784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e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3" name=""/>
          <p:cNvSpPr/>
          <p:nvPr/>
        </p:nvSpPr>
        <p:spPr>
          <a:xfrm>
            <a:off x="99648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5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330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4" name=""/>
          <p:cNvSpPr/>
          <p:nvPr/>
        </p:nvSpPr>
        <p:spPr>
          <a:xfrm>
            <a:off x="100512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101340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102204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5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1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103068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3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3" y="0"/>
                </a:lnTo>
                <a:close/>
              </a:path>
            </a:pathLst>
          </a:custGeom>
          <a:solidFill>
            <a:srgbClr val="95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103932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7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104796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4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9632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0" name=""/>
          <p:cNvSpPr/>
          <p:nvPr/>
        </p:nvSpPr>
        <p:spPr>
          <a:xfrm>
            <a:off x="105624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3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3" y="0"/>
                </a:lnTo>
                <a:close/>
              </a:path>
            </a:pathLst>
          </a:custGeom>
          <a:solidFill>
            <a:srgbClr val="97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1" name=""/>
          <p:cNvSpPr/>
          <p:nvPr/>
        </p:nvSpPr>
        <p:spPr>
          <a:xfrm>
            <a:off x="106488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107352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5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833d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3" name=""/>
          <p:cNvSpPr/>
          <p:nvPr/>
        </p:nvSpPr>
        <p:spPr>
          <a:xfrm>
            <a:off x="1082160" y="1685880"/>
            <a:ext cx="27720" cy="19440"/>
          </a:xfrm>
          <a:custGeom>
            <a:avLst/>
            <a:gdLst/>
            <a:ahLst/>
            <a:rect l="0" t="0" r="r" b="b"/>
            <a:pathLst>
              <a:path w="77" h="54">
                <a:moveTo>
                  <a:pt x="53" y="0"/>
                </a:moveTo>
                <a:lnTo>
                  <a:pt x="0" y="54"/>
                </a:lnTo>
                <a:lnTo>
                  <a:pt x="23" y="54"/>
                </a:lnTo>
                <a:lnTo>
                  <a:pt x="77" y="0"/>
                </a:lnTo>
                <a:lnTo>
                  <a:pt x="53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109044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5" name=""/>
          <p:cNvSpPr/>
          <p:nvPr/>
        </p:nvSpPr>
        <p:spPr>
          <a:xfrm>
            <a:off x="1099080" y="1685880"/>
            <a:ext cx="28080" cy="19440"/>
          </a:xfrm>
          <a:custGeom>
            <a:avLst/>
            <a:gdLst/>
            <a:ahLst/>
            <a:rect l="0" t="0" r="r" b="b"/>
            <a:pathLst>
              <a:path w="78" h="54">
                <a:moveTo>
                  <a:pt x="54" y="0"/>
                </a:moveTo>
                <a:lnTo>
                  <a:pt x="0" y="54"/>
                </a:lnTo>
                <a:lnTo>
                  <a:pt x="24" y="54"/>
                </a:lnTo>
                <a:lnTo>
                  <a:pt x="78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4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1107720" y="1685880"/>
            <a:ext cx="36360" cy="19440"/>
          </a:xfrm>
          <a:custGeom>
            <a:avLst/>
            <a:gdLst/>
            <a:ahLst/>
            <a:rect l="0" t="0" r="r" b="b"/>
            <a:pathLst>
              <a:path w="101" h="54">
                <a:moveTo>
                  <a:pt x="53" y="0"/>
                </a:moveTo>
                <a:lnTo>
                  <a:pt x="0" y="54"/>
                </a:lnTo>
                <a:lnTo>
                  <a:pt x="47" y="54"/>
                </a:lnTo>
                <a:lnTo>
                  <a:pt x="101" y="0"/>
                </a:lnTo>
                <a:lnTo>
                  <a:pt x="53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7" name=""/>
          <p:cNvSpPr/>
          <p:nvPr/>
        </p:nvSpPr>
        <p:spPr>
          <a:xfrm>
            <a:off x="11246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a35d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8" name=""/>
          <p:cNvSpPr/>
          <p:nvPr/>
        </p:nvSpPr>
        <p:spPr>
          <a:xfrm>
            <a:off x="11289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9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59" name=""/>
          <p:cNvSpPr/>
          <p:nvPr/>
        </p:nvSpPr>
        <p:spPr>
          <a:xfrm>
            <a:off x="11332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8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" name=""/>
          <p:cNvSpPr/>
          <p:nvPr/>
        </p:nvSpPr>
        <p:spPr>
          <a:xfrm>
            <a:off x="11376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735d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11419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11462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6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11505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5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115488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9435d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115920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93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" name=""/>
          <p:cNvSpPr/>
          <p:nvPr/>
        </p:nvSpPr>
        <p:spPr>
          <a:xfrm>
            <a:off x="1163160" y="1685880"/>
            <a:ext cx="24120" cy="19440"/>
          </a:xfrm>
          <a:custGeom>
            <a:avLst/>
            <a:gdLst/>
            <a:ahLst/>
            <a:rect l="0" t="0" r="r" b="b"/>
            <a:pathLst>
              <a:path w="67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7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7" name=""/>
          <p:cNvSpPr/>
          <p:nvPr/>
        </p:nvSpPr>
        <p:spPr>
          <a:xfrm>
            <a:off x="11674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235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8" name=""/>
          <p:cNvSpPr/>
          <p:nvPr/>
        </p:nvSpPr>
        <p:spPr>
          <a:xfrm>
            <a:off x="11718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136d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9" name=""/>
          <p:cNvSpPr/>
          <p:nvPr/>
        </p:nvSpPr>
        <p:spPr>
          <a:xfrm>
            <a:off x="11761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90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0" name=""/>
          <p:cNvSpPr/>
          <p:nvPr/>
        </p:nvSpPr>
        <p:spPr>
          <a:xfrm>
            <a:off x="11804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f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1" name=""/>
          <p:cNvSpPr/>
          <p:nvPr/>
        </p:nvSpPr>
        <p:spPr>
          <a:xfrm>
            <a:off x="11847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e36d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2" name=""/>
          <p:cNvSpPr/>
          <p:nvPr/>
        </p:nvSpPr>
        <p:spPr>
          <a:xfrm>
            <a:off x="11890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8e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119340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d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4" name=""/>
          <p:cNvSpPr/>
          <p:nvPr/>
        </p:nvSpPr>
        <p:spPr>
          <a:xfrm>
            <a:off x="119772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8c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12016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b36d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6" name=""/>
          <p:cNvSpPr/>
          <p:nvPr/>
        </p:nvSpPr>
        <p:spPr>
          <a:xfrm>
            <a:off x="12060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12103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8a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8" name=""/>
          <p:cNvSpPr/>
          <p:nvPr/>
        </p:nvSpPr>
        <p:spPr>
          <a:xfrm>
            <a:off x="12146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9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79" name=""/>
          <p:cNvSpPr/>
          <p:nvPr/>
        </p:nvSpPr>
        <p:spPr>
          <a:xfrm>
            <a:off x="12189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836d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" name=""/>
          <p:cNvSpPr/>
          <p:nvPr/>
        </p:nvSpPr>
        <p:spPr>
          <a:xfrm>
            <a:off x="12232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7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1" name=""/>
          <p:cNvSpPr/>
          <p:nvPr/>
        </p:nvSpPr>
        <p:spPr>
          <a:xfrm>
            <a:off x="12276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2" name=""/>
          <p:cNvSpPr/>
          <p:nvPr/>
        </p:nvSpPr>
        <p:spPr>
          <a:xfrm>
            <a:off x="123192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8636d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123624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2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2" y="0"/>
                </a:lnTo>
                <a:close/>
              </a:path>
            </a:pathLst>
          </a:custGeom>
          <a:solidFill>
            <a:srgbClr val="85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12402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4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12445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3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12488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12531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2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8" name=""/>
          <p:cNvSpPr/>
          <p:nvPr/>
        </p:nvSpPr>
        <p:spPr>
          <a:xfrm>
            <a:off x="12574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81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9" name=""/>
          <p:cNvSpPr/>
          <p:nvPr/>
        </p:nvSpPr>
        <p:spPr>
          <a:xfrm>
            <a:off x="12618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80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0" name=""/>
          <p:cNvSpPr/>
          <p:nvPr/>
        </p:nvSpPr>
        <p:spPr>
          <a:xfrm>
            <a:off x="12661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6d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1" name=""/>
          <p:cNvSpPr/>
          <p:nvPr/>
        </p:nvSpPr>
        <p:spPr>
          <a:xfrm>
            <a:off x="127044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f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2" name=""/>
          <p:cNvSpPr/>
          <p:nvPr/>
        </p:nvSpPr>
        <p:spPr>
          <a:xfrm>
            <a:off x="12744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7e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" name=""/>
          <p:cNvSpPr/>
          <p:nvPr/>
        </p:nvSpPr>
        <p:spPr>
          <a:xfrm>
            <a:off x="12787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7d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4" name=""/>
          <p:cNvSpPr/>
          <p:nvPr/>
        </p:nvSpPr>
        <p:spPr>
          <a:xfrm>
            <a:off x="12830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7c37d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5" name=""/>
          <p:cNvSpPr/>
          <p:nvPr/>
        </p:nvSpPr>
        <p:spPr>
          <a:xfrm>
            <a:off x="12873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12916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7b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7" name=""/>
          <p:cNvSpPr/>
          <p:nvPr/>
        </p:nvSpPr>
        <p:spPr>
          <a:xfrm>
            <a:off x="12960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7a37d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13003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79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9" name=""/>
          <p:cNvSpPr/>
          <p:nvPr/>
        </p:nvSpPr>
        <p:spPr>
          <a:xfrm>
            <a:off x="130464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78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0" name=""/>
          <p:cNvSpPr/>
          <p:nvPr/>
        </p:nvSpPr>
        <p:spPr>
          <a:xfrm>
            <a:off x="130896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1" name=""/>
          <p:cNvSpPr/>
          <p:nvPr/>
        </p:nvSpPr>
        <p:spPr>
          <a:xfrm>
            <a:off x="13129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7737d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2" name=""/>
          <p:cNvSpPr/>
          <p:nvPr/>
        </p:nvSpPr>
        <p:spPr>
          <a:xfrm>
            <a:off x="13172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76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13215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75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13258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74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13302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13345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73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13388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72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8" name=""/>
          <p:cNvSpPr/>
          <p:nvPr/>
        </p:nvSpPr>
        <p:spPr>
          <a:xfrm>
            <a:off x="134316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7137d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9" name=""/>
          <p:cNvSpPr/>
          <p:nvPr/>
        </p:nvSpPr>
        <p:spPr>
          <a:xfrm>
            <a:off x="134748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70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0" name=""/>
          <p:cNvSpPr/>
          <p:nvPr/>
        </p:nvSpPr>
        <p:spPr>
          <a:xfrm>
            <a:off x="13514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1" name=""/>
          <p:cNvSpPr/>
          <p:nvPr/>
        </p:nvSpPr>
        <p:spPr>
          <a:xfrm>
            <a:off x="13557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6f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13600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6e37c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3" name=""/>
          <p:cNvSpPr/>
          <p:nvPr/>
        </p:nvSpPr>
        <p:spPr>
          <a:xfrm>
            <a:off x="13644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6d37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13687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6c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5" name=""/>
          <p:cNvSpPr/>
          <p:nvPr/>
        </p:nvSpPr>
        <p:spPr>
          <a:xfrm>
            <a:off x="13730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6" name=""/>
          <p:cNvSpPr/>
          <p:nvPr/>
        </p:nvSpPr>
        <p:spPr>
          <a:xfrm>
            <a:off x="13773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6b38c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7" name=""/>
          <p:cNvSpPr/>
          <p:nvPr/>
        </p:nvSpPr>
        <p:spPr>
          <a:xfrm>
            <a:off x="138168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6a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8" name=""/>
          <p:cNvSpPr/>
          <p:nvPr/>
        </p:nvSpPr>
        <p:spPr>
          <a:xfrm>
            <a:off x="13856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69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13899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68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13942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6738c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13986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67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14029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66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14072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6538c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4" name=""/>
          <p:cNvSpPr/>
          <p:nvPr/>
        </p:nvSpPr>
        <p:spPr>
          <a:xfrm>
            <a:off x="14115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64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5" name=""/>
          <p:cNvSpPr/>
          <p:nvPr/>
        </p:nvSpPr>
        <p:spPr>
          <a:xfrm>
            <a:off x="141588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6" name=""/>
          <p:cNvSpPr/>
          <p:nvPr/>
        </p:nvSpPr>
        <p:spPr>
          <a:xfrm>
            <a:off x="142020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2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2" y="0"/>
                </a:lnTo>
                <a:close/>
              </a:path>
            </a:pathLst>
          </a:custGeom>
          <a:solidFill>
            <a:srgbClr val="63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7" name=""/>
          <p:cNvSpPr/>
          <p:nvPr/>
        </p:nvSpPr>
        <p:spPr>
          <a:xfrm>
            <a:off x="14241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6238c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8" name=""/>
          <p:cNvSpPr/>
          <p:nvPr/>
        </p:nvSpPr>
        <p:spPr>
          <a:xfrm>
            <a:off x="14284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61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29" name=""/>
          <p:cNvSpPr/>
          <p:nvPr/>
        </p:nvSpPr>
        <p:spPr>
          <a:xfrm>
            <a:off x="14328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60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14371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1" name=""/>
          <p:cNvSpPr/>
          <p:nvPr/>
        </p:nvSpPr>
        <p:spPr>
          <a:xfrm>
            <a:off x="14414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5f38c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14457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5e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3" name=""/>
          <p:cNvSpPr/>
          <p:nvPr/>
        </p:nvSpPr>
        <p:spPr>
          <a:xfrm>
            <a:off x="14500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5d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4" name=""/>
          <p:cNvSpPr/>
          <p:nvPr/>
        </p:nvSpPr>
        <p:spPr>
          <a:xfrm>
            <a:off x="145440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5c38c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5" name=""/>
          <p:cNvSpPr/>
          <p:nvPr/>
        </p:nvSpPr>
        <p:spPr>
          <a:xfrm>
            <a:off x="145872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5c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6" name=""/>
          <p:cNvSpPr/>
          <p:nvPr/>
        </p:nvSpPr>
        <p:spPr>
          <a:xfrm>
            <a:off x="1462680" y="1685880"/>
            <a:ext cx="24120" cy="19440"/>
          </a:xfrm>
          <a:custGeom>
            <a:avLst/>
            <a:gdLst/>
            <a:ahLst/>
            <a:rect l="0" t="0" r="r" b="b"/>
            <a:pathLst>
              <a:path w="67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7" y="0"/>
                </a:lnTo>
                <a:lnTo>
                  <a:pt x="54" y="0"/>
                </a:lnTo>
                <a:close/>
              </a:path>
            </a:pathLst>
          </a:custGeom>
          <a:solidFill>
            <a:srgbClr val="5b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14670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5a38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14713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5939c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14756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14799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58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1" name=""/>
          <p:cNvSpPr/>
          <p:nvPr/>
        </p:nvSpPr>
        <p:spPr>
          <a:xfrm>
            <a:off x="14842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57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2" name=""/>
          <p:cNvSpPr/>
          <p:nvPr/>
        </p:nvSpPr>
        <p:spPr>
          <a:xfrm>
            <a:off x="14886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5639c7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3" name=""/>
          <p:cNvSpPr/>
          <p:nvPr/>
        </p:nvSpPr>
        <p:spPr>
          <a:xfrm>
            <a:off x="149292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55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4" name=""/>
          <p:cNvSpPr/>
          <p:nvPr/>
        </p:nvSpPr>
        <p:spPr>
          <a:xfrm>
            <a:off x="149724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5" name=""/>
          <p:cNvSpPr/>
          <p:nvPr/>
        </p:nvSpPr>
        <p:spPr>
          <a:xfrm>
            <a:off x="15012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5439c6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6" name=""/>
          <p:cNvSpPr/>
          <p:nvPr/>
        </p:nvSpPr>
        <p:spPr>
          <a:xfrm>
            <a:off x="15055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53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7" name=""/>
          <p:cNvSpPr/>
          <p:nvPr/>
        </p:nvSpPr>
        <p:spPr>
          <a:xfrm>
            <a:off x="15098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52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8" name=""/>
          <p:cNvSpPr/>
          <p:nvPr/>
        </p:nvSpPr>
        <p:spPr>
          <a:xfrm>
            <a:off x="15141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51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15184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5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0" name=""/>
          <p:cNvSpPr/>
          <p:nvPr/>
        </p:nvSpPr>
        <p:spPr>
          <a:xfrm>
            <a:off x="15228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50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15271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4f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2" name=""/>
          <p:cNvSpPr/>
          <p:nvPr/>
        </p:nvSpPr>
        <p:spPr>
          <a:xfrm>
            <a:off x="153144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4e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3" name=""/>
          <p:cNvSpPr/>
          <p:nvPr/>
        </p:nvSpPr>
        <p:spPr>
          <a:xfrm>
            <a:off x="15354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4d39c4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4" name=""/>
          <p:cNvSpPr/>
          <p:nvPr/>
        </p:nvSpPr>
        <p:spPr>
          <a:xfrm>
            <a:off x="15397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15440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4c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15483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4b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15526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4a39c3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15570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49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15613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0" name=""/>
          <p:cNvSpPr/>
          <p:nvPr/>
        </p:nvSpPr>
        <p:spPr>
          <a:xfrm>
            <a:off x="156564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4839c2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1" name=""/>
          <p:cNvSpPr/>
          <p:nvPr/>
        </p:nvSpPr>
        <p:spPr>
          <a:xfrm>
            <a:off x="156996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47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2" name=""/>
          <p:cNvSpPr/>
          <p:nvPr/>
        </p:nvSpPr>
        <p:spPr>
          <a:xfrm>
            <a:off x="15739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46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3" name=""/>
          <p:cNvSpPr/>
          <p:nvPr/>
        </p:nvSpPr>
        <p:spPr>
          <a:xfrm>
            <a:off x="15782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45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4" name=""/>
          <p:cNvSpPr/>
          <p:nvPr/>
        </p:nvSpPr>
        <p:spPr>
          <a:xfrm>
            <a:off x="15825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1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5" name=""/>
          <p:cNvSpPr/>
          <p:nvPr/>
        </p:nvSpPr>
        <p:spPr>
          <a:xfrm>
            <a:off x="15868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44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6" name=""/>
          <p:cNvSpPr/>
          <p:nvPr/>
        </p:nvSpPr>
        <p:spPr>
          <a:xfrm>
            <a:off x="15912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43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15955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42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8" name=""/>
          <p:cNvSpPr/>
          <p:nvPr/>
        </p:nvSpPr>
        <p:spPr>
          <a:xfrm>
            <a:off x="15998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413ac0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69" name=""/>
          <p:cNvSpPr/>
          <p:nvPr/>
        </p:nvSpPr>
        <p:spPr>
          <a:xfrm>
            <a:off x="160416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0" name=""/>
          <p:cNvSpPr/>
          <p:nvPr/>
        </p:nvSpPr>
        <p:spPr>
          <a:xfrm>
            <a:off x="160848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40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1" name=""/>
          <p:cNvSpPr/>
          <p:nvPr/>
        </p:nvSpPr>
        <p:spPr>
          <a:xfrm>
            <a:off x="16124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3f3ab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16167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3e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16210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3d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16254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16297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3c3abe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16340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3b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7" name=""/>
          <p:cNvSpPr/>
          <p:nvPr/>
        </p:nvSpPr>
        <p:spPr>
          <a:xfrm>
            <a:off x="16383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3a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8" name=""/>
          <p:cNvSpPr/>
          <p:nvPr/>
        </p:nvSpPr>
        <p:spPr>
          <a:xfrm>
            <a:off x="164268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79" name=""/>
          <p:cNvSpPr/>
          <p:nvPr/>
        </p:nvSpPr>
        <p:spPr>
          <a:xfrm>
            <a:off x="164700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5" y="0"/>
                </a:lnTo>
                <a:lnTo>
                  <a:pt x="53" y="0"/>
                </a:lnTo>
                <a:close/>
              </a:path>
            </a:pathLst>
          </a:custGeom>
          <a:solidFill>
            <a:srgbClr val="393abd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0" name=""/>
          <p:cNvSpPr/>
          <p:nvPr/>
        </p:nvSpPr>
        <p:spPr>
          <a:xfrm>
            <a:off x="16509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38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16552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37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2" name=""/>
          <p:cNvSpPr/>
          <p:nvPr/>
        </p:nvSpPr>
        <p:spPr>
          <a:xfrm>
            <a:off x="16596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36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16639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c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4" name=""/>
          <p:cNvSpPr/>
          <p:nvPr/>
        </p:nvSpPr>
        <p:spPr>
          <a:xfrm>
            <a:off x="166824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353a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5" name=""/>
          <p:cNvSpPr/>
          <p:nvPr/>
        </p:nvSpPr>
        <p:spPr>
          <a:xfrm>
            <a:off x="16725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34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16768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333bbb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7" name=""/>
          <p:cNvSpPr/>
          <p:nvPr/>
        </p:nvSpPr>
        <p:spPr>
          <a:xfrm>
            <a:off x="1681200" y="1685880"/>
            <a:ext cx="23400" cy="19440"/>
          </a:xfrm>
          <a:custGeom>
            <a:avLst/>
            <a:gdLst/>
            <a:ahLst/>
            <a:rect l="0" t="0" r="r" b="b"/>
            <a:pathLst>
              <a:path w="65" h="54">
                <a:moveTo>
                  <a:pt x="54" y="0"/>
                </a:moveTo>
                <a:lnTo>
                  <a:pt x="0" y="54"/>
                </a:lnTo>
                <a:lnTo>
                  <a:pt x="11" y="54"/>
                </a:lnTo>
                <a:lnTo>
                  <a:pt x="65" y="0"/>
                </a:lnTo>
                <a:lnTo>
                  <a:pt x="54" y="0"/>
                </a:lnTo>
                <a:close/>
              </a:path>
            </a:pathLst>
          </a:custGeom>
          <a:solidFill>
            <a:srgbClr val="32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8" name=""/>
          <p:cNvSpPr/>
          <p:nvPr/>
        </p:nvSpPr>
        <p:spPr>
          <a:xfrm>
            <a:off x="168516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89" name=""/>
          <p:cNvSpPr/>
          <p:nvPr/>
        </p:nvSpPr>
        <p:spPr>
          <a:xfrm>
            <a:off x="168948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3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31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0" name=""/>
          <p:cNvSpPr/>
          <p:nvPr/>
        </p:nvSpPr>
        <p:spPr>
          <a:xfrm>
            <a:off x="169380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3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3" y="0"/>
                </a:lnTo>
                <a:close/>
              </a:path>
            </a:pathLst>
          </a:custGeom>
          <a:solidFill>
            <a:srgbClr val="303bb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1698120" y="1685880"/>
            <a:ext cx="23760" cy="19440"/>
          </a:xfrm>
          <a:custGeom>
            <a:avLst/>
            <a:gdLst/>
            <a:ahLst/>
            <a:rect l="0" t="0" r="r" b="b"/>
            <a:pathLst>
              <a:path w="66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6" y="0"/>
                </a:lnTo>
                <a:lnTo>
                  <a:pt x="54" y="0"/>
                </a:lnTo>
                <a:close/>
              </a:path>
            </a:pathLst>
          </a:custGeom>
          <a:solidFill>
            <a:srgbClr val="2f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1702440" y="1685880"/>
            <a:ext cx="21600" cy="19440"/>
          </a:xfrm>
          <a:custGeom>
            <a:avLst/>
            <a:gdLst/>
            <a:ahLst/>
            <a:rect l="0" t="0" r="r" b="b"/>
            <a:pathLst>
              <a:path w="60" h="54">
                <a:moveTo>
                  <a:pt x="54" y="0"/>
                </a:moveTo>
                <a:lnTo>
                  <a:pt x="0" y="54"/>
                </a:lnTo>
                <a:lnTo>
                  <a:pt x="12" y="54"/>
                </a:lnTo>
                <a:lnTo>
                  <a:pt x="60" y="5"/>
                </a:lnTo>
                <a:lnTo>
                  <a:pt x="54" y="0"/>
                </a:lnTo>
                <a:close/>
              </a:path>
            </a:pathLst>
          </a:custGeom>
          <a:solidFill>
            <a:srgbClr val="2e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1706760" y="1687680"/>
            <a:ext cx="17280" cy="17640"/>
          </a:xfrm>
          <a:custGeom>
            <a:avLst/>
            <a:gdLst/>
            <a:ahLst/>
            <a:rect l="0" t="0" r="r" b="b"/>
            <a:pathLst>
              <a:path w="48" h="49">
                <a:moveTo>
                  <a:pt x="48" y="0"/>
                </a:moveTo>
                <a:lnTo>
                  <a:pt x="0" y="49"/>
                </a:lnTo>
                <a:lnTo>
                  <a:pt x="12" y="49"/>
                </a:lnTo>
                <a:lnTo>
                  <a:pt x="48" y="12"/>
                </a:lnTo>
                <a:lnTo>
                  <a:pt x="48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1711080" y="1692000"/>
            <a:ext cx="12960" cy="13320"/>
          </a:xfrm>
          <a:custGeom>
            <a:avLst/>
            <a:gdLst/>
            <a:ahLst/>
            <a:rect l="0" t="0" r="r" b="b"/>
            <a:pathLst>
              <a:path w="36" h="37">
                <a:moveTo>
                  <a:pt x="36" y="0"/>
                </a:moveTo>
                <a:lnTo>
                  <a:pt x="0" y="37"/>
                </a:lnTo>
                <a:lnTo>
                  <a:pt x="12" y="37"/>
                </a:lnTo>
                <a:lnTo>
                  <a:pt x="36" y="13"/>
                </a:lnTo>
                <a:lnTo>
                  <a:pt x="36" y="0"/>
                </a:lnTo>
                <a:close/>
              </a:path>
            </a:pathLst>
          </a:custGeom>
          <a:solidFill>
            <a:srgbClr val="2d3bb9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1715400" y="1696320"/>
            <a:ext cx="8640" cy="9000"/>
          </a:xfrm>
          <a:custGeom>
            <a:avLst/>
            <a:gdLst/>
            <a:ahLst/>
            <a:rect l="0" t="0" r="r" b="b"/>
            <a:pathLst>
              <a:path w="24" h="25">
                <a:moveTo>
                  <a:pt x="24" y="0"/>
                </a:moveTo>
                <a:lnTo>
                  <a:pt x="0" y="25"/>
                </a:lnTo>
                <a:lnTo>
                  <a:pt x="13" y="25"/>
                </a:lnTo>
                <a:lnTo>
                  <a:pt x="24" y="12"/>
                </a:lnTo>
                <a:lnTo>
                  <a:pt x="24" y="0"/>
                </a:lnTo>
                <a:close/>
              </a:path>
            </a:pathLst>
          </a:custGeom>
          <a:solidFill>
            <a:srgbClr val="2c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6" name=""/>
          <p:cNvSpPr/>
          <p:nvPr/>
        </p:nvSpPr>
        <p:spPr>
          <a:xfrm>
            <a:off x="1719720" y="1700640"/>
            <a:ext cx="4320" cy="5040"/>
          </a:xfrm>
          <a:custGeom>
            <a:avLst/>
            <a:gdLst/>
            <a:ahLst/>
            <a:rect l="0" t="0" r="r" b="b"/>
            <a:pathLst>
              <a:path w="12" h="14">
                <a:moveTo>
                  <a:pt x="12" y="0"/>
                </a:moveTo>
                <a:lnTo>
                  <a:pt x="0" y="14"/>
                </a:lnTo>
                <a:lnTo>
                  <a:pt x="12" y="14"/>
                </a:lnTo>
                <a:lnTo>
                  <a:pt x="12" y="0"/>
                </a:lnTo>
                <a:close/>
              </a:path>
            </a:pathLst>
          </a:custGeom>
          <a:solidFill>
            <a:srgbClr val="2b3bb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pc="-1" strike="noStrike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5746680" y="1422000"/>
            <a:ext cx="1188000" cy="116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noAutofit/>
          </a:bodyPr>
          <a:p>
            <a:r>
              <a:rPr b="0" lang="en-US" sz="750" spc="-1" strike="noStrike">
                <a:solidFill>
                  <a:srgbClr val="6b6878"/>
                </a:solidFill>
                <a:latin typeface="Inter"/>
                <a:ea typeface="Inter"/>
              </a:rPr>
              <a:t>GFXT  OBD AI Solutions</a:t>
            </a:r>
            <a:endParaRPr b="0" lang="en-US" sz="7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