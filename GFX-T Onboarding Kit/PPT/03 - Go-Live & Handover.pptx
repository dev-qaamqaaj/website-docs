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7554913" cy="106918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41040" y="861480"/>
            <a:ext cx="5924880" cy="164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ubTitle"/>
          </p:nvPr>
        </p:nvSpPr>
        <p:spPr>
          <a:xfrm>
            <a:off x="941040" y="2775960"/>
            <a:ext cx="5924880" cy="572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47640" y="504720"/>
            <a:ext cx="6267600" cy="9468000"/>
          </a:xfrm>
          <a:custGeom>
            <a:avLst/>
            <a:gdLst/>
            <a:ahLst/>
            <a:rect l="0" t="0" r="r" b="b"/>
            <a:pathLst>
              <a:path w="17410" h="26300">
                <a:moveTo>
                  <a:pt x="0" y="0"/>
                </a:moveTo>
                <a:lnTo>
                  <a:pt x="17410" y="0"/>
                </a:lnTo>
                <a:lnTo>
                  <a:pt x="17410" y="26300"/>
                </a:lnTo>
                <a:lnTo>
                  <a:pt x="0" y="2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"/>
          <p:cNvSpPr txBox="1"/>
          <p:nvPr/>
        </p:nvSpPr>
        <p:spPr>
          <a:xfrm>
            <a:off x="6390360" y="10286640"/>
            <a:ext cx="4442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1 of 1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"/>
          <p:cNvSpPr/>
          <p:nvPr/>
        </p:nvSpPr>
        <p:spPr>
          <a:xfrm>
            <a:off x="647640" y="3390840"/>
            <a:ext cx="304920" cy="9720"/>
          </a:xfrm>
          <a:custGeom>
            <a:avLst/>
            <a:gdLst/>
            <a:ahLst/>
            <a:rect l="0" t="0" r="r" b="b"/>
            <a:pathLst>
              <a:path w="847" h="27">
                <a:moveTo>
                  <a:pt x="0" y="0"/>
                </a:moveTo>
                <a:lnTo>
                  <a:pt x="847" y="0"/>
                </a:lnTo>
                <a:lnTo>
                  <a:pt x="8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952200" y="3390840"/>
            <a:ext cx="5963040" cy="9720"/>
          </a:xfrm>
          <a:custGeom>
            <a:avLst/>
            <a:gdLst/>
            <a:ahLst/>
            <a:rect l="0" t="0" r="r" b="b"/>
            <a:pathLst>
              <a:path w="16564" h="27">
                <a:moveTo>
                  <a:pt x="0" y="0"/>
                </a:moveTo>
                <a:lnTo>
                  <a:pt x="16564" y="0"/>
                </a:lnTo>
                <a:lnTo>
                  <a:pt x="165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47640" y="3686040"/>
            <a:ext cx="304920" cy="9720"/>
          </a:xfrm>
          <a:custGeom>
            <a:avLst/>
            <a:gdLst/>
            <a:ahLst/>
            <a:rect l="0" t="0" r="r" b="b"/>
            <a:pathLst>
              <a:path w="847" h="27">
                <a:moveTo>
                  <a:pt x="0" y="0"/>
                </a:moveTo>
                <a:lnTo>
                  <a:pt x="847" y="0"/>
                </a:lnTo>
                <a:lnTo>
                  <a:pt x="8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952200" y="3686040"/>
            <a:ext cx="5963040" cy="9720"/>
          </a:xfrm>
          <a:custGeom>
            <a:avLst/>
            <a:gdLst/>
            <a:ahLst/>
            <a:rect l="0" t="0" r="r" b="b"/>
            <a:pathLst>
              <a:path w="16564" h="27">
                <a:moveTo>
                  <a:pt x="0" y="0"/>
                </a:moveTo>
                <a:lnTo>
                  <a:pt x="16564" y="0"/>
                </a:lnTo>
                <a:lnTo>
                  <a:pt x="165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647640" y="398124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952200" y="398124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647640" y="427644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952200" y="427644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647640" y="4562280"/>
            <a:ext cx="304920" cy="9720"/>
          </a:xfrm>
          <a:custGeom>
            <a:avLst/>
            <a:gdLst/>
            <a:ahLst/>
            <a:rect l="0" t="0" r="r" b="b"/>
            <a:pathLst>
              <a:path w="847" h="27">
                <a:moveTo>
                  <a:pt x="0" y="0"/>
                </a:moveTo>
                <a:lnTo>
                  <a:pt x="847" y="0"/>
                </a:lnTo>
                <a:lnTo>
                  <a:pt x="8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952200" y="4562280"/>
            <a:ext cx="5963040" cy="9720"/>
          </a:xfrm>
          <a:custGeom>
            <a:avLst/>
            <a:gdLst/>
            <a:ahLst/>
            <a:rect l="0" t="0" r="r" b="b"/>
            <a:pathLst>
              <a:path w="16564" h="27">
                <a:moveTo>
                  <a:pt x="0" y="0"/>
                </a:moveTo>
                <a:lnTo>
                  <a:pt x="16564" y="0"/>
                </a:lnTo>
                <a:lnTo>
                  <a:pt x="165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647640" y="485748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952200" y="485748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47640" y="515268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952200" y="515268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647640" y="58384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1981080" y="5838480"/>
            <a:ext cx="1362240" cy="10080"/>
          </a:xfrm>
          <a:custGeom>
            <a:avLst/>
            <a:gdLst/>
            <a:ah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342960" y="5838480"/>
            <a:ext cx="2019960" cy="10080"/>
          </a:xfrm>
          <a:custGeom>
            <a:avLst/>
            <a:gdLst/>
            <a:ahLst/>
            <a:rect l="0" t="0" r="r" b="b"/>
            <a:pathLst>
              <a:path w="5611" h="28">
                <a:moveTo>
                  <a:pt x="0" y="0"/>
                </a:moveTo>
                <a:lnTo>
                  <a:pt x="5611" y="0"/>
                </a:lnTo>
                <a:lnTo>
                  <a:pt x="5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5362560" y="5838480"/>
            <a:ext cx="1552680" cy="10080"/>
          </a:xfrm>
          <a:custGeom>
            <a:avLst/>
            <a:gdLst/>
            <a:ahLst/>
            <a:rect l="0" t="0" r="r" b="b"/>
            <a:pathLst>
              <a:path w="4313" h="28">
                <a:moveTo>
                  <a:pt x="0" y="0"/>
                </a:moveTo>
                <a:lnTo>
                  <a:pt x="4313" y="0"/>
                </a:lnTo>
                <a:lnTo>
                  <a:pt x="43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647640" y="61340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981080" y="613404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3342960" y="6134040"/>
            <a:ext cx="2019960" cy="9720"/>
          </a:xfrm>
          <a:custGeom>
            <a:avLst/>
            <a:gdLst/>
            <a:ahLst/>
            <a:rect l="0" t="0" r="r" b="b"/>
            <a:pathLst>
              <a:path w="5611" h="27">
                <a:moveTo>
                  <a:pt x="0" y="0"/>
                </a:moveTo>
                <a:lnTo>
                  <a:pt x="5611" y="0"/>
                </a:lnTo>
                <a:lnTo>
                  <a:pt x="5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5362560" y="6134040"/>
            <a:ext cx="1552680" cy="9720"/>
          </a:xfrm>
          <a:custGeom>
            <a:avLst/>
            <a:gdLst/>
            <a:ahLst/>
            <a:rect l="0" t="0" r="r" b="b"/>
            <a:pathLst>
              <a:path w="4313" h="27">
                <a:moveTo>
                  <a:pt x="0" y="0"/>
                </a:moveTo>
                <a:lnTo>
                  <a:pt x="4313" y="0"/>
                </a:lnTo>
                <a:lnTo>
                  <a:pt x="43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647640" y="6429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981080" y="642924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3342960" y="6429240"/>
            <a:ext cx="2019960" cy="9720"/>
          </a:xfrm>
          <a:custGeom>
            <a:avLst/>
            <a:gdLst/>
            <a:ahLst/>
            <a:rect l="0" t="0" r="r" b="b"/>
            <a:pathLst>
              <a:path w="5611" h="27">
                <a:moveTo>
                  <a:pt x="0" y="0"/>
                </a:moveTo>
                <a:lnTo>
                  <a:pt x="5611" y="0"/>
                </a:lnTo>
                <a:lnTo>
                  <a:pt x="5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5362560" y="6429240"/>
            <a:ext cx="1552680" cy="9720"/>
          </a:xfrm>
          <a:custGeom>
            <a:avLst/>
            <a:gdLst/>
            <a:ahLst/>
            <a:rect l="0" t="0" r="r" b="b"/>
            <a:pathLst>
              <a:path w="4313" h="27">
                <a:moveTo>
                  <a:pt x="0" y="0"/>
                </a:moveTo>
                <a:lnTo>
                  <a:pt x="4313" y="0"/>
                </a:lnTo>
                <a:lnTo>
                  <a:pt x="43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647640" y="67150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1981080" y="671508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342960" y="6715080"/>
            <a:ext cx="2019960" cy="9720"/>
          </a:xfrm>
          <a:custGeom>
            <a:avLst/>
            <a:gdLst/>
            <a:ahLst/>
            <a:rect l="0" t="0" r="r" b="b"/>
            <a:pathLst>
              <a:path w="5611" h="27">
                <a:moveTo>
                  <a:pt x="0" y="0"/>
                </a:moveTo>
                <a:lnTo>
                  <a:pt x="5611" y="0"/>
                </a:lnTo>
                <a:lnTo>
                  <a:pt x="5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5362560" y="6715080"/>
            <a:ext cx="1552680" cy="9720"/>
          </a:xfrm>
          <a:custGeom>
            <a:avLst/>
            <a:gdLst/>
            <a:ahLst/>
            <a:rect l="0" t="0" r="r" b="b"/>
            <a:pathLst>
              <a:path w="4313" h="27">
                <a:moveTo>
                  <a:pt x="0" y="0"/>
                </a:moveTo>
                <a:lnTo>
                  <a:pt x="4313" y="0"/>
                </a:lnTo>
                <a:lnTo>
                  <a:pt x="43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47640" y="2562120"/>
            <a:ext cx="1924200" cy="9720"/>
          </a:xfrm>
          <a:custGeom>
            <a:avLst/>
            <a:gdLst/>
            <a:ahLst/>
            <a:rect l="0" t="0" r="r" b="b"/>
            <a:pathLst>
              <a:path w="5345" h="27">
                <a:moveTo>
                  <a:pt x="0" y="0"/>
                </a:moveTo>
                <a:lnTo>
                  <a:pt x="5345" y="0"/>
                </a:lnTo>
                <a:lnTo>
                  <a:pt x="53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47640" y="1863720"/>
            <a:ext cx="5499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To be signed on launch day, confirming that the website is live and that all account access has been handed over.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47640" y="2139120"/>
            <a:ext cx="10126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L I V E   W E B S I 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2819160" y="2533320"/>
            <a:ext cx="1924560" cy="10080"/>
          </a:xfrm>
          <a:custGeom>
            <a:avLst/>
            <a:gdLst/>
            <a:ahLst/>
            <a:rect l="0" t="0" r="r" b="b"/>
            <a:pathLst>
              <a:path w="5346" h="28">
                <a:moveTo>
                  <a:pt x="0" y="0"/>
                </a:moveTo>
                <a:lnTo>
                  <a:pt x="5346" y="0"/>
                </a:lnTo>
                <a:lnTo>
                  <a:pt x="53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647640" y="2353320"/>
            <a:ext cx="42912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https://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4991040" y="2562120"/>
            <a:ext cx="1924200" cy="9720"/>
          </a:xfrm>
          <a:custGeom>
            <a:avLst/>
            <a:gdLst/>
            <a:ahLst/>
            <a:rect l="0" t="0" r="r" b="b"/>
            <a:pathLst>
              <a:path w="5345" h="27">
                <a:moveTo>
                  <a:pt x="0" y="0"/>
                </a:moveTo>
                <a:lnTo>
                  <a:pt x="5345" y="0"/>
                </a:lnTo>
                <a:lnTo>
                  <a:pt x="53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820600" y="2139120"/>
            <a:ext cx="9561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G O - L I V E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993920" y="2139120"/>
            <a:ext cx="22320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E M A I L   AC C O U N T S   C O N F I G U R E D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993920" y="2353320"/>
            <a:ext cx="160092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1 included + ____ additional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738000" y="316692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0"/>
                  <a:pt x="1" y="34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2" y="6"/>
                  <a:pt x="327" y="9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4"/>
                  <a:pt x="345" y="40"/>
                  <a:pt x="345" y="47"/>
                </a:cubicBezTo>
                <a:lnTo>
                  <a:pt x="345" y="298"/>
                </a:lnTo>
                <a:cubicBezTo>
                  <a:pt x="345" y="304"/>
                  <a:pt x="344" y="310"/>
                  <a:pt x="341" y="316"/>
                </a:cubicBezTo>
                <a:cubicBezTo>
                  <a:pt x="339" y="322"/>
                  <a:pt x="336" y="327"/>
                  <a:pt x="331" y="331"/>
                </a:cubicBezTo>
                <a:cubicBezTo>
                  <a:pt x="327" y="336"/>
                  <a:pt x="322" y="339"/>
                  <a:pt x="316" y="341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1"/>
                </a:cubicBezTo>
                <a:cubicBezTo>
                  <a:pt x="23" y="339"/>
                  <a:pt x="18" y="336"/>
                  <a:pt x="14" y="331"/>
                </a:cubicBezTo>
                <a:cubicBezTo>
                  <a:pt x="9" y="327"/>
                  <a:pt x="6" y="322"/>
                  <a:pt x="4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47640" y="2876760"/>
            <a:ext cx="7171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Delivered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738000" y="346212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4"/>
                </a:cubicBezTo>
                <a:cubicBezTo>
                  <a:pt x="322" y="6"/>
                  <a:pt x="327" y="9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98"/>
                </a:lnTo>
                <a:cubicBezTo>
                  <a:pt x="345" y="304"/>
                  <a:pt x="344" y="310"/>
                  <a:pt x="341" y="316"/>
                </a:cubicBezTo>
                <a:cubicBezTo>
                  <a:pt x="339" y="322"/>
                  <a:pt x="336" y="327"/>
                  <a:pt x="331" y="331"/>
                </a:cubicBezTo>
                <a:cubicBezTo>
                  <a:pt x="327" y="336"/>
                  <a:pt x="322" y="339"/>
                  <a:pt x="316" y="342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2"/>
                </a:cubicBezTo>
                <a:cubicBezTo>
                  <a:pt x="23" y="339"/>
                  <a:pt x="18" y="336"/>
                  <a:pt x="14" y="331"/>
                </a:cubicBezTo>
                <a:cubicBezTo>
                  <a:pt x="9" y="327"/>
                  <a:pt x="6" y="322"/>
                  <a:pt x="4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46880" y="3184920"/>
            <a:ext cx="25290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Website live on your domain with HTTPS SSL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738000" y="375732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272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4"/>
                </a:cubicBezTo>
                <a:cubicBezTo>
                  <a:pt x="322" y="6"/>
                  <a:pt x="327" y="10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72"/>
                </a:lnTo>
                <a:cubicBezTo>
                  <a:pt x="345" y="278"/>
                  <a:pt x="344" y="284"/>
                  <a:pt x="341" y="290"/>
                </a:cubicBezTo>
                <a:cubicBezTo>
                  <a:pt x="339" y="296"/>
                  <a:pt x="336" y="301"/>
                  <a:pt x="331" y="305"/>
                </a:cubicBezTo>
                <a:cubicBezTo>
                  <a:pt x="327" y="309"/>
                  <a:pt x="322" y="313"/>
                  <a:pt x="316" y="315"/>
                </a:cubicBezTo>
                <a:cubicBezTo>
                  <a:pt x="310" y="318"/>
                  <a:pt x="304" y="319"/>
                  <a:pt x="298" y="319"/>
                </a:cubicBezTo>
                <a:lnTo>
                  <a:pt x="47" y="319"/>
                </a:lnTo>
                <a:cubicBezTo>
                  <a:pt x="41" y="319"/>
                  <a:pt x="35" y="318"/>
                  <a:pt x="29" y="315"/>
                </a:cubicBezTo>
                <a:cubicBezTo>
                  <a:pt x="23" y="313"/>
                  <a:pt x="18" y="309"/>
                  <a:pt x="14" y="305"/>
                </a:cubicBezTo>
                <a:cubicBezTo>
                  <a:pt x="9" y="301"/>
                  <a:pt x="6" y="296"/>
                  <a:pt x="4" y="290"/>
                </a:cubicBezTo>
                <a:cubicBezTo>
                  <a:pt x="1" y="284"/>
                  <a:pt x="0" y="278"/>
                  <a:pt x="0" y="272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46880" y="3480120"/>
            <a:ext cx="2721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All 7 pages checked on mobile, tablet and desktop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738000" y="405288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270"/>
                </a:moveTo>
                <a:lnTo>
                  <a:pt x="0" y="46"/>
                </a:lnTo>
                <a:cubicBezTo>
                  <a:pt x="0" y="40"/>
                  <a:pt x="1" y="34"/>
                  <a:pt x="4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5"/>
                  <a:pt x="29" y="3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2" y="5"/>
                  <a:pt x="327" y="9"/>
                  <a:pt x="331" y="13"/>
                </a:cubicBezTo>
                <a:cubicBezTo>
                  <a:pt x="336" y="18"/>
                  <a:pt x="339" y="23"/>
                  <a:pt x="341" y="28"/>
                </a:cubicBezTo>
                <a:cubicBezTo>
                  <a:pt x="344" y="34"/>
                  <a:pt x="345" y="40"/>
                  <a:pt x="345" y="46"/>
                </a:cubicBezTo>
                <a:lnTo>
                  <a:pt x="345" y="270"/>
                </a:lnTo>
                <a:cubicBezTo>
                  <a:pt x="345" y="276"/>
                  <a:pt x="344" y="282"/>
                  <a:pt x="341" y="288"/>
                </a:cubicBezTo>
                <a:cubicBezTo>
                  <a:pt x="339" y="294"/>
                  <a:pt x="336" y="299"/>
                  <a:pt x="331" y="303"/>
                </a:cubicBezTo>
                <a:cubicBezTo>
                  <a:pt x="327" y="308"/>
                  <a:pt x="322" y="311"/>
                  <a:pt x="316" y="314"/>
                </a:cubicBezTo>
                <a:cubicBezTo>
                  <a:pt x="310" y="317"/>
                  <a:pt x="304" y="318"/>
                  <a:pt x="298" y="318"/>
                </a:cubicBezTo>
                <a:lnTo>
                  <a:pt x="47" y="318"/>
                </a:lnTo>
                <a:cubicBezTo>
                  <a:pt x="41" y="318"/>
                  <a:pt x="35" y="317"/>
                  <a:pt x="29" y="314"/>
                </a:cubicBezTo>
                <a:cubicBezTo>
                  <a:pt x="23" y="311"/>
                  <a:pt x="18" y="308"/>
                  <a:pt x="14" y="303"/>
                </a:cubicBezTo>
                <a:cubicBezTo>
                  <a:pt x="9" y="299"/>
                  <a:pt x="6" y="294"/>
                  <a:pt x="4" y="288"/>
                </a:cubicBezTo>
                <a:cubicBezTo>
                  <a:pt x="1" y="282"/>
                  <a:pt x="0" y="276"/>
                  <a:pt x="0" y="270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046880" y="3765960"/>
            <a:ext cx="2166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Contact details, links and buttons tested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738000" y="43383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4"/>
                </a:cubicBezTo>
                <a:cubicBezTo>
                  <a:pt x="322" y="6"/>
                  <a:pt x="327" y="10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98"/>
                </a:lnTo>
                <a:cubicBezTo>
                  <a:pt x="345" y="305"/>
                  <a:pt x="344" y="311"/>
                  <a:pt x="341" y="316"/>
                </a:cubicBezTo>
                <a:cubicBezTo>
                  <a:pt x="339" y="322"/>
                  <a:pt x="336" y="327"/>
                  <a:pt x="331" y="332"/>
                </a:cubicBezTo>
                <a:cubicBezTo>
                  <a:pt x="327" y="336"/>
                  <a:pt x="322" y="339"/>
                  <a:pt x="316" y="342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2"/>
                </a:cubicBezTo>
                <a:cubicBezTo>
                  <a:pt x="23" y="339"/>
                  <a:pt x="18" y="336"/>
                  <a:pt x="14" y="332"/>
                </a:cubicBezTo>
                <a:cubicBezTo>
                  <a:pt x="9" y="327"/>
                  <a:pt x="6" y="322"/>
                  <a:pt x="4" y="316"/>
                </a:cubicBezTo>
                <a:cubicBezTo>
                  <a:pt x="1" y="311"/>
                  <a:pt x="0" y="305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46880" y="4061160"/>
            <a:ext cx="24984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Professional mailbox working (info@gfxt.com)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738000" y="46335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2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2"/>
                  <a:pt x="316" y="4"/>
                </a:cubicBezTo>
                <a:cubicBezTo>
                  <a:pt x="322" y="6"/>
                  <a:pt x="327" y="10"/>
                  <a:pt x="331" y="14"/>
                </a:cubicBezTo>
                <a:cubicBezTo>
                  <a:pt x="336" y="19"/>
                  <a:pt x="339" y="24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98"/>
                </a:lnTo>
                <a:cubicBezTo>
                  <a:pt x="345" y="304"/>
                  <a:pt x="344" y="310"/>
                  <a:pt x="341" y="316"/>
                </a:cubicBezTo>
                <a:cubicBezTo>
                  <a:pt x="339" y="321"/>
                  <a:pt x="336" y="326"/>
                  <a:pt x="331" y="331"/>
                </a:cubicBezTo>
                <a:cubicBezTo>
                  <a:pt x="327" y="336"/>
                  <a:pt x="322" y="340"/>
                  <a:pt x="316" y="342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2"/>
                </a:cubicBezTo>
                <a:cubicBezTo>
                  <a:pt x="23" y="340"/>
                  <a:pt x="18" y="336"/>
                  <a:pt x="14" y="331"/>
                </a:cubicBezTo>
                <a:cubicBezTo>
                  <a:pt x="9" y="326"/>
                  <a:pt x="6" y="321"/>
                  <a:pt x="4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46880" y="4356360"/>
            <a:ext cx="24040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Mailbox set up on one phone and one laptop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738000" y="492912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271"/>
                </a:moveTo>
                <a:lnTo>
                  <a:pt x="0" y="46"/>
                </a:lnTo>
                <a:cubicBezTo>
                  <a:pt x="0" y="40"/>
                  <a:pt x="1" y="34"/>
                  <a:pt x="4" y="29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2" y="6"/>
                  <a:pt x="327" y="9"/>
                  <a:pt x="331" y="13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4"/>
                  <a:pt x="345" y="40"/>
                  <a:pt x="345" y="46"/>
                </a:cubicBezTo>
                <a:lnTo>
                  <a:pt x="345" y="271"/>
                </a:lnTo>
                <a:cubicBezTo>
                  <a:pt x="345" y="278"/>
                  <a:pt x="344" y="284"/>
                  <a:pt x="341" y="289"/>
                </a:cubicBezTo>
                <a:cubicBezTo>
                  <a:pt x="339" y="295"/>
                  <a:pt x="336" y="300"/>
                  <a:pt x="331" y="304"/>
                </a:cubicBezTo>
                <a:cubicBezTo>
                  <a:pt x="327" y="309"/>
                  <a:pt x="322" y="312"/>
                  <a:pt x="316" y="315"/>
                </a:cubicBezTo>
                <a:cubicBezTo>
                  <a:pt x="310" y="317"/>
                  <a:pt x="304" y="318"/>
                  <a:pt x="298" y="318"/>
                </a:cubicBezTo>
                <a:lnTo>
                  <a:pt x="47" y="318"/>
                </a:lnTo>
                <a:cubicBezTo>
                  <a:pt x="41" y="318"/>
                  <a:pt x="35" y="317"/>
                  <a:pt x="29" y="315"/>
                </a:cubicBezTo>
                <a:cubicBezTo>
                  <a:pt x="23" y="312"/>
                  <a:pt x="18" y="309"/>
                  <a:pt x="14" y="304"/>
                </a:cubicBezTo>
                <a:cubicBezTo>
                  <a:pt x="9" y="300"/>
                  <a:pt x="6" y="295"/>
                  <a:pt x="4" y="289"/>
                </a:cubicBezTo>
                <a:cubicBezTo>
                  <a:pt x="1" y="284"/>
                  <a:pt x="0" y="278"/>
                  <a:pt x="0" y="271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046880" y="4651920"/>
            <a:ext cx="22042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Backup copy of the website given to you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46880" y="4937400"/>
            <a:ext cx="99432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Walkthrough done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47640" y="5334120"/>
            <a:ext cx="14727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Logins handed over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37640" y="5653800"/>
            <a:ext cx="6224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AC C O U N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2074680" y="5653800"/>
            <a:ext cx="7138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P R O V I D E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3428280" y="5653800"/>
            <a:ext cx="11984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I N   T H E   N A M E   O F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455080" y="5653800"/>
            <a:ext cx="8359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R E N E W S   O N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37640" y="5923080"/>
            <a:ext cx="4899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Domain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3428280" y="5918400"/>
            <a:ext cx="357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GFXT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737640" y="6218640"/>
            <a:ext cx="4989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Hosting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3428280" y="6213960"/>
            <a:ext cx="357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GFXT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37640" y="6513840"/>
            <a:ext cx="3528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Email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428280" y="6509160"/>
            <a:ext cx="357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GFXT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47640" y="6797880"/>
            <a:ext cx="55281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Passwords are shared privately and are never written on this form. We recommend changing them after handover.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47640" y="802944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47640" y="861048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47640" y="7064280"/>
            <a:ext cx="59580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GFXT confirms that the website is live and accepted. The 14-day launch support period starts from the go-live date above.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7640" y="7337520"/>
            <a:ext cx="17701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O B D   A I   S O L U T I O N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47640" y="7520760"/>
            <a:ext cx="7732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I G N AT U R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47640" y="8178120"/>
            <a:ext cx="16740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C E O   &amp;   F O U N D E R   ·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828880" y="8029440"/>
            <a:ext cx="1905120" cy="9720"/>
          </a:xfrm>
          <a:custGeom>
            <a:avLst/>
            <a:gdLst/>
            <a:ahLst/>
            <a:rect l="0" t="0" r="r" b="b"/>
            <a:pathLst>
              <a:path w="5292" h="27">
                <a:moveTo>
                  <a:pt x="0" y="0"/>
                </a:moveTo>
                <a:lnTo>
                  <a:pt x="5292" y="0"/>
                </a:lnTo>
                <a:lnTo>
                  <a:pt x="52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2828880" y="8610480"/>
            <a:ext cx="1905120" cy="9720"/>
          </a:xfrm>
          <a:custGeom>
            <a:avLst/>
            <a:gdLst/>
            <a:ahLst/>
            <a:rect l="0" t="0" r="r" b="b"/>
            <a:pathLst>
              <a:path w="5292" h="27">
                <a:moveTo>
                  <a:pt x="0" y="0"/>
                </a:moveTo>
                <a:lnTo>
                  <a:pt x="5292" y="0"/>
                </a:lnTo>
                <a:lnTo>
                  <a:pt x="52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7640" y="8392320"/>
            <a:ext cx="108288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Omer Bin Dawood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2832840" y="7337520"/>
            <a:ext cx="17701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O B D   A I   S O L U T I O N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2832840" y="7520760"/>
            <a:ext cx="7732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I G N AT U R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2832840" y="8178120"/>
            <a:ext cx="22881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C O - F O U N D E R   &amp;   PA R T N E R   ·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019480" y="802944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5019480" y="858168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832840" y="8392320"/>
            <a:ext cx="5403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Hira Baig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018040" y="7337520"/>
            <a:ext cx="7779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G F X -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018040" y="7520760"/>
            <a:ext cx="7732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I G N AT U R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647640" y="1695240"/>
            <a:ext cx="6267600" cy="10080"/>
          </a:xfrm>
          <a:custGeom>
            <a:avLst/>
            <a:gdLst/>
            <a:ahLst/>
            <a:rect l="0" t="0" r="r" b="b"/>
            <a:pathLst>
              <a:path w="17410" h="28">
                <a:moveTo>
                  <a:pt x="0" y="0"/>
                </a:moveTo>
                <a:lnTo>
                  <a:pt x="17410" y="0"/>
                </a:lnTo>
                <a:lnTo>
                  <a:pt x="17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9" name="" descr=""/>
          <p:cNvPicPr/>
          <p:nvPr/>
        </p:nvPicPr>
        <p:blipFill>
          <a:blip r:embed="rId1"/>
          <a:stretch/>
        </p:blipFill>
        <p:spPr>
          <a:xfrm>
            <a:off x="647640" y="504720"/>
            <a:ext cx="409320" cy="399600"/>
          </a:xfrm>
          <a:prstGeom prst="rect">
            <a:avLst/>
          </a:prstGeom>
          <a:ln w="0">
            <a:noFill/>
          </a:ln>
        </p:spPr>
      </p:pic>
      <p:sp>
        <p:nvSpPr>
          <p:cNvPr id="90" name=""/>
          <p:cNvSpPr txBox="1"/>
          <p:nvPr/>
        </p:nvSpPr>
        <p:spPr>
          <a:xfrm>
            <a:off x="5018040" y="8178120"/>
            <a:ext cx="8784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N A M E   ·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162440" y="488160"/>
            <a:ext cx="3693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OBD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162440" y="755640"/>
            <a:ext cx="934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20" spc="-1" strike="noStrike">
                <a:solidFill>
                  <a:srgbClr val="6a26d8"/>
                </a:solidFill>
                <a:latin typeface="Inter-Semi"/>
                <a:ea typeface="Inter-Semi"/>
              </a:rPr>
              <a:t>A I   S O L U T I O N S</a:t>
            </a:r>
            <a:endParaRPr b="0" lang="en-US" sz="6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47640" y="1089000"/>
            <a:ext cx="1629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L A U N C H   ·   F I N A L   S T E P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47640" y="1257480"/>
            <a:ext cx="1221480" cy="30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Go-Live 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689480" y="1216440"/>
            <a:ext cx="1452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00" spc="-1" strike="noStrike">
                <a:solidFill>
                  <a:srgbClr val="6a26d8"/>
                </a:solidFill>
                <a:latin typeface="PlayfairDisplay-Medium"/>
                <a:ea typeface="PlayfairDisplay-Medium"/>
              </a:rPr>
              <a:t>&amp; Handover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932800" y="1136520"/>
            <a:ext cx="2080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6b6878"/>
                </a:solidFill>
                <a:latin typeface="Inter"/>
                <a:ea typeface="Inter"/>
              </a:rPr>
              <a:t>Ref.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132240" y="1140480"/>
            <a:ext cx="874080" cy="111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50" spc="-1" strike="noStrike">
                <a:solidFill>
                  <a:srgbClr val="0e0e14"/>
                </a:solidFill>
                <a:latin typeface="Inter-Semi"/>
                <a:ea typeface="Inter-Semi"/>
              </a:rPr>
              <a:t>OBDGFXT2026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017760" y="1279440"/>
            <a:ext cx="9061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6b6878"/>
                </a:solidFill>
                <a:latin typeface="Inter"/>
                <a:ea typeface="Inter"/>
              </a:rPr>
              <a:t>25 September 2026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647640" y="1685880"/>
            <a:ext cx="8640" cy="8640"/>
          </a:xfrm>
          <a:custGeom>
            <a:avLst/>
            <a:gdLst/>
            <a:ahLst/>
            <a:rect l="0" t="0" r="r" b="b"/>
            <a:pathLst>
              <a:path w="24" h="24">
                <a:moveTo>
                  <a:pt x="0" y="0"/>
                </a:moveTo>
                <a:lnTo>
                  <a:pt x="0" y="24"/>
                </a:lnTo>
                <a:lnTo>
                  <a:pt x="24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47640" y="168588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24" y="0"/>
                </a:moveTo>
                <a:lnTo>
                  <a:pt x="0" y="23"/>
                </a:lnTo>
                <a:lnTo>
                  <a:pt x="0" y="48"/>
                </a:lnTo>
                <a:lnTo>
                  <a:pt x="48" y="0"/>
                </a:lnTo>
                <a:lnTo>
                  <a:pt x="24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47640" y="16858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7" y="0"/>
                </a:moveTo>
                <a:lnTo>
                  <a:pt x="0" y="48"/>
                </a:lnTo>
                <a:lnTo>
                  <a:pt x="0" y="54"/>
                </a:lnTo>
                <a:lnTo>
                  <a:pt x="54" y="0"/>
                </a:lnTo>
                <a:lnTo>
                  <a:pt x="47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647640" y="1685880"/>
            <a:ext cx="25920" cy="19440"/>
          </a:xfrm>
          <a:custGeom>
            <a:avLst/>
            <a:gdLst/>
            <a:ahLst/>
            <a:rect l="0" t="0" r="r" b="b"/>
            <a:pathLst>
              <a:path w="72" h="54">
                <a:moveTo>
                  <a:pt x="54" y="0"/>
                </a:moveTo>
                <a:lnTo>
                  <a:pt x="0" y="54"/>
                </a:lnTo>
                <a:lnTo>
                  <a:pt x="19" y="54"/>
                </a:lnTo>
                <a:lnTo>
                  <a:pt x="7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6541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6627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67140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6796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6883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6969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0560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138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7225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7311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73980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7484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567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653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740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826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7909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7995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082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8168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251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337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424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510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5968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679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8766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8852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89388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9021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9108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9194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92808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367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9450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9536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9622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9709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9792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9878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9964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0051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10134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10220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0306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0393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04796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10562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10648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10735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108216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10904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10990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1107720" y="1685880"/>
            <a:ext cx="36360" cy="19440"/>
          </a:xfrm>
          <a:custGeom>
            <a:avLst/>
            <a:gdLst/>
            <a:ahLst/>
            <a:rect l="0" t="0" r="r" b="b"/>
            <a:pathLst>
              <a:path w="101" h="54">
                <a:moveTo>
                  <a:pt x="53" y="0"/>
                </a:moveTo>
                <a:lnTo>
                  <a:pt x="0" y="54"/>
                </a:lnTo>
                <a:lnTo>
                  <a:pt x="47" y="54"/>
                </a:lnTo>
                <a:lnTo>
                  <a:pt x="10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124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1128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133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1137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1141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146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150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11548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1592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1163160" y="1685880"/>
            <a:ext cx="24120" cy="19440"/>
          </a:xfrm>
          <a:custGeom>
            <a:avLst/>
            <a:gdLst/>
            <a:ahLst/>
            <a:rect l="0" t="0" r="r" b="b"/>
            <a:pathLst>
              <a:path w="67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7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167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1171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1176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1180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1184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1189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1934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1977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12016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1206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210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214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1218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1223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1227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12319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2362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1240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1244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1248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1253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1257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261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1266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12704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1274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1278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1283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1287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12916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1296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1300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3046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13089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1312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1317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1321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13258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1330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1334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1338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3431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13474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1351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1355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360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1364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368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1373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377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3816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385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389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1394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398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1402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407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411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14158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14202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1424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1428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1432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1437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441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445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1450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14544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14587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1462680" y="1685880"/>
            <a:ext cx="24120" cy="19440"/>
          </a:xfrm>
          <a:custGeom>
            <a:avLst/>
            <a:gdLst/>
            <a:ahLst/>
            <a:rect l="0" t="0" r="r" b="b"/>
            <a:pathLst>
              <a:path w="67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7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467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1471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1475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1479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1484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488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4929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4972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501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505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509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514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518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1522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1527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5314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535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1539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1544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1548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5526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1557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1561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15656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5699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1573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578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582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15868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1591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595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599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6041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6084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612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616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621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625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629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634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1638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16426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16470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650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655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1659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663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668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672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6768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6812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685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689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693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698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1702440" y="16858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0" y="5"/>
                </a:lnTo>
                <a:lnTo>
                  <a:pt x="54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706760" y="1687680"/>
            <a:ext cx="17280" cy="17640"/>
          </a:xfrm>
          <a:custGeom>
            <a:avLst/>
            <a:gdLst/>
            <a:ahLst/>
            <a:rect l="0" t="0" r="r" b="b"/>
            <a:pathLst>
              <a:path w="48" h="49">
                <a:moveTo>
                  <a:pt x="48" y="0"/>
                </a:moveTo>
                <a:lnTo>
                  <a:pt x="0" y="49"/>
                </a:lnTo>
                <a:lnTo>
                  <a:pt x="12" y="49"/>
                </a:lnTo>
                <a:lnTo>
                  <a:pt x="48" y="12"/>
                </a:lnTo>
                <a:lnTo>
                  <a:pt x="4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1711080" y="1692000"/>
            <a:ext cx="12960" cy="13320"/>
          </a:xfrm>
          <a:custGeom>
            <a:avLst/>
            <a:gdLst/>
            <a:ahLst/>
            <a:rect l="0" t="0" r="r" b="b"/>
            <a:pathLst>
              <a:path w="36" h="37">
                <a:moveTo>
                  <a:pt x="36" y="0"/>
                </a:moveTo>
                <a:lnTo>
                  <a:pt x="0" y="37"/>
                </a:lnTo>
                <a:lnTo>
                  <a:pt x="12" y="37"/>
                </a:lnTo>
                <a:lnTo>
                  <a:pt x="36" y="13"/>
                </a:lnTo>
                <a:lnTo>
                  <a:pt x="36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715400" y="1696320"/>
            <a:ext cx="8640" cy="9000"/>
          </a:xfrm>
          <a:custGeom>
            <a:avLst/>
            <a:gdLst/>
            <a:ahLst/>
            <a:rect l="0" t="0" r="r" b="b"/>
            <a:pathLst>
              <a:path w="24" h="25">
                <a:moveTo>
                  <a:pt x="24" y="0"/>
                </a:moveTo>
                <a:lnTo>
                  <a:pt x="0" y="25"/>
                </a:lnTo>
                <a:lnTo>
                  <a:pt x="13" y="25"/>
                </a:lnTo>
                <a:lnTo>
                  <a:pt x="24" y="12"/>
                </a:lnTo>
                <a:lnTo>
                  <a:pt x="24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1719720" y="1700640"/>
            <a:ext cx="4320" cy="5040"/>
          </a:xfrm>
          <a:custGeom>
            <a:avLst/>
            <a:gdLst/>
            <a:ahLst/>
            <a:rect l="0" t="0" r="r" b="b"/>
            <a:pathLst>
              <a:path w="12" h="14">
                <a:moveTo>
                  <a:pt x="12" y="0"/>
                </a:moveTo>
                <a:lnTo>
                  <a:pt x="0" y="14"/>
                </a:lnTo>
                <a:lnTo>
                  <a:pt x="12" y="14"/>
                </a:lnTo>
                <a:lnTo>
                  <a:pt x="12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746680" y="1422000"/>
            <a:ext cx="11880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6b6878"/>
                </a:solidFill>
                <a:latin typeface="Inter"/>
                <a:ea typeface="Inter"/>
              </a:rPr>
              <a:t>GFXT  OBD AI Solutions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