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</p:sldIdLst>
  <p:sldSz cx="7554913" cy="10691813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6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77640" y="412200"/>
            <a:ext cx="6799680" cy="172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377640" y="2417760"/>
            <a:ext cx="6799680" cy="59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77640" y="412200"/>
            <a:ext cx="6799680" cy="172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377640" y="2417760"/>
            <a:ext cx="6799680" cy="59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77640" y="412200"/>
            <a:ext cx="6799680" cy="172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377640" y="2417760"/>
            <a:ext cx="6799680" cy="59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7562880" cy="10696680"/>
          </a:xfrm>
          <a:custGeom>
            <a:avLst/>
            <a:gdLst/>
            <a:ahLst/>
            <a:rect l="0" t="0" r="r" b="b"/>
            <a:pathLst>
              <a:path w="21008" h="29713">
                <a:moveTo>
                  <a:pt x="0" y="0"/>
                </a:moveTo>
                <a:lnTo>
                  <a:pt x="21008" y="0"/>
                </a:lnTo>
                <a:lnTo>
                  <a:pt x="21008" y="29713"/>
                </a:lnTo>
                <a:lnTo>
                  <a:pt x="0" y="297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7562880" cy="10696680"/>
          </a:xfrm>
          <a:custGeom>
            <a:avLst/>
            <a:gdLst/>
            <a:ahLst/>
            <a:rect l="0" t="0" r="r" b="b"/>
            <a:pathLst>
              <a:path w="21008" h="29713">
                <a:moveTo>
                  <a:pt x="0" y="0"/>
                </a:moveTo>
                <a:lnTo>
                  <a:pt x="21008" y="0"/>
                </a:lnTo>
                <a:lnTo>
                  <a:pt x="21008" y="29713"/>
                </a:lnTo>
                <a:lnTo>
                  <a:pt x="0" y="297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2305080" cy="10696680"/>
          </a:xfrm>
          <a:custGeom>
            <a:avLst/>
            <a:gdLst/>
            <a:ahLst/>
            <a:rect l="0" t="0" r="r" b="b"/>
            <a:pathLst>
              <a:path w="6403" h="29713">
                <a:moveTo>
                  <a:pt x="0" y="0"/>
                </a:moveTo>
                <a:lnTo>
                  <a:pt x="6403" y="0"/>
                </a:lnTo>
                <a:lnTo>
                  <a:pt x="6403" y="29713"/>
                </a:lnTo>
                <a:lnTo>
                  <a:pt x="0" y="29713"/>
                </a:lnTo>
                <a:lnTo>
                  <a:pt x="0" y="0"/>
                </a:lnTo>
                <a:close/>
              </a:path>
            </a:pathLst>
          </a:custGeom>
          <a:solidFill>
            <a:srgbClr val="0504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-135720" y="-2160"/>
            <a:ext cx="2575800" cy="10700640"/>
          </a:xfrm>
          <a:prstGeom prst="rect">
            <a:avLst/>
          </a:prstGeom>
          <a:ln w="0">
            <a:noFill/>
          </a:ln>
        </p:spPr>
      </p:pic>
      <p:sp>
        <p:nvSpPr>
          <p:cNvPr id="10" name=""/>
          <p:cNvSpPr/>
          <p:nvPr/>
        </p:nvSpPr>
        <p:spPr>
          <a:xfrm>
            <a:off x="-360" y="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8585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-360" y="417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8585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-360" y="835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-360" y="1252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-360" y="1670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6565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-360" y="2088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6565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-360" y="2505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-360" y="2923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-360" y="3340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4545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-360" y="3758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4545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-360" y="4176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3535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-360" y="4593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2525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-360" y="5011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2525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-360" y="5428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1515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-360" y="5846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1515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-360" y="6264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0505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-360" y="6681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0505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-360" y="7099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f4f4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-360" y="7516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f4f4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-360" y="7934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e4e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-360" y="8352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e4e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-360" y="8769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-360" y="9187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-360" y="9604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-360" y="10022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b4b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-360" y="10440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b4b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-360" y="10857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-360" y="11275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-360" y="11692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-360" y="12110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-360" y="12528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8484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-360" y="12945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8484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-360" y="13363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-360" y="13780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6464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-360" y="14198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6464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-360" y="14616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5454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-360" y="15033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5454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-360" y="15451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-360" y="15868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-360" y="16286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-360" y="16704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-360" y="17121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2424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-360" y="17539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1414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-360" y="17956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1414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-360" y="18374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040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-360" y="18792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040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-360" y="19209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f3f3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-360" y="19627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f3f3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-360" y="20044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e3e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-360" y="20462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e3e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-360" y="20880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-360" y="21297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-360" y="21715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c3c3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-360" y="22132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b3b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-360" y="22550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b3b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-360" y="22968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a3a3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-360" y="23385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a3a3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-360" y="23803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-360" y="24220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-360" y="24638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838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-360" y="25056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838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-360" y="25473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737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-360" y="25891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737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-360" y="26308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6363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-360" y="26726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5353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-360" y="27144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5353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-360" y="27561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434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-360" y="27979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434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-360" y="28396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-360" y="28814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-360" y="29232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23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-360" y="29649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23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-360" y="30067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1313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-360" y="3048480"/>
            <a:ext cx="0" cy="42120"/>
          </a:xfrm>
          <a:custGeom>
            <a:avLst/>
            <a:gdLst/>
            <a:ahLst/>
            <a:rect l="0" t="0" r="r" b="b"/>
            <a:pathLst>
              <a:path w="0" h="117">
                <a:moveTo>
                  <a:pt x="0" y="0"/>
                </a:moveTo>
                <a:lnTo>
                  <a:pt x="0" y="117"/>
                </a:lnTo>
                <a:lnTo>
                  <a:pt x="0" y="0"/>
                </a:lnTo>
                <a:close/>
              </a:path>
            </a:pathLst>
          </a:custGeom>
          <a:solidFill>
            <a:srgbClr val="31313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-360" y="30906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0303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-360" y="31323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-360" y="31741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-360" y="32158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e2e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-360" y="32576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e2e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-360" y="32994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d2d2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-360" y="33411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d2d2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-360" y="33829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c2c2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-360" y="34246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c2c2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-360" y="34664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-360" y="35082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-360" y="35499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-360" y="35917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9292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-360" y="36334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9292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-360" y="36752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828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-360" y="37170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828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-360" y="37587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7272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-360" y="38005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7272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-360" y="38422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-360" y="38840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-360" y="39258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-360" y="39675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-360" y="40093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4242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-360" y="40510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3232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-360" y="40928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3232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-360" y="41346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-360" y="41763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-360" y="42181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1212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-360" y="42598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1212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-360" y="43016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0202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-360" y="43434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0202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-360" y="43851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-360" y="44269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-360" y="44686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1e1e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-360" y="45104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-360" y="45522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-360" y="45939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1c1c1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-360" y="46357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1c1c1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-360" y="46774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-360" y="47192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-360" y="4761000"/>
            <a:ext cx="0" cy="83520"/>
          </a:xfrm>
          <a:custGeom>
            <a:avLst/>
            <a:gdLst/>
            <a:ahLst/>
            <a:rect l="0" t="0" r="r" b="b"/>
            <a:pathLst>
              <a:path w="0" h="232">
                <a:moveTo>
                  <a:pt x="0" y="0"/>
                </a:moveTo>
                <a:lnTo>
                  <a:pt x="0" y="232"/>
                </a:lnTo>
                <a:lnTo>
                  <a:pt x="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-360" y="48445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1c1c1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-360" y="48862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1e1e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-360" y="49280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-360" y="49698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0202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-360" y="50115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-360" y="50533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3232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-360" y="50950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-360" y="51368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-360" y="51786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7272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-360" y="52203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9292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-360" y="52621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-360" y="53038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-360" y="53456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d2d2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-360" y="53874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e2e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-360" y="54291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-360" y="54709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1313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-360" y="55126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23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-360" y="55544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-360" y="55962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5353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-360" y="56379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6363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-360" y="56797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838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-360" y="57214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-360" y="57632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a3a3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-360" y="58050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c3c3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-360" y="58467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-360" y="58885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e3e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-360" y="59302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040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-360" y="59720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1414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-360" y="60138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2424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-360" y="60555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-360" y="60973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5454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-360" y="6139080"/>
            <a:ext cx="0" cy="42120"/>
          </a:xfrm>
          <a:custGeom>
            <a:avLst/>
            <a:gdLst/>
            <a:ahLst/>
            <a:rect l="0" t="0" r="r" b="b"/>
            <a:pathLst>
              <a:path w="0" h="117">
                <a:moveTo>
                  <a:pt x="0" y="0"/>
                </a:moveTo>
                <a:lnTo>
                  <a:pt x="0" y="117"/>
                </a:lnTo>
                <a:lnTo>
                  <a:pt x="0" y="0"/>
                </a:lnTo>
                <a:close/>
              </a:path>
            </a:pathLst>
          </a:custGeom>
          <a:solidFill>
            <a:srgbClr val="46464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-360" y="61812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8484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-360" y="62229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-360" y="62647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-360" y="63064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-360" y="63482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-360" y="63900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f4f4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-360" y="64317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0505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-360" y="64735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1515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-360" y="65152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3535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-360" y="65570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4545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-360" y="65988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-360" y="66405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-360" y="66823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8585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-360" y="67240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-360" y="67658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b5b5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-360" y="68076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c5c5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-360" y="68493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d5d5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-360" y="68911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f5f5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-360" y="69328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606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-360" y="69746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62626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-360" y="70164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6363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-360" y="70581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6464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-360" y="70999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-360" y="71416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67676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-360" y="71834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68686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-360" y="72252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6a6a6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-360" y="72669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6b6b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-360" y="73087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6c6c6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-360" y="73504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6e6e6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-360" y="73922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6f6f6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-360" y="74340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-360" y="74757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72727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-360" y="75175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73737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-360" y="75592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75757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-360" y="76010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76767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-360" y="76428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77777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-360" y="76845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79797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-360" y="77263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-360" y="77680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7b7b7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-360" y="78098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7d7d7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-360" y="78516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-360" y="78933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-360" y="79351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8181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-360" y="79768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82828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-360" y="80186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83838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-360" y="80604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85858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-360" y="81021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86868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-360" y="81439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8787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-360" y="81856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89898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-360" y="82274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8a8a8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-360" y="82692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-360" y="83109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8d8d8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-360" y="83527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8e8e8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-360" y="83944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90909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-360" y="84362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91919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-360" y="84780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92929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-360" y="85197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94949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-360" y="85615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95959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-360" y="86032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96969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-360" y="86450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98989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-360" y="86868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-360" y="87285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-360" y="87703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9c9c9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-360" y="88120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9d9d9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-360" y="88538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9f9f9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-360" y="88956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a0a0a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-360" y="89373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a1a1a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-360" y="89791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a3a3a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-360" y="90208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a4a4a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-360" y="90626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a5a5a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-360" y="91044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a7a7a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-360" y="91461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a8a8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-360" y="9187920"/>
            <a:ext cx="0" cy="42120"/>
          </a:xfrm>
          <a:custGeom>
            <a:avLst/>
            <a:gdLst/>
            <a:ahLst/>
            <a:rect l="0" t="0" r="r" b="b"/>
            <a:pathLst>
              <a:path w="0" h="117">
                <a:moveTo>
                  <a:pt x="0" y="0"/>
                </a:moveTo>
                <a:lnTo>
                  <a:pt x="0" y="117"/>
                </a:lnTo>
                <a:lnTo>
                  <a:pt x="0" y="0"/>
                </a:lnTo>
                <a:close/>
              </a:path>
            </a:pathLst>
          </a:custGeom>
          <a:solidFill>
            <a:srgbClr val="a9a9a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-360" y="92300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ababa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-360" y="92718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acaca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-360" y="93135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adada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-360" y="93553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afafa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-360" y="93970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b0b0b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-360" y="94388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b2b2b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-360" y="94806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b3b3b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-360" y="95223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b4b4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-360" y="95641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b6b6b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-360" y="96058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b7b7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-360" y="96476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b8b8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-360" y="96894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baba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-360" y="97311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bbbb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-360" y="97729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bcbc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-360" y="98146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bebe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-360" y="98564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bfbf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-360" y="98982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-360" y="99399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c2c2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-360" y="99817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c3c3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-360" y="100234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c5c5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-360" y="100652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c6c6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-360" y="101070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c7c7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-360" y="101487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-360" y="101905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caca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-360" y="102322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cbcb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-360" y="102740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cdcd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-360" y="103158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cece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-360" y="103575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cfcf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-360" y="103993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d1d1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-360" y="104410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-360" y="104828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-360" y="105246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d5d5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-360" y="105663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d6d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-360" y="106081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d7d7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-360" y="106498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-3778560" y="-1080"/>
            <a:ext cx="3778920" cy="5347080"/>
          </a:xfrm>
          <a:custGeom>
            <a:avLst/>
            <a:gdLst/>
            <a:ahLst/>
            <a:rect l="0" t="0" r="r" b="b"/>
            <a:pathLst>
              <a:path w="10497" h="14853">
                <a:moveTo>
                  <a:pt x="10497" y="0"/>
                </a:moveTo>
                <a:lnTo>
                  <a:pt x="10497" y="14853"/>
                </a:lnTo>
                <a:lnTo>
                  <a:pt x="0" y="14853"/>
                </a:lnTo>
                <a:lnTo>
                  <a:pt x="0" y="0"/>
                </a:lnTo>
                <a:lnTo>
                  <a:pt x="10497" y="0"/>
                </a:lnTo>
                <a:close/>
              </a:path>
            </a:pathLst>
          </a:custGeom>
          <a:solidFill>
            <a:srgbClr val="0504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-7556760" y="-1080"/>
            <a:ext cx="3778560" cy="5347080"/>
          </a:xfrm>
          <a:custGeom>
            <a:avLst/>
            <a:gdLst/>
            <a:ahLst/>
            <a:rect l="0" t="0" r="r" b="b"/>
            <a:pathLst>
              <a:path w="10496" h="14853">
                <a:moveTo>
                  <a:pt x="10496" y="0"/>
                </a:moveTo>
                <a:lnTo>
                  <a:pt x="10496" y="14853"/>
                </a:lnTo>
                <a:lnTo>
                  <a:pt x="0" y="14853"/>
                </a:lnTo>
                <a:lnTo>
                  <a:pt x="0" y="0"/>
                </a:lnTo>
                <a:lnTo>
                  <a:pt x="10496" y="0"/>
                </a:lnTo>
                <a:close/>
              </a:path>
            </a:pathLst>
          </a:custGeom>
          <a:solidFill>
            <a:srgbClr val="0504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-3778560" y="5345640"/>
            <a:ext cx="3778920" cy="5347080"/>
          </a:xfrm>
          <a:custGeom>
            <a:avLst/>
            <a:gdLst/>
            <a:ahLst/>
            <a:rect l="0" t="0" r="r" b="b"/>
            <a:pathLst>
              <a:path w="10497" h="14853">
                <a:moveTo>
                  <a:pt x="10497" y="0"/>
                </a:moveTo>
                <a:lnTo>
                  <a:pt x="10497" y="14853"/>
                </a:lnTo>
                <a:lnTo>
                  <a:pt x="0" y="14853"/>
                </a:lnTo>
                <a:lnTo>
                  <a:pt x="0" y="0"/>
                </a:lnTo>
                <a:lnTo>
                  <a:pt x="10497" y="0"/>
                </a:lnTo>
                <a:close/>
              </a:path>
            </a:pathLst>
          </a:custGeom>
          <a:solidFill>
            <a:srgbClr val="0504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-7556760" y="5345640"/>
            <a:ext cx="3778560" cy="5347080"/>
          </a:xfrm>
          <a:custGeom>
            <a:avLst/>
            <a:gdLst/>
            <a:ahLst/>
            <a:rect l="0" t="0" r="r" b="b"/>
            <a:pathLst>
              <a:path w="10496" h="14853">
                <a:moveTo>
                  <a:pt x="10496" y="0"/>
                </a:moveTo>
                <a:lnTo>
                  <a:pt x="10496" y="14853"/>
                </a:lnTo>
                <a:lnTo>
                  <a:pt x="0" y="14853"/>
                </a:lnTo>
                <a:lnTo>
                  <a:pt x="0" y="0"/>
                </a:lnTo>
                <a:lnTo>
                  <a:pt x="10496" y="0"/>
                </a:lnTo>
                <a:close/>
              </a:path>
            </a:pathLst>
          </a:custGeom>
          <a:solidFill>
            <a:srgbClr val="0504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0" y="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8585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0" y="417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8585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0" y="835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7575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0" y="1252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7575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0" y="1670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6565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0" y="2088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6565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0" y="2505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0" y="2923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0" y="3340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4545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0" y="3758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4545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0" y="4176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3535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0" y="4593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2525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0" y="5011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2525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0" y="5428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1515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0" y="5846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1515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0" y="6264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0505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0" y="6681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0505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0" y="7099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f4f4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0" y="7516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f4f4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0" y="7934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e4e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0" y="8352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e4e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0" y="8769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0" y="9187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0" y="9604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0" y="10022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b4b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0" y="10440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b4b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0" y="10857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0" y="11275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0" y="11692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0" y="12110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0" y="12528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8484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0" y="12945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8484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0" y="13363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7474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0" y="13780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6464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0" y="14198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6464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0" y="14616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5454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0" y="15033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5454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0" y="15451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0" y="15868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0" y="16286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343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0" y="16704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343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0" y="17121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2424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0" y="17539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1414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0" y="17956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1414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0" y="18374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040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0" y="18792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040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0" y="19209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f3f3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0" y="19627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f3f3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0" y="20044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e3e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0" y="20462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e3e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0" y="20880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d3d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0" y="21297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d3d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0" y="21715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c3c3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0" y="22132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b3b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0" y="22550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b3b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0" y="22968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a3a3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0" y="23385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a3a3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0" y="23803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9393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0" y="24220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9393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0" y="24638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838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0" y="25056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838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0" y="25473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737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0" y="25891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737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0" y="26308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6363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0" y="26726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5353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0" y="27144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5353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0" y="27561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434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0" y="27979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434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0" y="28396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0" y="28814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0" y="29232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23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0" y="29649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23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0" y="30067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1313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0" y="3048480"/>
            <a:ext cx="2305080" cy="42480"/>
          </a:xfrm>
          <a:custGeom>
            <a:avLst/>
            <a:gdLst/>
            <a:ahLst/>
            <a:rect l="0" t="0" r="r" b="b"/>
            <a:pathLst>
              <a:path w="6403" h="118">
                <a:moveTo>
                  <a:pt x="6403" y="0"/>
                </a:moveTo>
                <a:lnTo>
                  <a:pt x="0" y="0"/>
                </a:lnTo>
                <a:lnTo>
                  <a:pt x="0" y="118"/>
                </a:lnTo>
                <a:lnTo>
                  <a:pt x="6403" y="118"/>
                </a:lnTo>
                <a:lnTo>
                  <a:pt x="6403" y="0"/>
                </a:lnTo>
                <a:close/>
              </a:path>
            </a:pathLst>
          </a:custGeom>
          <a:solidFill>
            <a:srgbClr val="31313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0" y="30906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0303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0" y="31323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f2f2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0" y="31741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f2f2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0" y="32158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e2e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0" y="32576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e2e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0" y="32994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d2d2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0" y="33411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d2d2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0" y="33829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c2c2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0" y="34246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c2c2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0" y="34664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b2b2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0" y="35082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b2b2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0" y="35499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0" y="35917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9292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0" y="36334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9292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0" y="36752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828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0" y="37170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828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0" y="37587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7272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0" y="38005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7272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0" y="38422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0" y="38840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0" y="39258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5252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0" y="39675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5252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0" y="40093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4242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0" y="40510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3232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0" y="40928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3232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0" y="41346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2222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0" y="41763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2222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0" y="42181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1212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0" y="42598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1212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0" y="43016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0202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0" y="43434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0202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0" y="43851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0" y="44269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0" y="44686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1e1e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0" y="45104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0" y="45522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0" y="45939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1c1c1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0" y="46357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1c1c1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0" y="46774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0" y="47192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0" y="4761000"/>
            <a:ext cx="2305080" cy="83880"/>
          </a:xfrm>
          <a:custGeom>
            <a:avLst/>
            <a:gdLst/>
            <a:ahLst/>
            <a:rect l="0" t="0" r="r" b="b"/>
            <a:pathLst>
              <a:path w="6403" h="233">
                <a:moveTo>
                  <a:pt x="6403" y="0"/>
                </a:moveTo>
                <a:lnTo>
                  <a:pt x="0" y="0"/>
                </a:lnTo>
                <a:lnTo>
                  <a:pt x="0" y="233"/>
                </a:lnTo>
                <a:lnTo>
                  <a:pt x="6403" y="233"/>
                </a:lnTo>
                <a:lnTo>
                  <a:pt x="6403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0" y="48445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1c1c1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0" y="48862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1e1e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0" y="49280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0" y="49698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0202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0" y="50115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2222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0" y="50533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3232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0" y="50950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5252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0" y="51368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0" y="51786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7272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0" y="52203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9292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0" y="52621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0" y="53038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b2b2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0" y="53456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d2d2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0" y="53874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e2e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0" y="54291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f2f2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0" y="54709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1313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0" y="55126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23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0" y="55544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0" y="55962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5353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0" y="56379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6363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0" y="56797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838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0" y="57214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9393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0" y="57632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a3a3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0" y="58050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c3c3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0" y="58467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d3d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0" y="58885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e3e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0" y="59302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040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0" y="59720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1414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0" y="60138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2424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0" y="60555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0" y="60973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5454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0" y="6139080"/>
            <a:ext cx="2305080" cy="42480"/>
          </a:xfrm>
          <a:custGeom>
            <a:avLst/>
            <a:gdLst/>
            <a:ahLst/>
            <a:rect l="0" t="0" r="r" b="b"/>
            <a:pathLst>
              <a:path w="6403" h="118">
                <a:moveTo>
                  <a:pt x="6403" y="0"/>
                </a:moveTo>
                <a:lnTo>
                  <a:pt x="0" y="0"/>
                </a:lnTo>
                <a:lnTo>
                  <a:pt x="0" y="118"/>
                </a:lnTo>
                <a:lnTo>
                  <a:pt x="6403" y="118"/>
                </a:lnTo>
                <a:lnTo>
                  <a:pt x="6403" y="0"/>
                </a:lnTo>
                <a:close/>
              </a:path>
            </a:pathLst>
          </a:custGeom>
          <a:solidFill>
            <a:srgbClr val="46464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0" y="61812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8484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0" y="62229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0" y="62647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0" y="63064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0" y="63482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0" y="63900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f4f4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0" y="64317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0505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0" y="64735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1515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0" y="65152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3535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0" y="65570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4545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0" y="65988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0" y="66405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7575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0" y="66823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8585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0" y="67240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9595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0" y="67658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b5b5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0" y="68076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c5c5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0" y="68493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d5d5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0" y="68911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f5f5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0" y="69328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606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0" y="69746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62626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0" y="70164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6363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0" y="70581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6464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0" y="70999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6666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0" y="71416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67676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0" y="71834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68686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0" y="72252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6a6a6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0" y="72669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6b6b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0" y="73087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6c6c6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0" y="73504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6e6e6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0" y="73922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6f6f6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0" y="74340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70707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0" y="74757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72727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0" y="75175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73737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0" y="75592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75757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0" y="76010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76767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0" y="76428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77777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0" y="76845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79797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0" y="77263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7a7a7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0" y="77680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7b7b7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0" y="78098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7d7d7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0" y="78516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7e7e7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0" y="78933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0" y="79351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8181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0" y="79768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82828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0" y="80186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83838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0" y="80604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85858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0" y="81021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86868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0" y="81439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8787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0" y="81856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89898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0" y="82274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8a8a8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0" y="82692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8c8c8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0" y="83109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8d8d8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0" y="83527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8e8e8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0" y="83944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90909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0" y="84362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91919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0" y="84780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92929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0" y="85197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94949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0" y="85615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95959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0" y="86032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96969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0" y="86450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98989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0" y="86868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0" y="87285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0" y="87703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9c9c9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0" y="88120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9d9d9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0" y="88538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9f9f9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0" y="88956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a0a0a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0" y="89373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a1a1a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0" y="89791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a3a3a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0" y="90208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a4a4a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0" y="90626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a5a5a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0" y="91044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a7a7a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0" y="91461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a8a8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0" y="9187920"/>
            <a:ext cx="2305080" cy="42480"/>
          </a:xfrm>
          <a:custGeom>
            <a:avLst/>
            <a:gdLst/>
            <a:ahLst/>
            <a:rect l="0" t="0" r="r" b="b"/>
            <a:pathLst>
              <a:path w="6403" h="118">
                <a:moveTo>
                  <a:pt x="6403" y="0"/>
                </a:moveTo>
                <a:lnTo>
                  <a:pt x="0" y="0"/>
                </a:lnTo>
                <a:lnTo>
                  <a:pt x="0" y="118"/>
                </a:lnTo>
                <a:lnTo>
                  <a:pt x="6403" y="118"/>
                </a:lnTo>
                <a:lnTo>
                  <a:pt x="6403" y="0"/>
                </a:lnTo>
                <a:close/>
              </a:path>
            </a:pathLst>
          </a:custGeom>
          <a:solidFill>
            <a:srgbClr val="a9a9a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0" y="92300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ababa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0" y="92718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acaca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0" y="93135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adada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0" y="93553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afafa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0" y="93970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b0b0b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0" y="94388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b2b2b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0" y="94806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b3b3b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0" y="95223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b4b4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0" y="95641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b6b6b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0" y="96058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b7b7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0" y="96476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b8b8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0" y="96894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baba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0" y="97311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bbbb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0" y="97729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bcbc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0" y="98146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bebe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0" y="98564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bfbf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0" y="98982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c0c0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0" y="99399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c2c2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0" y="99817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c3c3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0" y="100234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c5c5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9" name=""/>
          <p:cNvSpPr/>
          <p:nvPr/>
        </p:nvSpPr>
        <p:spPr>
          <a:xfrm>
            <a:off x="0" y="100652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c6c6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0" y="101070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c7c7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0" y="101487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0" y="101905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caca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0" y="102322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cbcb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0" y="102740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cdcd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5" name=""/>
          <p:cNvSpPr/>
          <p:nvPr/>
        </p:nvSpPr>
        <p:spPr>
          <a:xfrm>
            <a:off x="0" y="103158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cece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6" name=""/>
          <p:cNvSpPr/>
          <p:nvPr/>
        </p:nvSpPr>
        <p:spPr>
          <a:xfrm>
            <a:off x="0" y="103575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cfcf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0" y="103993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d1d1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0" y="104410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d2d2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0" y="104828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0" y="105246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d5d5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0" y="105663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d6d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0" y="106081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d7d7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0" y="106498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d9d9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3778200" y="-1080"/>
            <a:ext cx="3778560" cy="5347080"/>
          </a:xfrm>
          <a:custGeom>
            <a:avLst/>
            <a:gdLst/>
            <a:ahLst/>
            <a:rect l="0" t="0" r="r" b="b"/>
            <a:pathLst>
              <a:path w="10496" h="14853">
                <a:moveTo>
                  <a:pt x="10496" y="0"/>
                </a:moveTo>
                <a:lnTo>
                  <a:pt x="10496" y="14853"/>
                </a:lnTo>
                <a:lnTo>
                  <a:pt x="0" y="14853"/>
                </a:lnTo>
                <a:lnTo>
                  <a:pt x="0" y="0"/>
                </a:lnTo>
                <a:lnTo>
                  <a:pt x="10496" y="0"/>
                </a:lnTo>
                <a:close/>
              </a:path>
            </a:pathLst>
          </a:custGeom>
          <a:solidFill>
            <a:srgbClr val="0504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0" y="-1080"/>
            <a:ext cx="3778560" cy="5347080"/>
          </a:xfrm>
          <a:custGeom>
            <a:avLst/>
            <a:gdLst/>
            <a:ahLst/>
            <a:rect l="0" t="0" r="r" b="b"/>
            <a:pathLst>
              <a:path w="10496" h="14853">
                <a:moveTo>
                  <a:pt x="10496" y="0"/>
                </a:moveTo>
                <a:lnTo>
                  <a:pt x="10496" y="14853"/>
                </a:lnTo>
                <a:lnTo>
                  <a:pt x="0" y="14853"/>
                </a:lnTo>
                <a:lnTo>
                  <a:pt x="0" y="0"/>
                </a:lnTo>
                <a:lnTo>
                  <a:pt x="10496" y="0"/>
                </a:lnTo>
                <a:close/>
              </a:path>
            </a:pathLst>
          </a:custGeom>
          <a:solidFill>
            <a:srgbClr val="0504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3778200" y="5345640"/>
            <a:ext cx="3778560" cy="5347080"/>
          </a:xfrm>
          <a:custGeom>
            <a:avLst/>
            <a:gdLst/>
            <a:ahLst/>
            <a:rect l="0" t="0" r="r" b="b"/>
            <a:pathLst>
              <a:path w="10496" h="14853">
                <a:moveTo>
                  <a:pt x="10496" y="0"/>
                </a:moveTo>
                <a:lnTo>
                  <a:pt x="10496" y="14853"/>
                </a:lnTo>
                <a:lnTo>
                  <a:pt x="0" y="14853"/>
                </a:lnTo>
                <a:lnTo>
                  <a:pt x="0" y="0"/>
                </a:lnTo>
                <a:lnTo>
                  <a:pt x="10496" y="0"/>
                </a:lnTo>
                <a:close/>
              </a:path>
            </a:pathLst>
          </a:custGeom>
          <a:solidFill>
            <a:srgbClr val="0504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0" y="5345640"/>
            <a:ext cx="3778560" cy="5347080"/>
          </a:xfrm>
          <a:custGeom>
            <a:avLst/>
            <a:gdLst/>
            <a:ahLst/>
            <a:rect l="0" t="0" r="r" b="b"/>
            <a:pathLst>
              <a:path w="10496" h="14853">
                <a:moveTo>
                  <a:pt x="10496" y="0"/>
                </a:moveTo>
                <a:lnTo>
                  <a:pt x="10496" y="14853"/>
                </a:lnTo>
                <a:lnTo>
                  <a:pt x="0" y="14853"/>
                </a:lnTo>
                <a:lnTo>
                  <a:pt x="0" y="0"/>
                </a:lnTo>
                <a:lnTo>
                  <a:pt x="10496" y="0"/>
                </a:lnTo>
                <a:close/>
              </a:path>
            </a:pathLst>
          </a:custGeom>
          <a:solidFill>
            <a:srgbClr val="0504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528" name="" descr=""/>
          <p:cNvPicPr/>
          <p:nvPr/>
        </p:nvPicPr>
        <p:blipFill>
          <a:blip r:embed="rId2"/>
          <a:stretch/>
        </p:blipFill>
        <p:spPr>
          <a:xfrm>
            <a:off x="2876400" y="933480"/>
            <a:ext cx="409320" cy="399600"/>
          </a:xfrm>
          <a:prstGeom prst="rect">
            <a:avLst/>
          </a:prstGeom>
          <a:ln w="0">
            <a:noFill/>
          </a:ln>
        </p:spPr>
      </p:pic>
      <p:sp>
        <p:nvSpPr>
          <p:cNvPr id="529" name=""/>
          <p:cNvSpPr txBox="1"/>
          <p:nvPr/>
        </p:nvSpPr>
        <p:spPr>
          <a:xfrm>
            <a:off x="3394800" y="926280"/>
            <a:ext cx="3693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300" spc="-1" strike="noStrike">
                <a:solidFill>
                  <a:srgbClr val="0e0e14"/>
                </a:solidFill>
                <a:latin typeface="PlayfairDisplay"/>
                <a:ea typeface="PlayfairDisplay"/>
              </a:rPr>
              <a:t>OBD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3394800" y="1184400"/>
            <a:ext cx="93492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20" spc="-1" strike="noStrike">
                <a:solidFill>
                  <a:srgbClr val="6a26d8"/>
                </a:solidFill>
                <a:latin typeface="Inter-Semi"/>
                <a:ea typeface="Inter-Semi"/>
              </a:rPr>
              <a:t>A I   S O L U T I O N S</a:t>
            </a:r>
            <a:endParaRPr b="0" lang="en-US" sz="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1" name=""/>
          <p:cNvSpPr txBox="1"/>
          <p:nvPr/>
        </p:nvSpPr>
        <p:spPr>
          <a:xfrm>
            <a:off x="2880000" y="2940480"/>
            <a:ext cx="170748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50" spc="-1" strike="noStrike">
                <a:solidFill>
                  <a:srgbClr val="6a26d8"/>
                </a:solidFill>
                <a:latin typeface="Inter-Semi"/>
                <a:ea typeface="Inter-Semi"/>
              </a:rPr>
              <a:t>A G R E E M E N T   ·   S T E P   2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2" name=""/>
          <p:cNvSpPr txBox="1"/>
          <p:nvPr/>
        </p:nvSpPr>
        <p:spPr>
          <a:xfrm>
            <a:off x="2880000" y="3256920"/>
            <a:ext cx="3923640" cy="503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400" spc="-1" strike="noStrike">
                <a:solidFill>
                  <a:srgbClr val="0e0e14"/>
                </a:solidFill>
                <a:latin typeface="PlayfairDisplay-Semi"/>
                <a:ea typeface="PlayfairDisplay-Semi"/>
              </a:rPr>
              <a:t>Website Service</a:t>
            </a:r>
            <a:endParaRPr b="0" lang="en-US" sz="3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2876400" y="4466880"/>
            <a:ext cx="5400" cy="5760"/>
          </a:xfrm>
          <a:custGeom>
            <a:avLst/>
            <a:gdLst/>
            <a:ahLst/>
            <a:rect l="0" t="0" r="r" b="b"/>
            <a:pathLst>
              <a:path w="15" h="16">
                <a:moveTo>
                  <a:pt x="0" y="0"/>
                </a:moveTo>
                <a:lnTo>
                  <a:pt x="0" y="16"/>
                </a:lnTo>
                <a:lnTo>
                  <a:pt x="15" y="0"/>
                </a:lnTo>
                <a:lnTo>
                  <a:pt x="0" y="0"/>
                </a:lnTo>
                <a:close/>
              </a:path>
            </a:pathLst>
          </a:custGeom>
          <a:solidFill>
            <a:srgbClr val="7b22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4" name=""/>
          <p:cNvSpPr/>
          <p:nvPr/>
        </p:nvSpPr>
        <p:spPr>
          <a:xfrm>
            <a:off x="2876400" y="4466880"/>
            <a:ext cx="10800" cy="10800"/>
          </a:xfrm>
          <a:custGeom>
            <a:avLst/>
            <a:gdLst/>
            <a:ahLst/>
            <a:rect l="0" t="0" r="r" b="b"/>
            <a:pathLst>
              <a:path w="30" h="30">
                <a:moveTo>
                  <a:pt x="15" y="0"/>
                </a:moveTo>
                <a:lnTo>
                  <a:pt x="0" y="16"/>
                </a:lnTo>
                <a:lnTo>
                  <a:pt x="0" y="30"/>
                </a:lnTo>
                <a:lnTo>
                  <a:pt x="30" y="0"/>
                </a:lnTo>
                <a:lnTo>
                  <a:pt x="15" y="0"/>
                </a:lnTo>
                <a:close/>
              </a:path>
            </a:pathLst>
          </a:custGeom>
          <a:solidFill>
            <a:srgbClr val="7c22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2876400" y="4466880"/>
            <a:ext cx="15840" cy="16200"/>
          </a:xfrm>
          <a:custGeom>
            <a:avLst/>
            <a:gdLst/>
            <a:ahLst/>
            <a:rect l="0" t="0" r="r" b="b"/>
            <a:pathLst>
              <a:path w="44" h="45">
                <a:moveTo>
                  <a:pt x="29" y="0"/>
                </a:moveTo>
                <a:lnTo>
                  <a:pt x="0" y="29"/>
                </a:lnTo>
                <a:lnTo>
                  <a:pt x="0" y="45"/>
                </a:lnTo>
                <a:lnTo>
                  <a:pt x="44" y="0"/>
                </a:lnTo>
                <a:lnTo>
                  <a:pt x="29" y="0"/>
                </a:lnTo>
                <a:close/>
              </a:path>
            </a:pathLst>
          </a:custGeom>
          <a:solidFill>
            <a:srgbClr val="7c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2876400" y="446688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43" y="0"/>
                </a:moveTo>
                <a:lnTo>
                  <a:pt x="0" y="44"/>
                </a:lnTo>
                <a:lnTo>
                  <a:pt x="0" y="54"/>
                </a:lnTo>
                <a:lnTo>
                  <a:pt x="54" y="0"/>
                </a:lnTo>
                <a:lnTo>
                  <a:pt x="43" y="0"/>
                </a:lnTo>
                <a:close/>
              </a:path>
            </a:pathLst>
          </a:custGeom>
          <a:solidFill>
            <a:srgbClr val="7d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2876400" y="446688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d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287820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7e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288324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3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3" y="0"/>
                </a:lnTo>
                <a:close/>
              </a:path>
            </a:pathLst>
          </a:custGeom>
          <a:solidFill>
            <a:srgbClr val="7e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288864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289368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289908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3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3" y="0"/>
                </a:lnTo>
                <a:close/>
              </a:path>
            </a:pathLst>
          </a:custGeom>
          <a:solidFill>
            <a:srgbClr val="80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290412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6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0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290952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2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2" y="0"/>
                </a:lnTo>
                <a:close/>
              </a:path>
            </a:pathLst>
          </a:custGeom>
          <a:solidFill>
            <a:srgbClr val="81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291456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1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291960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2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292500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3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293004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6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3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293544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3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3" y="0"/>
                </a:lnTo>
                <a:close/>
              </a:path>
            </a:pathLst>
          </a:custGeom>
          <a:solidFill>
            <a:srgbClr val="84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294048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4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294588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5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295092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6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5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295632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3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3" y="0"/>
                </a:lnTo>
                <a:close/>
              </a:path>
            </a:pathLst>
          </a:custGeom>
          <a:solidFill>
            <a:srgbClr val="86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296136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6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296676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7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297180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7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7" name=""/>
          <p:cNvSpPr/>
          <p:nvPr/>
        </p:nvSpPr>
        <p:spPr>
          <a:xfrm>
            <a:off x="297720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82a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298224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3" y="0"/>
                </a:moveTo>
                <a:lnTo>
                  <a:pt x="0" y="54"/>
                </a:lnTo>
                <a:lnTo>
                  <a:pt x="15" y="54"/>
                </a:lnTo>
                <a:lnTo>
                  <a:pt x="68" y="0"/>
                </a:lnTo>
                <a:lnTo>
                  <a:pt x="53" y="0"/>
                </a:lnTo>
                <a:close/>
              </a:path>
            </a:pathLst>
          </a:custGeom>
          <a:solidFill>
            <a:srgbClr val="892a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298764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3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3" y="0"/>
                </a:lnTo>
                <a:close/>
              </a:path>
            </a:pathLst>
          </a:custGeom>
          <a:solidFill>
            <a:srgbClr val="892a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299268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299772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6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300312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3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3" y="0"/>
                </a:lnTo>
                <a:close/>
              </a:path>
            </a:pathLst>
          </a:custGeom>
          <a:solidFill>
            <a:srgbClr val="8b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300816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b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4" name=""/>
          <p:cNvSpPr/>
          <p:nvPr/>
        </p:nvSpPr>
        <p:spPr>
          <a:xfrm>
            <a:off x="301356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c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5" name=""/>
          <p:cNvSpPr/>
          <p:nvPr/>
        </p:nvSpPr>
        <p:spPr>
          <a:xfrm>
            <a:off x="301860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c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302400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d2d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302904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3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3" y="0"/>
                </a:lnTo>
                <a:close/>
              </a:path>
            </a:pathLst>
          </a:custGeom>
          <a:solidFill>
            <a:srgbClr val="8e2d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8" name=""/>
          <p:cNvSpPr/>
          <p:nvPr/>
        </p:nvSpPr>
        <p:spPr>
          <a:xfrm>
            <a:off x="303444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2d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303948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f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304488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f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304992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6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90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305532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3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3" y="0"/>
                </a:lnTo>
                <a:close/>
              </a:path>
            </a:pathLst>
          </a:custGeom>
          <a:solidFill>
            <a:srgbClr val="90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3" name=""/>
          <p:cNvSpPr/>
          <p:nvPr/>
        </p:nvSpPr>
        <p:spPr>
          <a:xfrm>
            <a:off x="306036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1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306576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3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3" y="0"/>
                </a:lnTo>
                <a:close/>
              </a:path>
            </a:pathLst>
          </a:custGeom>
          <a:solidFill>
            <a:srgbClr val="91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307080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6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230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307620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2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2" y="0"/>
                </a:lnTo>
                <a:close/>
              </a:path>
            </a:pathLst>
          </a:custGeom>
          <a:solidFill>
            <a:srgbClr val="9330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308124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330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8" name=""/>
          <p:cNvSpPr/>
          <p:nvPr/>
        </p:nvSpPr>
        <p:spPr>
          <a:xfrm>
            <a:off x="308628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94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309168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4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309672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6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95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310212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3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3" y="0"/>
                </a:lnTo>
                <a:close/>
              </a:path>
            </a:pathLst>
          </a:custGeom>
          <a:solidFill>
            <a:srgbClr val="95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310716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96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3" name=""/>
          <p:cNvSpPr/>
          <p:nvPr/>
        </p:nvSpPr>
        <p:spPr>
          <a:xfrm>
            <a:off x="311256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6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311760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97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312300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8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6" name=""/>
          <p:cNvSpPr/>
          <p:nvPr/>
        </p:nvSpPr>
        <p:spPr>
          <a:xfrm>
            <a:off x="312804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3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3" y="0"/>
                </a:lnTo>
                <a:close/>
              </a:path>
            </a:pathLst>
          </a:custGeom>
          <a:solidFill>
            <a:srgbClr val="98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7" name=""/>
          <p:cNvSpPr/>
          <p:nvPr/>
        </p:nvSpPr>
        <p:spPr>
          <a:xfrm>
            <a:off x="313344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9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8" name=""/>
          <p:cNvSpPr/>
          <p:nvPr/>
        </p:nvSpPr>
        <p:spPr>
          <a:xfrm>
            <a:off x="313848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99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9" name=""/>
          <p:cNvSpPr/>
          <p:nvPr/>
        </p:nvSpPr>
        <p:spPr>
          <a:xfrm>
            <a:off x="314388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a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0" name=""/>
          <p:cNvSpPr/>
          <p:nvPr/>
        </p:nvSpPr>
        <p:spPr>
          <a:xfrm>
            <a:off x="3148920" y="4466880"/>
            <a:ext cx="29880" cy="19440"/>
          </a:xfrm>
          <a:custGeom>
            <a:avLst/>
            <a:gdLst/>
            <a:ahLst/>
            <a:rect l="0" t="0" r="r" b="b"/>
            <a:pathLst>
              <a:path w="83" h="54">
                <a:moveTo>
                  <a:pt x="54" y="0"/>
                </a:moveTo>
                <a:lnTo>
                  <a:pt x="0" y="54"/>
                </a:lnTo>
                <a:lnTo>
                  <a:pt x="29" y="54"/>
                </a:lnTo>
                <a:lnTo>
                  <a:pt x="83" y="0"/>
                </a:lnTo>
                <a:lnTo>
                  <a:pt x="54" y="0"/>
                </a:lnTo>
                <a:close/>
              </a:path>
            </a:pathLst>
          </a:custGeom>
          <a:solidFill>
            <a:srgbClr val="9a35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1" name=""/>
          <p:cNvSpPr/>
          <p:nvPr/>
        </p:nvSpPr>
        <p:spPr>
          <a:xfrm>
            <a:off x="31593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9a35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31618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99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3" name=""/>
          <p:cNvSpPr/>
          <p:nvPr/>
        </p:nvSpPr>
        <p:spPr>
          <a:xfrm>
            <a:off x="316440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3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3" y="0"/>
                </a:lnTo>
                <a:close/>
              </a:path>
            </a:pathLst>
          </a:custGeom>
          <a:solidFill>
            <a:srgbClr val="98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4" name=""/>
          <p:cNvSpPr/>
          <p:nvPr/>
        </p:nvSpPr>
        <p:spPr>
          <a:xfrm>
            <a:off x="31672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97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5" name=""/>
          <p:cNvSpPr/>
          <p:nvPr/>
        </p:nvSpPr>
        <p:spPr>
          <a:xfrm>
            <a:off x="31698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96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6" name=""/>
          <p:cNvSpPr/>
          <p:nvPr/>
        </p:nvSpPr>
        <p:spPr>
          <a:xfrm>
            <a:off x="31723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96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7" name=""/>
          <p:cNvSpPr/>
          <p:nvPr/>
        </p:nvSpPr>
        <p:spPr>
          <a:xfrm>
            <a:off x="317484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95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8" name=""/>
          <p:cNvSpPr/>
          <p:nvPr/>
        </p:nvSpPr>
        <p:spPr>
          <a:xfrm>
            <a:off x="31777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94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9" name=""/>
          <p:cNvSpPr/>
          <p:nvPr/>
        </p:nvSpPr>
        <p:spPr>
          <a:xfrm>
            <a:off x="31802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93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0" name=""/>
          <p:cNvSpPr/>
          <p:nvPr/>
        </p:nvSpPr>
        <p:spPr>
          <a:xfrm>
            <a:off x="31827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92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1" name=""/>
          <p:cNvSpPr/>
          <p:nvPr/>
        </p:nvSpPr>
        <p:spPr>
          <a:xfrm>
            <a:off x="318528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9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92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2" name=""/>
          <p:cNvSpPr/>
          <p:nvPr/>
        </p:nvSpPr>
        <p:spPr>
          <a:xfrm>
            <a:off x="31881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913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3" name=""/>
          <p:cNvSpPr/>
          <p:nvPr/>
        </p:nvSpPr>
        <p:spPr>
          <a:xfrm>
            <a:off x="31906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90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4" name=""/>
          <p:cNvSpPr/>
          <p:nvPr/>
        </p:nvSpPr>
        <p:spPr>
          <a:xfrm>
            <a:off x="31932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f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5" name=""/>
          <p:cNvSpPr/>
          <p:nvPr/>
        </p:nvSpPr>
        <p:spPr>
          <a:xfrm>
            <a:off x="31957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6" name=""/>
          <p:cNvSpPr/>
          <p:nvPr/>
        </p:nvSpPr>
        <p:spPr>
          <a:xfrm>
            <a:off x="31986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8e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7" name=""/>
          <p:cNvSpPr/>
          <p:nvPr/>
        </p:nvSpPr>
        <p:spPr>
          <a:xfrm>
            <a:off x="32011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d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8" name=""/>
          <p:cNvSpPr/>
          <p:nvPr/>
        </p:nvSpPr>
        <p:spPr>
          <a:xfrm>
            <a:off x="32036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c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9" name=""/>
          <p:cNvSpPr/>
          <p:nvPr/>
        </p:nvSpPr>
        <p:spPr>
          <a:xfrm>
            <a:off x="32061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b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0" name=""/>
          <p:cNvSpPr/>
          <p:nvPr/>
        </p:nvSpPr>
        <p:spPr>
          <a:xfrm>
            <a:off x="320868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3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3" y="0"/>
                </a:lnTo>
                <a:close/>
              </a:path>
            </a:pathLst>
          </a:custGeom>
          <a:solidFill>
            <a:srgbClr val="8a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1" name=""/>
          <p:cNvSpPr/>
          <p:nvPr/>
        </p:nvSpPr>
        <p:spPr>
          <a:xfrm>
            <a:off x="32115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2" name=""/>
          <p:cNvSpPr/>
          <p:nvPr/>
        </p:nvSpPr>
        <p:spPr>
          <a:xfrm>
            <a:off x="32140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9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3" name=""/>
          <p:cNvSpPr/>
          <p:nvPr/>
        </p:nvSpPr>
        <p:spPr>
          <a:xfrm>
            <a:off x="32166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8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321912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87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5" name=""/>
          <p:cNvSpPr/>
          <p:nvPr/>
        </p:nvSpPr>
        <p:spPr>
          <a:xfrm>
            <a:off x="32220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6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6" name=""/>
          <p:cNvSpPr/>
          <p:nvPr/>
        </p:nvSpPr>
        <p:spPr>
          <a:xfrm>
            <a:off x="32245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6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7" name=""/>
          <p:cNvSpPr/>
          <p:nvPr/>
        </p:nvSpPr>
        <p:spPr>
          <a:xfrm>
            <a:off x="32270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5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8" name=""/>
          <p:cNvSpPr/>
          <p:nvPr/>
        </p:nvSpPr>
        <p:spPr>
          <a:xfrm>
            <a:off x="32295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84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9" name=""/>
          <p:cNvSpPr/>
          <p:nvPr/>
        </p:nvSpPr>
        <p:spPr>
          <a:xfrm>
            <a:off x="32324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83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0" name=""/>
          <p:cNvSpPr/>
          <p:nvPr/>
        </p:nvSpPr>
        <p:spPr>
          <a:xfrm>
            <a:off x="32349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2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1" name=""/>
          <p:cNvSpPr/>
          <p:nvPr/>
        </p:nvSpPr>
        <p:spPr>
          <a:xfrm>
            <a:off x="32374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2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2" name=""/>
          <p:cNvSpPr/>
          <p:nvPr/>
        </p:nvSpPr>
        <p:spPr>
          <a:xfrm>
            <a:off x="32400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1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3" name=""/>
          <p:cNvSpPr/>
          <p:nvPr/>
        </p:nvSpPr>
        <p:spPr>
          <a:xfrm>
            <a:off x="32428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80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4" name=""/>
          <p:cNvSpPr/>
          <p:nvPr/>
        </p:nvSpPr>
        <p:spPr>
          <a:xfrm>
            <a:off x="32454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5" name=""/>
          <p:cNvSpPr/>
          <p:nvPr/>
        </p:nvSpPr>
        <p:spPr>
          <a:xfrm>
            <a:off x="32479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6" name=""/>
          <p:cNvSpPr/>
          <p:nvPr/>
        </p:nvSpPr>
        <p:spPr>
          <a:xfrm>
            <a:off x="32504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e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7" name=""/>
          <p:cNvSpPr/>
          <p:nvPr/>
        </p:nvSpPr>
        <p:spPr>
          <a:xfrm>
            <a:off x="325296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3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3" y="0"/>
                </a:lnTo>
                <a:close/>
              </a:path>
            </a:pathLst>
          </a:custGeom>
          <a:solidFill>
            <a:srgbClr val="7d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8" name=""/>
          <p:cNvSpPr/>
          <p:nvPr/>
        </p:nvSpPr>
        <p:spPr>
          <a:xfrm>
            <a:off x="32558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c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9" name=""/>
          <p:cNvSpPr/>
          <p:nvPr/>
        </p:nvSpPr>
        <p:spPr>
          <a:xfrm>
            <a:off x="32583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b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0" name=""/>
          <p:cNvSpPr/>
          <p:nvPr/>
        </p:nvSpPr>
        <p:spPr>
          <a:xfrm>
            <a:off x="32608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b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326340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7a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2" name=""/>
          <p:cNvSpPr/>
          <p:nvPr/>
        </p:nvSpPr>
        <p:spPr>
          <a:xfrm>
            <a:off x="32662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9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32688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8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4" name=""/>
          <p:cNvSpPr/>
          <p:nvPr/>
        </p:nvSpPr>
        <p:spPr>
          <a:xfrm>
            <a:off x="32713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7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5" name=""/>
          <p:cNvSpPr/>
          <p:nvPr/>
        </p:nvSpPr>
        <p:spPr>
          <a:xfrm>
            <a:off x="32738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77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6" name=""/>
          <p:cNvSpPr/>
          <p:nvPr/>
        </p:nvSpPr>
        <p:spPr>
          <a:xfrm>
            <a:off x="32767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76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32792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5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8" name=""/>
          <p:cNvSpPr/>
          <p:nvPr/>
        </p:nvSpPr>
        <p:spPr>
          <a:xfrm>
            <a:off x="32817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4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32842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3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0" name=""/>
          <p:cNvSpPr/>
          <p:nvPr/>
        </p:nvSpPr>
        <p:spPr>
          <a:xfrm>
            <a:off x="32871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73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1" name=""/>
          <p:cNvSpPr/>
          <p:nvPr/>
        </p:nvSpPr>
        <p:spPr>
          <a:xfrm>
            <a:off x="32896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2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2" name=""/>
          <p:cNvSpPr/>
          <p:nvPr/>
        </p:nvSpPr>
        <p:spPr>
          <a:xfrm>
            <a:off x="32922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1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3" name=""/>
          <p:cNvSpPr/>
          <p:nvPr/>
        </p:nvSpPr>
        <p:spPr>
          <a:xfrm>
            <a:off x="32947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70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4" name=""/>
          <p:cNvSpPr/>
          <p:nvPr/>
        </p:nvSpPr>
        <p:spPr>
          <a:xfrm>
            <a:off x="329724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6f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5" name=""/>
          <p:cNvSpPr/>
          <p:nvPr/>
        </p:nvSpPr>
        <p:spPr>
          <a:xfrm>
            <a:off x="33001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f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6" name=""/>
          <p:cNvSpPr/>
          <p:nvPr/>
        </p:nvSpPr>
        <p:spPr>
          <a:xfrm>
            <a:off x="33026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e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>
            <a:off x="33051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d37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330768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6c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33105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b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0" name=""/>
          <p:cNvSpPr/>
          <p:nvPr/>
        </p:nvSpPr>
        <p:spPr>
          <a:xfrm>
            <a:off x="33130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b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33156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6a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>
            <a:off x="33181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9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33210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68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33235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7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33260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7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6" name=""/>
          <p:cNvSpPr/>
          <p:nvPr/>
        </p:nvSpPr>
        <p:spPr>
          <a:xfrm>
            <a:off x="33285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6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333108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65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33339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4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33364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3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0" name=""/>
          <p:cNvSpPr/>
          <p:nvPr/>
        </p:nvSpPr>
        <p:spPr>
          <a:xfrm>
            <a:off x="33390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63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1" name=""/>
          <p:cNvSpPr/>
          <p:nvPr/>
        </p:nvSpPr>
        <p:spPr>
          <a:xfrm>
            <a:off x="334152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62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2" name=""/>
          <p:cNvSpPr/>
          <p:nvPr/>
        </p:nvSpPr>
        <p:spPr>
          <a:xfrm>
            <a:off x="33444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1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3" name=""/>
          <p:cNvSpPr/>
          <p:nvPr/>
        </p:nvSpPr>
        <p:spPr>
          <a:xfrm>
            <a:off x="33469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0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4" name=""/>
          <p:cNvSpPr/>
          <p:nvPr/>
        </p:nvSpPr>
        <p:spPr>
          <a:xfrm>
            <a:off x="33494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f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335196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5f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33548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e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33573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d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33598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5c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9" name=""/>
          <p:cNvSpPr/>
          <p:nvPr/>
        </p:nvSpPr>
        <p:spPr>
          <a:xfrm>
            <a:off x="33624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c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0" name=""/>
          <p:cNvSpPr/>
          <p:nvPr/>
        </p:nvSpPr>
        <p:spPr>
          <a:xfrm>
            <a:off x="33652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5b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1" name=""/>
          <p:cNvSpPr/>
          <p:nvPr/>
        </p:nvSpPr>
        <p:spPr>
          <a:xfrm>
            <a:off x="33678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a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2" name=""/>
          <p:cNvSpPr/>
          <p:nvPr/>
        </p:nvSpPr>
        <p:spPr>
          <a:xfrm>
            <a:off x="33703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939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3" name=""/>
          <p:cNvSpPr/>
          <p:nvPr/>
        </p:nvSpPr>
        <p:spPr>
          <a:xfrm>
            <a:off x="33728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8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4" name=""/>
          <p:cNvSpPr/>
          <p:nvPr/>
        </p:nvSpPr>
        <p:spPr>
          <a:xfrm>
            <a:off x="337536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58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5" name=""/>
          <p:cNvSpPr/>
          <p:nvPr/>
        </p:nvSpPr>
        <p:spPr>
          <a:xfrm>
            <a:off x="33782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7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6" name=""/>
          <p:cNvSpPr/>
          <p:nvPr/>
        </p:nvSpPr>
        <p:spPr>
          <a:xfrm>
            <a:off x="33807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56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7" name=""/>
          <p:cNvSpPr/>
          <p:nvPr/>
        </p:nvSpPr>
        <p:spPr>
          <a:xfrm>
            <a:off x="33832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5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8" name=""/>
          <p:cNvSpPr/>
          <p:nvPr/>
        </p:nvSpPr>
        <p:spPr>
          <a:xfrm>
            <a:off x="338580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54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33886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4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0" name=""/>
          <p:cNvSpPr/>
          <p:nvPr/>
        </p:nvSpPr>
        <p:spPr>
          <a:xfrm>
            <a:off x="33912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3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1" name=""/>
          <p:cNvSpPr/>
          <p:nvPr/>
        </p:nvSpPr>
        <p:spPr>
          <a:xfrm>
            <a:off x="33937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2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2" name=""/>
          <p:cNvSpPr/>
          <p:nvPr/>
        </p:nvSpPr>
        <p:spPr>
          <a:xfrm>
            <a:off x="339624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51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3" name=""/>
          <p:cNvSpPr/>
          <p:nvPr/>
        </p:nvSpPr>
        <p:spPr>
          <a:xfrm>
            <a:off x="33991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0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4" name=""/>
          <p:cNvSpPr/>
          <p:nvPr/>
        </p:nvSpPr>
        <p:spPr>
          <a:xfrm>
            <a:off x="34016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0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5" name=""/>
          <p:cNvSpPr/>
          <p:nvPr/>
        </p:nvSpPr>
        <p:spPr>
          <a:xfrm>
            <a:off x="34041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4f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6" name=""/>
          <p:cNvSpPr/>
          <p:nvPr/>
        </p:nvSpPr>
        <p:spPr>
          <a:xfrm>
            <a:off x="34066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4e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7" name=""/>
          <p:cNvSpPr/>
          <p:nvPr/>
        </p:nvSpPr>
        <p:spPr>
          <a:xfrm>
            <a:off x="34095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4d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8" name=""/>
          <p:cNvSpPr/>
          <p:nvPr/>
        </p:nvSpPr>
        <p:spPr>
          <a:xfrm>
            <a:off x="34120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4c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9" name=""/>
          <p:cNvSpPr/>
          <p:nvPr/>
        </p:nvSpPr>
        <p:spPr>
          <a:xfrm>
            <a:off x="34146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4c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0" name=""/>
          <p:cNvSpPr/>
          <p:nvPr/>
        </p:nvSpPr>
        <p:spPr>
          <a:xfrm>
            <a:off x="34171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4b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1" name=""/>
          <p:cNvSpPr/>
          <p:nvPr/>
        </p:nvSpPr>
        <p:spPr>
          <a:xfrm>
            <a:off x="341964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4a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2" name=""/>
          <p:cNvSpPr/>
          <p:nvPr/>
        </p:nvSpPr>
        <p:spPr>
          <a:xfrm>
            <a:off x="34225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49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3" name=""/>
          <p:cNvSpPr/>
          <p:nvPr/>
        </p:nvSpPr>
        <p:spPr>
          <a:xfrm>
            <a:off x="34250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48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4" name=""/>
          <p:cNvSpPr/>
          <p:nvPr/>
        </p:nvSpPr>
        <p:spPr>
          <a:xfrm>
            <a:off x="34275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48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5" name=""/>
          <p:cNvSpPr/>
          <p:nvPr/>
        </p:nvSpPr>
        <p:spPr>
          <a:xfrm>
            <a:off x="343008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47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6" name=""/>
          <p:cNvSpPr/>
          <p:nvPr/>
        </p:nvSpPr>
        <p:spPr>
          <a:xfrm>
            <a:off x="34329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46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7" name=""/>
          <p:cNvSpPr/>
          <p:nvPr/>
        </p:nvSpPr>
        <p:spPr>
          <a:xfrm>
            <a:off x="34354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45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8" name=""/>
          <p:cNvSpPr/>
          <p:nvPr/>
        </p:nvSpPr>
        <p:spPr>
          <a:xfrm>
            <a:off x="34380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44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9" name=""/>
          <p:cNvSpPr/>
          <p:nvPr/>
        </p:nvSpPr>
        <p:spPr>
          <a:xfrm>
            <a:off x="34405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44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0" name=""/>
          <p:cNvSpPr/>
          <p:nvPr/>
        </p:nvSpPr>
        <p:spPr>
          <a:xfrm>
            <a:off x="34434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43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1" name=""/>
          <p:cNvSpPr/>
          <p:nvPr/>
        </p:nvSpPr>
        <p:spPr>
          <a:xfrm>
            <a:off x="34459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42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2" name=""/>
          <p:cNvSpPr/>
          <p:nvPr/>
        </p:nvSpPr>
        <p:spPr>
          <a:xfrm>
            <a:off x="34484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41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3" name=""/>
          <p:cNvSpPr/>
          <p:nvPr/>
        </p:nvSpPr>
        <p:spPr>
          <a:xfrm>
            <a:off x="34509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40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4" name=""/>
          <p:cNvSpPr/>
          <p:nvPr/>
        </p:nvSpPr>
        <p:spPr>
          <a:xfrm>
            <a:off x="34538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40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5" name=""/>
          <p:cNvSpPr/>
          <p:nvPr/>
        </p:nvSpPr>
        <p:spPr>
          <a:xfrm>
            <a:off x="34563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3f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6" name=""/>
          <p:cNvSpPr/>
          <p:nvPr/>
        </p:nvSpPr>
        <p:spPr>
          <a:xfrm>
            <a:off x="34588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3e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7" name=""/>
          <p:cNvSpPr/>
          <p:nvPr/>
        </p:nvSpPr>
        <p:spPr>
          <a:xfrm>
            <a:off x="34614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3d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8" name=""/>
          <p:cNvSpPr/>
          <p:nvPr/>
        </p:nvSpPr>
        <p:spPr>
          <a:xfrm>
            <a:off x="346392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9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3c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9" name=""/>
          <p:cNvSpPr/>
          <p:nvPr/>
        </p:nvSpPr>
        <p:spPr>
          <a:xfrm>
            <a:off x="34668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3c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0" name=""/>
          <p:cNvSpPr/>
          <p:nvPr/>
        </p:nvSpPr>
        <p:spPr>
          <a:xfrm>
            <a:off x="34693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3b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1" name=""/>
          <p:cNvSpPr/>
          <p:nvPr/>
        </p:nvSpPr>
        <p:spPr>
          <a:xfrm>
            <a:off x="34718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3a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2" name=""/>
          <p:cNvSpPr/>
          <p:nvPr/>
        </p:nvSpPr>
        <p:spPr>
          <a:xfrm>
            <a:off x="347436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39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3" name=""/>
          <p:cNvSpPr/>
          <p:nvPr/>
        </p:nvSpPr>
        <p:spPr>
          <a:xfrm>
            <a:off x="34772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39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4" name=""/>
          <p:cNvSpPr/>
          <p:nvPr/>
        </p:nvSpPr>
        <p:spPr>
          <a:xfrm>
            <a:off x="34797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38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5" name=""/>
          <p:cNvSpPr/>
          <p:nvPr/>
        </p:nvSpPr>
        <p:spPr>
          <a:xfrm>
            <a:off x="34822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37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6" name=""/>
          <p:cNvSpPr/>
          <p:nvPr/>
        </p:nvSpPr>
        <p:spPr>
          <a:xfrm>
            <a:off x="34848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36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7" name=""/>
          <p:cNvSpPr/>
          <p:nvPr/>
        </p:nvSpPr>
        <p:spPr>
          <a:xfrm>
            <a:off x="34876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35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8" name=""/>
          <p:cNvSpPr/>
          <p:nvPr/>
        </p:nvSpPr>
        <p:spPr>
          <a:xfrm>
            <a:off x="34902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353a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9" name=""/>
          <p:cNvSpPr/>
          <p:nvPr/>
        </p:nvSpPr>
        <p:spPr>
          <a:xfrm>
            <a:off x="34927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343b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0" name=""/>
          <p:cNvSpPr/>
          <p:nvPr/>
        </p:nvSpPr>
        <p:spPr>
          <a:xfrm>
            <a:off x="34952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333b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1" name=""/>
          <p:cNvSpPr/>
          <p:nvPr/>
        </p:nvSpPr>
        <p:spPr>
          <a:xfrm>
            <a:off x="34981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32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2" name=""/>
          <p:cNvSpPr/>
          <p:nvPr/>
        </p:nvSpPr>
        <p:spPr>
          <a:xfrm>
            <a:off x="35006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31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3" name=""/>
          <p:cNvSpPr/>
          <p:nvPr/>
        </p:nvSpPr>
        <p:spPr>
          <a:xfrm>
            <a:off x="3503160" y="446688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59" y="2"/>
                </a:lnTo>
                <a:lnTo>
                  <a:pt x="54" y="0"/>
                </a:lnTo>
                <a:close/>
              </a:path>
            </a:pathLst>
          </a:custGeom>
          <a:solidFill>
            <a:srgbClr val="31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4" name=""/>
          <p:cNvSpPr/>
          <p:nvPr/>
        </p:nvSpPr>
        <p:spPr>
          <a:xfrm>
            <a:off x="3505680" y="4467600"/>
            <a:ext cx="18720" cy="18720"/>
          </a:xfrm>
          <a:custGeom>
            <a:avLst/>
            <a:gdLst/>
            <a:ahLst/>
            <a:rect l="0" t="0" r="r" b="b"/>
            <a:pathLst>
              <a:path w="52" h="52">
                <a:moveTo>
                  <a:pt x="52" y="0"/>
                </a:moveTo>
                <a:lnTo>
                  <a:pt x="0" y="52"/>
                </a:lnTo>
                <a:lnTo>
                  <a:pt x="7" y="52"/>
                </a:lnTo>
                <a:lnTo>
                  <a:pt x="52" y="8"/>
                </a:lnTo>
                <a:lnTo>
                  <a:pt x="52" y="0"/>
                </a:lnTo>
                <a:close/>
              </a:path>
            </a:pathLst>
          </a:custGeom>
          <a:solidFill>
            <a:srgbClr val="30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5" name=""/>
          <p:cNvSpPr/>
          <p:nvPr/>
        </p:nvSpPr>
        <p:spPr>
          <a:xfrm>
            <a:off x="3508200" y="4470480"/>
            <a:ext cx="16200" cy="15840"/>
          </a:xfrm>
          <a:custGeom>
            <a:avLst/>
            <a:gdLst/>
            <a:ahLst/>
            <a:rect l="0" t="0" r="r" b="b"/>
            <a:pathLst>
              <a:path w="45" h="44">
                <a:moveTo>
                  <a:pt x="45" y="0"/>
                </a:moveTo>
                <a:lnTo>
                  <a:pt x="0" y="44"/>
                </a:lnTo>
                <a:lnTo>
                  <a:pt x="8" y="44"/>
                </a:lnTo>
                <a:lnTo>
                  <a:pt x="45" y="7"/>
                </a:lnTo>
                <a:lnTo>
                  <a:pt x="45" y="0"/>
                </a:lnTo>
                <a:close/>
              </a:path>
            </a:pathLst>
          </a:custGeom>
          <a:solidFill>
            <a:srgbClr val="2f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6" name=""/>
          <p:cNvSpPr/>
          <p:nvPr/>
        </p:nvSpPr>
        <p:spPr>
          <a:xfrm>
            <a:off x="3511080" y="4473000"/>
            <a:ext cx="13320" cy="13320"/>
          </a:xfrm>
          <a:custGeom>
            <a:avLst/>
            <a:gdLst/>
            <a:ahLst/>
            <a:rect l="0" t="0" r="r" b="b"/>
            <a:pathLst>
              <a:path w="37" h="37">
                <a:moveTo>
                  <a:pt x="37" y="0"/>
                </a:moveTo>
                <a:lnTo>
                  <a:pt x="0" y="37"/>
                </a:lnTo>
                <a:lnTo>
                  <a:pt x="7" y="37"/>
                </a:lnTo>
                <a:lnTo>
                  <a:pt x="37" y="7"/>
                </a:lnTo>
                <a:lnTo>
                  <a:pt x="37" y="0"/>
                </a:lnTo>
                <a:close/>
              </a:path>
            </a:pathLst>
          </a:custGeom>
          <a:solidFill>
            <a:srgbClr val="2e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7" name=""/>
          <p:cNvSpPr/>
          <p:nvPr/>
        </p:nvSpPr>
        <p:spPr>
          <a:xfrm>
            <a:off x="3513600" y="4475520"/>
            <a:ext cx="10800" cy="10800"/>
          </a:xfrm>
          <a:custGeom>
            <a:avLst/>
            <a:gdLst/>
            <a:ahLst/>
            <a:rect l="0" t="0" r="r" b="b"/>
            <a:pathLst>
              <a:path w="30" h="30">
                <a:moveTo>
                  <a:pt x="30" y="0"/>
                </a:moveTo>
                <a:lnTo>
                  <a:pt x="0" y="30"/>
                </a:lnTo>
                <a:lnTo>
                  <a:pt x="7" y="30"/>
                </a:lnTo>
                <a:lnTo>
                  <a:pt x="30" y="7"/>
                </a:lnTo>
                <a:lnTo>
                  <a:pt x="30" y="0"/>
                </a:lnTo>
                <a:close/>
              </a:path>
            </a:pathLst>
          </a:custGeom>
          <a:solidFill>
            <a:srgbClr val="2d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8" name=""/>
          <p:cNvSpPr/>
          <p:nvPr/>
        </p:nvSpPr>
        <p:spPr>
          <a:xfrm>
            <a:off x="3516120" y="4478040"/>
            <a:ext cx="8280" cy="8280"/>
          </a:xfrm>
          <a:custGeom>
            <a:avLst/>
            <a:gdLst/>
            <a:ahLst/>
            <a:rect l="0" t="0" r="r" b="b"/>
            <a:pathLst>
              <a:path w="23" h="23">
                <a:moveTo>
                  <a:pt x="23" y="0"/>
                </a:moveTo>
                <a:lnTo>
                  <a:pt x="0" y="23"/>
                </a:lnTo>
                <a:lnTo>
                  <a:pt x="7" y="23"/>
                </a:lnTo>
                <a:lnTo>
                  <a:pt x="23" y="9"/>
                </a:lnTo>
                <a:lnTo>
                  <a:pt x="23" y="0"/>
                </a:lnTo>
                <a:close/>
              </a:path>
            </a:pathLst>
          </a:custGeom>
          <a:solidFill>
            <a:srgbClr val="2d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9" name=""/>
          <p:cNvSpPr/>
          <p:nvPr/>
        </p:nvSpPr>
        <p:spPr>
          <a:xfrm>
            <a:off x="3518640" y="4480920"/>
            <a:ext cx="5760" cy="5400"/>
          </a:xfrm>
          <a:custGeom>
            <a:avLst/>
            <a:gdLst/>
            <a:ahLst/>
            <a:rect l="0" t="0" r="r" b="b"/>
            <a:pathLst>
              <a:path w="16" h="15">
                <a:moveTo>
                  <a:pt x="16" y="0"/>
                </a:moveTo>
                <a:lnTo>
                  <a:pt x="0" y="15"/>
                </a:lnTo>
                <a:lnTo>
                  <a:pt x="9" y="15"/>
                </a:lnTo>
                <a:lnTo>
                  <a:pt x="16" y="8"/>
                </a:lnTo>
                <a:lnTo>
                  <a:pt x="16" y="0"/>
                </a:lnTo>
                <a:close/>
              </a:path>
            </a:pathLst>
          </a:custGeom>
          <a:solidFill>
            <a:srgbClr val="2c3b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0" name=""/>
          <p:cNvSpPr/>
          <p:nvPr/>
        </p:nvSpPr>
        <p:spPr>
          <a:xfrm>
            <a:off x="3521520" y="4483440"/>
            <a:ext cx="2880" cy="2880"/>
          </a:xfrm>
          <a:custGeom>
            <a:avLst/>
            <a:gdLst/>
            <a:ahLst/>
            <a:rect l="0" t="0" r="r" b="b"/>
            <a:pathLst>
              <a:path w="8" h="8">
                <a:moveTo>
                  <a:pt x="8" y="0"/>
                </a:moveTo>
                <a:lnTo>
                  <a:pt x="0" y="8"/>
                </a:lnTo>
                <a:lnTo>
                  <a:pt x="8" y="8"/>
                </a:lnTo>
                <a:lnTo>
                  <a:pt x="8" y="0"/>
                </a:lnTo>
                <a:close/>
              </a:path>
            </a:pathLst>
          </a:custGeom>
          <a:solidFill>
            <a:srgbClr val="2b3b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1" name=""/>
          <p:cNvSpPr txBox="1"/>
          <p:nvPr/>
        </p:nvSpPr>
        <p:spPr>
          <a:xfrm>
            <a:off x="2880000" y="3657240"/>
            <a:ext cx="2100960" cy="574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3400" spc="-1" strike="noStrike">
                <a:solidFill>
                  <a:srgbClr val="6a26d8"/>
                </a:solidFill>
                <a:latin typeface="PlayfairDisplay-Medium"/>
                <a:ea typeface="PlayfairDisplay-Medium"/>
              </a:rPr>
              <a:t>Agreement.</a:t>
            </a:r>
            <a:endParaRPr b="0" lang="en-US" sz="3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2" name=""/>
          <p:cNvSpPr txBox="1"/>
          <p:nvPr/>
        </p:nvSpPr>
        <p:spPr>
          <a:xfrm>
            <a:off x="2880000" y="4776120"/>
            <a:ext cx="30790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6b6878"/>
                </a:solidFill>
                <a:latin typeface="Inter"/>
                <a:ea typeface="Inter"/>
              </a:rPr>
              <a:t>A short, plain-language agreement for the GFXT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3" name=""/>
          <p:cNvSpPr txBox="1"/>
          <p:nvPr/>
        </p:nvSpPr>
        <p:spPr>
          <a:xfrm>
            <a:off x="2880000" y="4995000"/>
            <a:ext cx="340992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6b6878"/>
                </a:solidFill>
                <a:latin typeface="Inter"/>
                <a:ea typeface="Inter"/>
              </a:rPr>
              <a:t>website: what we deliver, what it costs, and who owns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4" name=""/>
          <p:cNvSpPr txBox="1"/>
          <p:nvPr/>
        </p:nvSpPr>
        <p:spPr>
          <a:xfrm>
            <a:off x="2880000" y="5214240"/>
            <a:ext cx="357912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6b6878"/>
                </a:solidFill>
                <a:latin typeface="Inter"/>
                <a:ea typeface="Inter"/>
              </a:rPr>
              <a:t>what. It gives both sides a clear record for peace of mind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5" name=""/>
          <p:cNvSpPr/>
          <p:nvPr/>
        </p:nvSpPr>
        <p:spPr>
          <a:xfrm>
            <a:off x="2876400" y="8829360"/>
            <a:ext cx="4038840" cy="9720"/>
          </a:xfrm>
          <a:custGeom>
            <a:avLst/>
            <a:gdLst/>
            <a:ahLst/>
            <a:rect l="0" t="0" r="r" b="b"/>
            <a:pathLst>
              <a:path w="11219" h="27">
                <a:moveTo>
                  <a:pt x="0" y="0"/>
                </a:moveTo>
                <a:lnTo>
                  <a:pt x="11219" y="0"/>
                </a:lnTo>
                <a:lnTo>
                  <a:pt x="1121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6" name=""/>
          <p:cNvSpPr txBox="1"/>
          <p:nvPr/>
        </p:nvSpPr>
        <p:spPr>
          <a:xfrm>
            <a:off x="2880000" y="5433120"/>
            <a:ext cx="13402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6b6878"/>
                </a:solidFill>
                <a:latin typeface="Inter"/>
                <a:ea typeface="Inter"/>
              </a:rPr>
              <a:t>and for tax purposes.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7" name=""/>
          <p:cNvSpPr txBox="1"/>
          <p:nvPr/>
        </p:nvSpPr>
        <p:spPr>
          <a:xfrm>
            <a:off x="2880000" y="9069840"/>
            <a:ext cx="567720" cy="10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80" spc="-1" strike="noStrike">
                <a:solidFill>
                  <a:srgbClr val="6b6878"/>
                </a:solidFill>
                <a:latin typeface="Inter"/>
                <a:ea typeface="Inter"/>
              </a:rPr>
              <a:t>B E T W E E N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8" name=""/>
          <p:cNvSpPr txBox="1"/>
          <p:nvPr/>
        </p:nvSpPr>
        <p:spPr>
          <a:xfrm>
            <a:off x="2880000" y="9208080"/>
            <a:ext cx="96552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50" spc="-1" strike="noStrike">
                <a:solidFill>
                  <a:srgbClr val="0e0e14"/>
                </a:solidFill>
                <a:latin typeface="Inter"/>
                <a:ea typeface="Inter"/>
              </a:rPr>
              <a:t>OBD AI Solutions</a:t>
            </a:r>
            <a:endParaRPr b="0" lang="en-US" sz="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9" name=""/>
          <p:cNvSpPr txBox="1"/>
          <p:nvPr/>
        </p:nvSpPr>
        <p:spPr>
          <a:xfrm>
            <a:off x="5039640" y="9069840"/>
            <a:ext cx="236880" cy="10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80" spc="-1" strike="noStrike">
                <a:solidFill>
                  <a:srgbClr val="6b6878"/>
                </a:solidFill>
                <a:latin typeface="Inter"/>
                <a:ea typeface="Inter"/>
              </a:rPr>
              <a:t>A N D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0" name=""/>
          <p:cNvSpPr txBox="1"/>
          <p:nvPr/>
        </p:nvSpPr>
        <p:spPr>
          <a:xfrm>
            <a:off x="5039640" y="9208080"/>
            <a:ext cx="83880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50" spc="-1" strike="noStrike">
                <a:solidFill>
                  <a:srgbClr val="0e0e14"/>
                </a:solidFill>
                <a:latin typeface="Inter"/>
                <a:ea typeface="Inter"/>
              </a:rPr>
              <a:t>GFXT, Lahore</a:t>
            </a:r>
            <a:endParaRPr b="0" lang="en-US" sz="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1" name=""/>
          <p:cNvSpPr txBox="1"/>
          <p:nvPr/>
        </p:nvSpPr>
        <p:spPr>
          <a:xfrm>
            <a:off x="2880000" y="9583920"/>
            <a:ext cx="695520" cy="10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80" spc="-1" strike="noStrike">
                <a:solidFill>
                  <a:srgbClr val="6b6878"/>
                </a:solidFill>
                <a:latin typeface="Inter"/>
                <a:ea typeface="Inter"/>
              </a:rPr>
              <a:t>R E F E R E N C E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2" name=""/>
          <p:cNvSpPr txBox="1"/>
          <p:nvPr/>
        </p:nvSpPr>
        <p:spPr>
          <a:xfrm>
            <a:off x="2880000" y="9722160"/>
            <a:ext cx="98676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50" spc="-1" strike="noStrike">
                <a:solidFill>
                  <a:srgbClr val="0e0e14"/>
                </a:solidFill>
                <a:latin typeface="Inter"/>
                <a:ea typeface="Inter"/>
              </a:rPr>
              <a:t>OBDGFXT2026</a:t>
            </a:r>
            <a:endParaRPr b="0" lang="en-US" sz="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3" name=""/>
          <p:cNvSpPr txBox="1"/>
          <p:nvPr/>
        </p:nvSpPr>
        <p:spPr>
          <a:xfrm>
            <a:off x="5039640" y="9583920"/>
            <a:ext cx="279720" cy="10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80" spc="-1" strike="noStrike">
                <a:solidFill>
                  <a:srgbClr val="6b6878"/>
                </a:solidFill>
                <a:latin typeface="Inter"/>
                <a:ea typeface="Inter"/>
              </a:rPr>
              <a:t>D AT E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4" name=""/>
          <p:cNvSpPr txBox="1"/>
          <p:nvPr/>
        </p:nvSpPr>
        <p:spPr>
          <a:xfrm>
            <a:off x="5039640" y="9722160"/>
            <a:ext cx="113616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50" spc="-1" strike="noStrike">
                <a:solidFill>
                  <a:srgbClr val="0e0e14"/>
                </a:solidFill>
                <a:latin typeface="Inter"/>
                <a:ea typeface="Inter"/>
              </a:rPr>
              <a:t>25 September 2026</a:t>
            </a:r>
            <a:endParaRPr b="0" lang="en-US" sz="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5" name=""/>
          <p:cNvSpPr txBox="1"/>
          <p:nvPr/>
        </p:nvSpPr>
        <p:spPr>
          <a:xfrm rot="16200000">
            <a:off x="393840" y="9646200"/>
            <a:ext cx="38160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50" spc="-1" strike="noStrike">
                <a:solidFill>
                  <a:srgbClr val="ffffff"/>
                </a:solidFill>
                <a:latin typeface="Inter"/>
                <a:ea typeface="Inter"/>
              </a:rPr>
              <a:t>S E R V I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6" name=""/>
          <p:cNvSpPr txBox="1"/>
          <p:nvPr/>
        </p:nvSpPr>
        <p:spPr>
          <a:xfrm rot="16200000">
            <a:off x="479880" y="9272520"/>
            <a:ext cx="20952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50" spc="-1" strike="noStrike">
                <a:solidFill>
                  <a:srgbClr val="ffffff"/>
                </a:solidFill>
                <a:latin typeface="Inter"/>
                <a:ea typeface="Inter"/>
              </a:rPr>
              <a:t>C E  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47" name="" descr=""/>
          <p:cNvPicPr/>
          <p:nvPr/>
        </p:nvPicPr>
        <p:blipFill>
          <a:blip r:embed="rId3"/>
          <a:stretch/>
        </p:blipFill>
        <p:spPr>
          <a:xfrm>
            <a:off x="504720" y="866880"/>
            <a:ext cx="514080" cy="504360"/>
          </a:xfrm>
          <a:prstGeom prst="rect">
            <a:avLst/>
          </a:prstGeom>
          <a:ln w="0">
            <a:noFill/>
          </a:ln>
        </p:spPr>
      </p:pic>
      <p:sp>
        <p:nvSpPr>
          <p:cNvPr id="748" name=""/>
          <p:cNvSpPr txBox="1"/>
          <p:nvPr/>
        </p:nvSpPr>
        <p:spPr>
          <a:xfrm rot="16200000">
            <a:off x="179640" y="8704440"/>
            <a:ext cx="81000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50" spc="-1" strike="noStrike">
                <a:solidFill>
                  <a:srgbClr val="ffffff"/>
                </a:solidFill>
                <a:latin typeface="Inter"/>
                <a:ea typeface="Inter"/>
              </a:rPr>
              <a:t>A G R E E M E N T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"/>
          <p:cNvSpPr/>
          <p:nvPr/>
        </p:nvSpPr>
        <p:spPr>
          <a:xfrm>
            <a:off x="647640" y="866520"/>
            <a:ext cx="6267600" cy="9106200"/>
          </a:xfrm>
          <a:custGeom>
            <a:avLst/>
            <a:gdLst/>
            <a:ahLst/>
            <a:rect l="0" t="0" r="r" b="b"/>
            <a:pathLst>
              <a:path w="17410" h="25295">
                <a:moveTo>
                  <a:pt x="0" y="0"/>
                </a:moveTo>
                <a:lnTo>
                  <a:pt x="17410" y="0"/>
                </a:lnTo>
                <a:lnTo>
                  <a:pt x="17410" y="25295"/>
                </a:lnTo>
                <a:lnTo>
                  <a:pt x="0" y="252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0" name=""/>
          <p:cNvSpPr txBox="1"/>
          <p:nvPr/>
        </p:nvSpPr>
        <p:spPr>
          <a:xfrm>
            <a:off x="647640" y="647280"/>
            <a:ext cx="129168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6a26d8"/>
                </a:solidFill>
                <a:latin typeface="Inter"/>
                <a:ea typeface="Inter"/>
              </a:rPr>
              <a:t>SERVICE AGREEMENT · GFX-T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1" name=""/>
          <p:cNvSpPr txBox="1"/>
          <p:nvPr/>
        </p:nvSpPr>
        <p:spPr>
          <a:xfrm>
            <a:off x="6038280" y="647280"/>
            <a:ext cx="94860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9a9496"/>
                </a:solidFill>
                <a:latin typeface="Inter"/>
                <a:ea typeface="Inter"/>
              </a:rPr>
              <a:t>O B D - G F XT-2 0 2 6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2" name=""/>
          <p:cNvSpPr txBox="1"/>
          <p:nvPr/>
        </p:nvSpPr>
        <p:spPr>
          <a:xfrm>
            <a:off x="6351120" y="10286640"/>
            <a:ext cx="4838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9a9496"/>
                </a:solidFill>
                <a:latin typeface="Inter"/>
                <a:ea typeface="Inter"/>
              </a:rPr>
              <a:t>Page 2 of 4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3" name=""/>
          <p:cNvSpPr/>
          <p:nvPr/>
        </p:nvSpPr>
        <p:spPr>
          <a:xfrm>
            <a:off x="647640" y="1114200"/>
            <a:ext cx="4320" cy="4320"/>
          </a:xfrm>
          <a:custGeom>
            <a:avLst/>
            <a:gdLst/>
            <a:ahLst/>
            <a:rect l="0" t="0" r="r" b="b"/>
            <a:pathLst>
              <a:path w="12" h="12">
                <a:moveTo>
                  <a:pt x="0" y="0"/>
                </a:moveTo>
                <a:lnTo>
                  <a:pt x="0" y="12"/>
                </a:lnTo>
                <a:lnTo>
                  <a:pt x="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b22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4" name=""/>
          <p:cNvSpPr/>
          <p:nvPr/>
        </p:nvSpPr>
        <p:spPr>
          <a:xfrm>
            <a:off x="647640" y="1114200"/>
            <a:ext cx="8280" cy="8640"/>
          </a:xfrm>
          <a:custGeom>
            <a:avLst/>
            <a:gdLst/>
            <a:ahLst/>
            <a:rect l="0" t="0" r="r" b="b"/>
            <a:pathLst>
              <a:path w="23" h="24">
                <a:moveTo>
                  <a:pt x="11" y="0"/>
                </a:moveTo>
                <a:lnTo>
                  <a:pt x="0" y="11"/>
                </a:lnTo>
                <a:lnTo>
                  <a:pt x="0" y="24"/>
                </a:lnTo>
                <a:lnTo>
                  <a:pt x="23" y="0"/>
                </a:lnTo>
                <a:lnTo>
                  <a:pt x="11" y="0"/>
                </a:lnTo>
                <a:close/>
              </a:path>
            </a:pathLst>
          </a:custGeom>
          <a:solidFill>
            <a:srgbClr val="7c22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5" name=""/>
          <p:cNvSpPr/>
          <p:nvPr/>
        </p:nvSpPr>
        <p:spPr>
          <a:xfrm>
            <a:off x="647640" y="1114200"/>
            <a:ext cx="12600" cy="12600"/>
          </a:xfrm>
          <a:custGeom>
            <a:avLst/>
            <a:gdLst/>
            <a:ahLst/>
            <a:rect l="0" t="0" r="r" b="b"/>
            <a:pathLst>
              <a:path w="35" h="35">
                <a:moveTo>
                  <a:pt x="23" y="0"/>
                </a:moveTo>
                <a:lnTo>
                  <a:pt x="0" y="24"/>
                </a:lnTo>
                <a:lnTo>
                  <a:pt x="0" y="35"/>
                </a:lnTo>
                <a:lnTo>
                  <a:pt x="35" y="0"/>
                </a:lnTo>
                <a:lnTo>
                  <a:pt x="23" y="0"/>
                </a:lnTo>
                <a:close/>
              </a:path>
            </a:pathLst>
          </a:custGeom>
          <a:solidFill>
            <a:srgbClr val="7c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6" name=""/>
          <p:cNvSpPr/>
          <p:nvPr/>
        </p:nvSpPr>
        <p:spPr>
          <a:xfrm>
            <a:off x="647640" y="1114200"/>
            <a:ext cx="16560" cy="16920"/>
          </a:xfrm>
          <a:custGeom>
            <a:avLst/>
            <a:gdLst/>
            <a:ahLst/>
            <a:rect l="0" t="0" r="r" b="b"/>
            <a:pathLst>
              <a:path w="46" h="47">
                <a:moveTo>
                  <a:pt x="35" y="0"/>
                </a:moveTo>
                <a:lnTo>
                  <a:pt x="0" y="35"/>
                </a:lnTo>
                <a:lnTo>
                  <a:pt x="0" y="47"/>
                </a:lnTo>
                <a:lnTo>
                  <a:pt x="46" y="0"/>
                </a:lnTo>
                <a:lnTo>
                  <a:pt x="35" y="0"/>
                </a:lnTo>
                <a:close/>
              </a:path>
            </a:pathLst>
          </a:custGeom>
          <a:solidFill>
            <a:srgbClr val="7d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7" name=""/>
          <p:cNvSpPr/>
          <p:nvPr/>
        </p:nvSpPr>
        <p:spPr>
          <a:xfrm>
            <a:off x="647640" y="111420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45" y="0"/>
                </a:moveTo>
                <a:lnTo>
                  <a:pt x="0" y="46"/>
                </a:lnTo>
                <a:lnTo>
                  <a:pt x="0" y="54"/>
                </a:lnTo>
                <a:lnTo>
                  <a:pt x="54" y="0"/>
                </a:lnTo>
                <a:lnTo>
                  <a:pt x="45" y="0"/>
                </a:lnTo>
                <a:close/>
              </a:path>
            </a:pathLst>
          </a:custGeom>
          <a:solidFill>
            <a:srgbClr val="7e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8" name=""/>
          <p:cNvSpPr/>
          <p:nvPr/>
        </p:nvSpPr>
        <p:spPr>
          <a:xfrm>
            <a:off x="647640" y="1114200"/>
            <a:ext cx="20880" cy="19440"/>
          </a:xfrm>
          <a:custGeom>
            <a:avLst/>
            <a:gdLst/>
            <a:ahLst/>
            <a:rect l="0" t="0" r="r" b="b"/>
            <a:pathLst>
              <a:path w="58" h="54">
                <a:moveTo>
                  <a:pt x="54" y="0"/>
                </a:moveTo>
                <a:lnTo>
                  <a:pt x="0" y="54"/>
                </a:lnTo>
                <a:lnTo>
                  <a:pt x="4" y="54"/>
                </a:lnTo>
                <a:lnTo>
                  <a:pt x="58" y="0"/>
                </a:lnTo>
                <a:lnTo>
                  <a:pt x="54" y="0"/>
                </a:lnTo>
                <a:close/>
              </a:path>
            </a:pathLst>
          </a:custGeom>
          <a:solidFill>
            <a:srgbClr val="7e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9" name=""/>
          <p:cNvSpPr/>
          <p:nvPr/>
        </p:nvSpPr>
        <p:spPr>
          <a:xfrm>
            <a:off x="64908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7e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0" name=""/>
          <p:cNvSpPr/>
          <p:nvPr/>
        </p:nvSpPr>
        <p:spPr>
          <a:xfrm>
            <a:off x="65304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1" name=""/>
          <p:cNvSpPr/>
          <p:nvPr/>
        </p:nvSpPr>
        <p:spPr>
          <a:xfrm>
            <a:off x="65700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7f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2" name=""/>
          <p:cNvSpPr/>
          <p:nvPr/>
        </p:nvSpPr>
        <p:spPr>
          <a:xfrm>
            <a:off x="66132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0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3" name=""/>
          <p:cNvSpPr/>
          <p:nvPr/>
        </p:nvSpPr>
        <p:spPr>
          <a:xfrm>
            <a:off x="66528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0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4" name=""/>
          <p:cNvSpPr/>
          <p:nvPr/>
        </p:nvSpPr>
        <p:spPr>
          <a:xfrm>
            <a:off x="66924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1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5" name=""/>
          <p:cNvSpPr/>
          <p:nvPr/>
        </p:nvSpPr>
        <p:spPr>
          <a:xfrm>
            <a:off x="67356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1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6" name=""/>
          <p:cNvSpPr/>
          <p:nvPr/>
        </p:nvSpPr>
        <p:spPr>
          <a:xfrm>
            <a:off x="67752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2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7" name=""/>
          <p:cNvSpPr/>
          <p:nvPr/>
        </p:nvSpPr>
        <p:spPr>
          <a:xfrm>
            <a:off x="68184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2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2" y="0"/>
                </a:lnTo>
                <a:close/>
              </a:path>
            </a:pathLst>
          </a:custGeom>
          <a:solidFill>
            <a:srgbClr val="83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8" name=""/>
          <p:cNvSpPr/>
          <p:nvPr/>
        </p:nvSpPr>
        <p:spPr>
          <a:xfrm>
            <a:off x="68580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3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9" name=""/>
          <p:cNvSpPr/>
          <p:nvPr/>
        </p:nvSpPr>
        <p:spPr>
          <a:xfrm>
            <a:off x="68976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4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0" name=""/>
          <p:cNvSpPr/>
          <p:nvPr/>
        </p:nvSpPr>
        <p:spPr>
          <a:xfrm>
            <a:off x="69408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4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1" name=""/>
          <p:cNvSpPr/>
          <p:nvPr/>
        </p:nvSpPr>
        <p:spPr>
          <a:xfrm>
            <a:off x="69804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5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2" name=""/>
          <p:cNvSpPr/>
          <p:nvPr/>
        </p:nvSpPr>
        <p:spPr>
          <a:xfrm>
            <a:off x="70200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5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3" name=""/>
          <p:cNvSpPr/>
          <p:nvPr/>
        </p:nvSpPr>
        <p:spPr>
          <a:xfrm>
            <a:off x="70632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6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4" name=""/>
          <p:cNvSpPr/>
          <p:nvPr/>
        </p:nvSpPr>
        <p:spPr>
          <a:xfrm>
            <a:off x="71028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6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5" name=""/>
          <p:cNvSpPr/>
          <p:nvPr/>
        </p:nvSpPr>
        <p:spPr>
          <a:xfrm>
            <a:off x="71424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7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6" name=""/>
          <p:cNvSpPr/>
          <p:nvPr/>
        </p:nvSpPr>
        <p:spPr>
          <a:xfrm>
            <a:off x="71856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7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7" name=""/>
          <p:cNvSpPr/>
          <p:nvPr/>
        </p:nvSpPr>
        <p:spPr>
          <a:xfrm>
            <a:off x="72252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82a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8" name=""/>
          <p:cNvSpPr/>
          <p:nvPr/>
        </p:nvSpPr>
        <p:spPr>
          <a:xfrm>
            <a:off x="72684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92a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9" name=""/>
          <p:cNvSpPr/>
          <p:nvPr/>
        </p:nvSpPr>
        <p:spPr>
          <a:xfrm>
            <a:off x="73080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92a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0" name=""/>
          <p:cNvSpPr/>
          <p:nvPr/>
        </p:nvSpPr>
        <p:spPr>
          <a:xfrm>
            <a:off x="73476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1" name=""/>
          <p:cNvSpPr/>
          <p:nvPr/>
        </p:nvSpPr>
        <p:spPr>
          <a:xfrm>
            <a:off x="73908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2" name=""/>
          <p:cNvSpPr/>
          <p:nvPr/>
        </p:nvSpPr>
        <p:spPr>
          <a:xfrm>
            <a:off x="74304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b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3" name=""/>
          <p:cNvSpPr/>
          <p:nvPr/>
        </p:nvSpPr>
        <p:spPr>
          <a:xfrm>
            <a:off x="74700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b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4" name=""/>
          <p:cNvSpPr/>
          <p:nvPr/>
        </p:nvSpPr>
        <p:spPr>
          <a:xfrm>
            <a:off x="75132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c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5" name=""/>
          <p:cNvSpPr/>
          <p:nvPr/>
        </p:nvSpPr>
        <p:spPr>
          <a:xfrm>
            <a:off x="75528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c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6" name=""/>
          <p:cNvSpPr/>
          <p:nvPr/>
        </p:nvSpPr>
        <p:spPr>
          <a:xfrm>
            <a:off x="75960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d2d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7" name=""/>
          <p:cNvSpPr/>
          <p:nvPr/>
        </p:nvSpPr>
        <p:spPr>
          <a:xfrm>
            <a:off x="76356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2d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8" name=""/>
          <p:cNvSpPr/>
          <p:nvPr/>
        </p:nvSpPr>
        <p:spPr>
          <a:xfrm>
            <a:off x="76752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2d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9" name=""/>
          <p:cNvSpPr/>
          <p:nvPr/>
        </p:nvSpPr>
        <p:spPr>
          <a:xfrm>
            <a:off x="77184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f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0" name=""/>
          <p:cNvSpPr/>
          <p:nvPr/>
        </p:nvSpPr>
        <p:spPr>
          <a:xfrm>
            <a:off x="77580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f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1" name=""/>
          <p:cNvSpPr/>
          <p:nvPr/>
        </p:nvSpPr>
        <p:spPr>
          <a:xfrm>
            <a:off x="77976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0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2" name=""/>
          <p:cNvSpPr/>
          <p:nvPr/>
        </p:nvSpPr>
        <p:spPr>
          <a:xfrm>
            <a:off x="78408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0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3" name=""/>
          <p:cNvSpPr/>
          <p:nvPr/>
        </p:nvSpPr>
        <p:spPr>
          <a:xfrm>
            <a:off x="78804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1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4" name=""/>
          <p:cNvSpPr/>
          <p:nvPr/>
        </p:nvSpPr>
        <p:spPr>
          <a:xfrm>
            <a:off x="79200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1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5" name=""/>
          <p:cNvSpPr/>
          <p:nvPr/>
        </p:nvSpPr>
        <p:spPr>
          <a:xfrm>
            <a:off x="79632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230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6" name=""/>
          <p:cNvSpPr/>
          <p:nvPr/>
        </p:nvSpPr>
        <p:spPr>
          <a:xfrm>
            <a:off x="80028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330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7" name=""/>
          <p:cNvSpPr/>
          <p:nvPr/>
        </p:nvSpPr>
        <p:spPr>
          <a:xfrm>
            <a:off x="80460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330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8" name=""/>
          <p:cNvSpPr/>
          <p:nvPr/>
        </p:nvSpPr>
        <p:spPr>
          <a:xfrm>
            <a:off x="80856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4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9" name=""/>
          <p:cNvSpPr/>
          <p:nvPr/>
        </p:nvSpPr>
        <p:spPr>
          <a:xfrm>
            <a:off x="81252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4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0" name=""/>
          <p:cNvSpPr/>
          <p:nvPr/>
        </p:nvSpPr>
        <p:spPr>
          <a:xfrm>
            <a:off x="81684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5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1" name=""/>
          <p:cNvSpPr/>
          <p:nvPr/>
        </p:nvSpPr>
        <p:spPr>
          <a:xfrm>
            <a:off x="82080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5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82476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6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3" name=""/>
          <p:cNvSpPr/>
          <p:nvPr/>
        </p:nvSpPr>
        <p:spPr>
          <a:xfrm>
            <a:off x="82908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6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4" name=""/>
          <p:cNvSpPr/>
          <p:nvPr/>
        </p:nvSpPr>
        <p:spPr>
          <a:xfrm>
            <a:off x="83304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7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5" name=""/>
          <p:cNvSpPr/>
          <p:nvPr/>
        </p:nvSpPr>
        <p:spPr>
          <a:xfrm>
            <a:off x="83736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8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6" name=""/>
          <p:cNvSpPr/>
          <p:nvPr/>
        </p:nvSpPr>
        <p:spPr>
          <a:xfrm>
            <a:off x="84132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8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7" name=""/>
          <p:cNvSpPr/>
          <p:nvPr/>
        </p:nvSpPr>
        <p:spPr>
          <a:xfrm>
            <a:off x="84528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9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8" name=""/>
          <p:cNvSpPr/>
          <p:nvPr/>
        </p:nvSpPr>
        <p:spPr>
          <a:xfrm>
            <a:off x="84960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9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9" name=""/>
          <p:cNvSpPr/>
          <p:nvPr/>
        </p:nvSpPr>
        <p:spPr>
          <a:xfrm>
            <a:off x="85356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a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0" name=""/>
          <p:cNvSpPr/>
          <p:nvPr/>
        </p:nvSpPr>
        <p:spPr>
          <a:xfrm>
            <a:off x="857520" y="111420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3" y="0"/>
                </a:moveTo>
                <a:lnTo>
                  <a:pt x="0" y="54"/>
                </a:lnTo>
                <a:lnTo>
                  <a:pt x="23" y="54"/>
                </a:lnTo>
                <a:lnTo>
                  <a:pt x="77" y="0"/>
                </a:lnTo>
                <a:lnTo>
                  <a:pt x="53" y="0"/>
                </a:lnTo>
                <a:close/>
              </a:path>
            </a:pathLst>
          </a:custGeom>
          <a:solidFill>
            <a:srgbClr val="9a35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1" name=""/>
          <p:cNvSpPr/>
          <p:nvPr/>
        </p:nvSpPr>
        <p:spPr>
          <a:xfrm>
            <a:off x="8658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a35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2" name=""/>
          <p:cNvSpPr/>
          <p:nvPr/>
        </p:nvSpPr>
        <p:spPr>
          <a:xfrm>
            <a:off x="86796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99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3" name=""/>
          <p:cNvSpPr/>
          <p:nvPr/>
        </p:nvSpPr>
        <p:spPr>
          <a:xfrm>
            <a:off x="8697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8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4" name=""/>
          <p:cNvSpPr/>
          <p:nvPr/>
        </p:nvSpPr>
        <p:spPr>
          <a:xfrm>
            <a:off x="8719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7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5" name=""/>
          <p:cNvSpPr/>
          <p:nvPr/>
        </p:nvSpPr>
        <p:spPr>
          <a:xfrm>
            <a:off x="87408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96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6" name=""/>
          <p:cNvSpPr/>
          <p:nvPr/>
        </p:nvSpPr>
        <p:spPr>
          <a:xfrm>
            <a:off x="87624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96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7" name=""/>
          <p:cNvSpPr/>
          <p:nvPr/>
        </p:nvSpPr>
        <p:spPr>
          <a:xfrm>
            <a:off x="8780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5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8" name=""/>
          <p:cNvSpPr/>
          <p:nvPr/>
        </p:nvSpPr>
        <p:spPr>
          <a:xfrm>
            <a:off x="8802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4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9" name=""/>
          <p:cNvSpPr/>
          <p:nvPr/>
        </p:nvSpPr>
        <p:spPr>
          <a:xfrm>
            <a:off x="88236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93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0" name=""/>
          <p:cNvSpPr/>
          <p:nvPr/>
        </p:nvSpPr>
        <p:spPr>
          <a:xfrm>
            <a:off x="8841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2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1" name=""/>
          <p:cNvSpPr/>
          <p:nvPr/>
        </p:nvSpPr>
        <p:spPr>
          <a:xfrm>
            <a:off x="8863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2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2" name=""/>
          <p:cNvSpPr/>
          <p:nvPr/>
        </p:nvSpPr>
        <p:spPr>
          <a:xfrm>
            <a:off x="88848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913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3" name=""/>
          <p:cNvSpPr/>
          <p:nvPr/>
        </p:nvSpPr>
        <p:spPr>
          <a:xfrm>
            <a:off x="8902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0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4" name=""/>
          <p:cNvSpPr/>
          <p:nvPr/>
        </p:nvSpPr>
        <p:spPr>
          <a:xfrm>
            <a:off x="8924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f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5" name=""/>
          <p:cNvSpPr/>
          <p:nvPr/>
        </p:nvSpPr>
        <p:spPr>
          <a:xfrm>
            <a:off x="89460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6" name=""/>
          <p:cNvSpPr/>
          <p:nvPr/>
        </p:nvSpPr>
        <p:spPr>
          <a:xfrm>
            <a:off x="8964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7" name=""/>
          <p:cNvSpPr/>
          <p:nvPr/>
        </p:nvSpPr>
        <p:spPr>
          <a:xfrm>
            <a:off x="8985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d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8" name=""/>
          <p:cNvSpPr/>
          <p:nvPr/>
        </p:nvSpPr>
        <p:spPr>
          <a:xfrm>
            <a:off x="90072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c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9" name=""/>
          <p:cNvSpPr/>
          <p:nvPr/>
        </p:nvSpPr>
        <p:spPr>
          <a:xfrm>
            <a:off x="9025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b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0" name=""/>
          <p:cNvSpPr/>
          <p:nvPr/>
        </p:nvSpPr>
        <p:spPr>
          <a:xfrm>
            <a:off x="9046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1" name=""/>
          <p:cNvSpPr/>
          <p:nvPr/>
        </p:nvSpPr>
        <p:spPr>
          <a:xfrm>
            <a:off x="90684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2" name=""/>
          <p:cNvSpPr/>
          <p:nvPr/>
        </p:nvSpPr>
        <p:spPr>
          <a:xfrm>
            <a:off x="9086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89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3" name=""/>
          <p:cNvSpPr/>
          <p:nvPr/>
        </p:nvSpPr>
        <p:spPr>
          <a:xfrm>
            <a:off x="9108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8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4" name=""/>
          <p:cNvSpPr/>
          <p:nvPr/>
        </p:nvSpPr>
        <p:spPr>
          <a:xfrm>
            <a:off x="91296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7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5" name=""/>
          <p:cNvSpPr/>
          <p:nvPr/>
        </p:nvSpPr>
        <p:spPr>
          <a:xfrm>
            <a:off x="91512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86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6" name=""/>
          <p:cNvSpPr/>
          <p:nvPr/>
        </p:nvSpPr>
        <p:spPr>
          <a:xfrm>
            <a:off x="9169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6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7" name=""/>
          <p:cNvSpPr/>
          <p:nvPr/>
        </p:nvSpPr>
        <p:spPr>
          <a:xfrm>
            <a:off x="9190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5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8" name=""/>
          <p:cNvSpPr/>
          <p:nvPr/>
        </p:nvSpPr>
        <p:spPr>
          <a:xfrm>
            <a:off x="92124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4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9" name=""/>
          <p:cNvSpPr/>
          <p:nvPr/>
        </p:nvSpPr>
        <p:spPr>
          <a:xfrm>
            <a:off x="9230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3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0" name=""/>
          <p:cNvSpPr/>
          <p:nvPr/>
        </p:nvSpPr>
        <p:spPr>
          <a:xfrm>
            <a:off x="9252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2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1" name=""/>
          <p:cNvSpPr/>
          <p:nvPr/>
        </p:nvSpPr>
        <p:spPr>
          <a:xfrm>
            <a:off x="92736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2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2" name=""/>
          <p:cNvSpPr/>
          <p:nvPr/>
        </p:nvSpPr>
        <p:spPr>
          <a:xfrm>
            <a:off x="9291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81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3" name=""/>
          <p:cNvSpPr/>
          <p:nvPr/>
        </p:nvSpPr>
        <p:spPr>
          <a:xfrm>
            <a:off x="9313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0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4" name=""/>
          <p:cNvSpPr/>
          <p:nvPr/>
        </p:nvSpPr>
        <p:spPr>
          <a:xfrm>
            <a:off x="93348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5" name=""/>
          <p:cNvSpPr/>
          <p:nvPr/>
        </p:nvSpPr>
        <p:spPr>
          <a:xfrm>
            <a:off x="9352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6" name=""/>
          <p:cNvSpPr/>
          <p:nvPr/>
        </p:nvSpPr>
        <p:spPr>
          <a:xfrm>
            <a:off x="9374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e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7" name=""/>
          <p:cNvSpPr/>
          <p:nvPr/>
        </p:nvSpPr>
        <p:spPr>
          <a:xfrm>
            <a:off x="93960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d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8" name=""/>
          <p:cNvSpPr/>
          <p:nvPr/>
        </p:nvSpPr>
        <p:spPr>
          <a:xfrm>
            <a:off x="9414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c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9" name=""/>
          <p:cNvSpPr/>
          <p:nvPr/>
        </p:nvSpPr>
        <p:spPr>
          <a:xfrm>
            <a:off x="9435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b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0" name=""/>
          <p:cNvSpPr/>
          <p:nvPr/>
        </p:nvSpPr>
        <p:spPr>
          <a:xfrm>
            <a:off x="94572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b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1" name=""/>
          <p:cNvSpPr/>
          <p:nvPr/>
        </p:nvSpPr>
        <p:spPr>
          <a:xfrm>
            <a:off x="9475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a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2" name=""/>
          <p:cNvSpPr/>
          <p:nvPr/>
        </p:nvSpPr>
        <p:spPr>
          <a:xfrm>
            <a:off x="949680" y="111420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9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3" name=""/>
          <p:cNvSpPr/>
          <p:nvPr/>
        </p:nvSpPr>
        <p:spPr>
          <a:xfrm>
            <a:off x="95184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8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4" name=""/>
          <p:cNvSpPr/>
          <p:nvPr/>
        </p:nvSpPr>
        <p:spPr>
          <a:xfrm>
            <a:off x="95400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77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5" name=""/>
          <p:cNvSpPr/>
          <p:nvPr/>
        </p:nvSpPr>
        <p:spPr>
          <a:xfrm>
            <a:off x="9558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7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6" name=""/>
          <p:cNvSpPr/>
          <p:nvPr/>
        </p:nvSpPr>
        <p:spPr>
          <a:xfrm>
            <a:off x="9579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6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7" name=""/>
          <p:cNvSpPr/>
          <p:nvPr/>
        </p:nvSpPr>
        <p:spPr>
          <a:xfrm>
            <a:off x="96012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5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8" name=""/>
          <p:cNvSpPr/>
          <p:nvPr/>
        </p:nvSpPr>
        <p:spPr>
          <a:xfrm>
            <a:off x="9619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4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9" name=""/>
          <p:cNvSpPr/>
          <p:nvPr/>
        </p:nvSpPr>
        <p:spPr>
          <a:xfrm>
            <a:off x="9640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3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0" name=""/>
          <p:cNvSpPr/>
          <p:nvPr/>
        </p:nvSpPr>
        <p:spPr>
          <a:xfrm>
            <a:off x="96624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3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1" name=""/>
          <p:cNvSpPr/>
          <p:nvPr/>
        </p:nvSpPr>
        <p:spPr>
          <a:xfrm>
            <a:off x="9680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2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2" name=""/>
          <p:cNvSpPr/>
          <p:nvPr/>
        </p:nvSpPr>
        <p:spPr>
          <a:xfrm>
            <a:off x="9702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1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3" name=""/>
          <p:cNvSpPr/>
          <p:nvPr/>
        </p:nvSpPr>
        <p:spPr>
          <a:xfrm>
            <a:off x="97236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70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4" name=""/>
          <p:cNvSpPr/>
          <p:nvPr/>
        </p:nvSpPr>
        <p:spPr>
          <a:xfrm>
            <a:off x="9741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f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5" name=""/>
          <p:cNvSpPr/>
          <p:nvPr/>
        </p:nvSpPr>
        <p:spPr>
          <a:xfrm>
            <a:off x="9763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f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6" name=""/>
          <p:cNvSpPr/>
          <p:nvPr/>
        </p:nvSpPr>
        <p:spPr>
          <a:xfrm>
            <a:off x="97848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e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7" name=""/>
          <p:cNvSpPr/>
          <p:nvPr/>
        </p:nvSpPr>
        <p:spPr>
          <a:xfrm>
            <a:off x="9802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d37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8" name=""/>
          <p:cNvSpPr/>
          <p:nvPr/>
        </p:nvSpPr>
        <p:spPr>
          <a:xfrm>
            <a:off x="9824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c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9" name=""/>
          <p:cNvSpPr/>
          <p:nvPr/>
        </p:nvSpPr>
        <p:spPr>
          <a:xfrm>
            <a:off x="98460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b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0" name=""/>
          <p:cNvSpPr/>
          <p:nvPr/>
        </p:nvSpPr>
        <p:spPr>
          <a:xfrm>
            <a:off x="9864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b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1" name=""/>
          <p:cNvSpPr/>
          <p:nvPr/>
        </p:nvSpPr>
        <p:spPr>
          <a:xfrm>
            <a:off x="9885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a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2" name=""/>
          <p:cNvSpPr/>
          <p:nvPr/>
        </p:nvSpPr>
        <p:spPr>
          <a:xfrm>
            <a:off x="99072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9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3" name=""/>
          <p:cNvSpPr/>
          <p:nvPr/>
        </p:nvSpPr>
        <p:spPr>
          <a:xfrm>
            <a:off x="99288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2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2" y="0"/>
                </a:lnTo>
                <a:close/>
              </a:path>
            </a:pathLst>
          </a:custGeom>
          <a:solidFill>
            <a:srgbClr val="68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4" name=""/>
          <p:cNvSpPr/>
          <p:nvPr/>
        </p:nvSpPr>
        <p:spPr>
          <a:xfrm>
            <a:off x="9946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7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5" name=""/>
          <p:cNvSpPr/>
          <p:nvPr/>
        </p:nvSpPr>
        <p:spPr>
          <a:xfrm>
            <a:off x="9968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7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6" name=""/>
          <p:cNvSpPr/>
          <p:nvPr/>
        </p:nvSpPr>
        <p:spPr>
          <a:xfrm>
            <a:off x="99900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6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7" name=""/>
          <p:cNvSpPr/>
          <p:nvPr/>
        </p:nvSpPr>
        <p:spPr>
          <a:xfrm>
            <a:off x="10008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5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8" name=""/>
          <p:cNvSpPr/>
          <p:nvPr/>
        </p:nvSpPr>
        <p:spPr>
          <a:xfrm>
            <a:off x="10029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4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9" name=""/>
          <p:cNvSpPr/>
          <p:nvPr/>
        </p:nvSpPr>
        <p:spPr>
          <a:xfrm>
            <a:off x="100512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3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0" name=""/>
          <p:cNvSpPr/>
          <p:nvPr/>
        </p:nvSpPr>
        <p:spPr>
          <a:xfrm>
            <a:off x="10069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3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1" name=""/>
          <p:cNvSpPr/>
          <p:nvPr/>
        </p:nvSpPr>
        <p:spPr>
          <a:xfrm>
            <a:off x="10090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2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2" name=""/>
          <p:cNvSpPr/>
          <p:nvPr/>
        </p:nvSpPr>
        <p:spPr>
          <a:xfrm>
            <a:off x="101124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1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3" name=""/>
          <p:cNvSpPr/>
          <p:nvPr/>
        </p:nvSpPr>
        <p:spPr>
          <a:xfrm>
            <a:off x="10130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60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4" name=""/>
          <p:cNvSpPr/>
          <p:nvPr/>
        </p:nvSpPr>
        <p:spPr>
          <a:xfrm>
            <a:off x="10152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f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5" name=""/>
          <p:cNvSpPr/>
          <p:nvPr/>
        </p:nvSpPr>
        <p:spPr>
          <a:xfrm>
            <a:off x="101736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f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6" name=""/>
          <p:cNvSpPr/>
          <p:nvPr/>
        </p:nvSpPr>
        <p:spPr>
          <a:xfrm>
            <a:off x="10191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e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7" name=""/>
          <p:cNvSpPr/>
          <p:nvPr/>
        </p:nvSpPr>
        <p:spPr>
          <a:xfrm>
            <a:off x="10213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d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8" name=""/>
          <p:cNvSpPr/>
          <p:nvPr/>
        </p:nvSpPr>
        <p:spPr>
          <a:xfrm>
            <a:off x="102348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c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9" name=""/>
          <p:cNvSpPr/>
          <p:nvPr/>
        </p:nvSpPr>
        <p:spPr>
          <a:xfrm>
            <a:off x="102564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5c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0" name=""/>
          <p:cNvSpPr/>
          <p:nvPr/>
        </p:nvSpPr>
        <p:spPr>
          <a:xfrm>
            <a:off x="10274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b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1" name=""/>
          <p:cNvSpPr/>
          <p:nvPr/>
        </p:nvSpPr>
        <p:spPr>
          <a:xfrm>
            <a:off x="102960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a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2" name=""/>
          <p:cNvSpPr/>
          <p:nvPr/>
        </p:nvSpPr>
        <p:spPr>
          <a:xfrm>
            <a:off x="103176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5939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3" name=""/>
          <p:cNvSpPr/>
          <p:nvPr/>
        </p:nvSpPr>
        <p:spPr>
          <a:xfrm>
            <a:off x="10335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58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4" name=""/>
          <p:cNvSpPr/>
          <p:nvPr/>
        </p:nvSpPr>
        <p:spPr>
          <a:xfrm>
            <a:off x="10357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8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5" name=""/>
          <p:cNvSpPr/>
          <p:nvPr/>
        </p:nvSpPr>
        <p:spPr>
          <a:xfrm>
            <a:off x="103788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7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6" name=""/>
          <p:cNvSpPr/>
          <p:nvPr/>
        </p:nvSpPr>
        <p:spPr>
          <a:xfrm>
            <a:off x="10396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6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7" name=""/>
          <p:cNvSpPr/>
          <p:nvPr/>
        </p:nvSpPr>
        <p:spPr>
          <a:xfrm>
            <a:off x="10418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5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8" name=""/>
          <p:cNvSpPr/>
          <p:nvPr/>
        </p:nvSpPr>
        <p:spPr>
          <a:xfrm>
            <a:off x="104400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4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9" name=""/>
          <p:cNvSpPr/>
          <p:nvPr/>
        </p:nvSpPr>
        <p:spPr>
          <a:xfrm>
            <a:off x="10458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4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0" name=""/>
          <p:cNvSpPr/>
          <p:nvPr/>
        </p:nvSpPr>
        <p:spPr>
          <a:xfrm>
            <a:off x="10479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3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1" name=""/>
          <p:cNvSpPr/>
          <p:nvPr/>
        </p:nvSpPr>
        <p:spPr>
          <a:xfrm>
            <a:off x="105012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2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2" name=""/>
          <p:cNvSpPr/>
          <p:nvPr/>
        </p:nvSpPr>
        <p:spPr>
          <a:xfrm>
            <a:off x="10519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1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3" name=""/>
          <p:cNvSpPr/>
          <p:nvPr/>
        </p:nvSpPr>
        <p:spPr>
          <a:xfrm>
            <a:off x="10540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0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4" name=""/>
          <p:cNvSpPr/>
          <p:nvPr/>
        </p:nvSpPr>
        <p:spPr>
          <a:xfrm>
            <a:off x="105624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50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5" name=""/>
          <p:cNvSpPr/>
          <p:nvPr/>
        </p:nvSpPr>
        <p:spPr>
          <a:xfrm>
            <a:off x="10580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f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6" name=""/>
          <p:cNvSpPr/>
          <p:nvPr/>
        </p:nvSpPr>
        <p:spPr>
          <a:xfrm>
            <a:off x="10602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e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7" name=""/>
          <p:cNvSpPr/>
          <p:nvPr/>
        </p:nvSpPr>
        <p:spPr>
          <a:xfrm>
            <a:off x="106236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4d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8" name=""/>
          <p:cNvSpPr/>
          <p:nvPr/>
        </p:nvSpPr>
        <p:spPr>
          <a:xfrm>
            <a:off x="106452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4c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9" name=""/>
          <p:cNvSpPr/>
          <p:nvPr/>
        </p:nvSpPr>
        <p:spPr>
          <a:xfrm>
            <a:off x="10663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c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0" name=""/>
          <p:cNvSpPr/>
          <p:nvPr/>
        </p:nvSpPr>
        <p:spPr>
          <a:xfrm>
            <a:off x="106848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4b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1" name=""/>
          <p:cNvSpPr/>
          <p:nvPr/>
        </p:nvSpPr>
        <p:spPr>
          <a:xfrm>
            <a:off x="107064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4a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2" name=""/>
          <p:cNvSpPr/>
          <p:nvPr/>
        </p:nvSpPr>
        <p:spPr>
          <a:xfrm>
            <a:off x="10724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9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3" name=""/>
          <p:cNvSpPr/>
          <p:nvPr/>
        </p:nvSpPr>
        <p:spPr>
          <a:xfrm>
            <a:off x="10746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8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4" name=""/>
          <p:cNvSpPr/>
          <p:nvPr/>
        </p:nvSpPr>
        <p:spPr>
          <a:xfrm>
            <a:off x="107676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48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5" name=""/>
          <p:cNvSpPr/>
          <p:nvPr/>
        </p:nvSpPr>
        <p:spPr>
          <a:xfrm>
            <a:off x="10785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7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6" name=""/>
          <p:cNvSpPr/>
          <p:nvPr/>
        </p:nvSpPr>
        <p:spPr>
          <a:xfrm>
            <a:off x="10807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6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7" name=""/>
          <p:cNvSpPr/>
          <p:nvPr/>
        </p:nvSpPr>
        <p:spPr>
          <a:xfrm>
            <a:off x="108288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45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8" name=""/>
          <p:cNvSpPr/>
          <p:nvPr/>
        </p:nvSpPr>
        <p:spPr>
          <a:xfrm>
            <a:off x="10846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4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9" name=""/>
          <p:cNvSpPr/>
          <p:nvPr/>
        </p:nvSpPr>
        <p:spPr>
          <a:xfrm>
            <a:off x="10868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4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0" name=""/>
          <p:cNvSpPr/>
          <p:nvPr/>
        </p:nvSpPr>
        <p:spPr>
          <a:xfrm>
            <a:off x="108900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43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1" name=""/>
          <p:cNvSpPr/>
          <p:nvPr/>
        </p:nvSpPr>
        <p:spPr>
          <a:xfrm>
            <a:off x="10908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2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2" name=""/>
          <p:cNvSpPr/>
          <p:nvPr/>
        </p:nvSpPr>
        <p:spPr>
          <a:xfrm>
            <a:off x="10929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1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3" name=""/>
          <p:cNvSpPr/>
          <p:nvPr/>
        </p:nvSpPr>
        <p:spPr>
          <a:xfrm>
            <a:off x="109512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40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4" name=""/>
          <p:cNvSpPr/>
          <p:nvPr/>
        </p:nvSpPr>
        <p:spPr>
          <a:xfrm>
            <a:off x="10969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40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5" name=""/>
          <p:cNvSpPr/>
          <p:nvPr/>
        </p:nvSpPr>
        <p:spPr>
          <a:xfrm>
            <a:off x="10990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f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6" name=""/>
          <p:cNvSpPr/>
          <p:nvPr/>
        </p:nvSpPr>
        <p:spPr>
          <a:xfrm>
            <a:off x="110124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3e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7" name=""/>
          <p:cNvSpPr/>
          <p:nvPr/>
        </p:nvSpPr>
        <p:spPr>
          <a:xfrm>
            <a:off x="110340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3d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8" name=""/>
          <p:cNvSpPr/>
          <p:nvPr/>
        </p:nvSpPr>
        <p:spPr>
          <a:xfrm>
            <a:off x="11052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c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9" name=""/>
          <p:cNvSpPr/>
          <p:nvPr/>
        </p:nvSpPr>
        <p:spPr>
          <a:xfrm>
            <a:off x="110736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3c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0" name=""/>
          <p:cNvSpPr/>
          <p:nvPr/>
        </p:nvSpPr>
        <p:spPr>
          <a:xfrm>
            <a:off x="110952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3b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1" name=""/>
          <p:cNvSpPr/>
          <p:nvPr/>
        </p:nvSpPr>
        <p:spPr>
          <a:xfrm>
            <a:off x="11113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a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2" name=""/>
          <p:cNvSpPr/>
          <p:nvPr/>
        </p:nvSpPr>
        <p:spPr>
          <a:xfrm>
            <a:off x="11134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9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3" name=""/>
          <p:cNvSpPr/>
          <p:nvPr/>
        </p:nvSpPr>
        <p:spPr>
          <a:xfrm>
            <a:off x="111564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39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4" name=""/>
          <p:cNvSpPr/>
          <p:nvPr/>
        </p:nvSpPr>
        <p:spPr>
          <a:xfrm>
            <a:off x="11174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38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5" name=""/>
          <p:cNvSpPr/>
          <p:nvPr/>
        </p:nvSpPr>
        <p:spPr>
          <a:xfrm>
            <a:off x="11196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7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6" name=""/>
          <p:cNvSpPr/>
          <p:nvPr/>
        </p:nvSpPr>
        <p:spPr>
          <a:xfrm>
            <a:off x="112176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36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7" name=""/>
          <p:cNvSpPr/>
          <p:nvPr/>
        </p:nvSpPr>
        <p:spPr>
          <a:xfrm>
            <a:off x="11235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5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8" name=""/>
          <p:cNvSpPr/>
          <p:nvPr/>
        </p:nvSpPr>
        <p:spPr>
          <a:xfrm>
            <a:off x="11257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53a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9" name=""/>
          <p:cNvSpPr/>
          <p:nvPr/>
        </p:nvSpPr>
        <p:spPr>
          <a:xfrm>
            <a:off x="112788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343b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0" name=""/>
          <p:cNvSpPr/>
          <p:nvPr/>
        </p:nvSpPr>
        <p:spPr>
          <a:xfrm>
            <a:off x="11296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33b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1" name=""/>
          <p:cNvSpPr/>
          <p:nvPr/>
        </p:nvSpPr>
        <p:spPr>
          <a:xfrm>
            <a:off x="1131840" y="1114200"/>
            <a:ext cx="20880" cy="19440"/>
          </a:xfrm>
          <a:custGeom>
            <a:avLst/>
            <a:gdLst/>
            <a:ahLst/>
            <a:rect l="0" t="0" r="r" b="b"/>
            <a:pathLst>
              <a:path w="58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8" y="2"/>
                </a:lnTo>
                <a:lnTo>
                  <a:pt x="54" y="0"/>
                </a:lnTo>
                <a:close/>
              </a:path>
            </a:pathLst>
          </a:custGeom>
          <a:solidFill>
            <a:srgbClr val="32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2" name=""/>
          <p:cNvSpPr/>
          <p:nvPr/>
        </p:nvSpPr>
        <p:spPr>
          <a:xfrm>
            <a:off x="1134000" y="1114920"/>
            <a:ext cx="18720" cy="18720"/>
          </a:xfrm>
          <a:custGeom>
            <a:avLst/>
            <a:gdLst/>
            <a:ahLst/>
            <a:rect l="0" t="0" r="r" b="b"/>
            <a:pathLst>
              <a:path w="52" h="52">
                <a:moveTo>
                  <a:pt x="52" y="0"/>
                </a:moveTo>
                <a:lnTo>
                  <a:pt x="0" y="52"/>
                </a:lnTo>
                <a:lnTo>
                  <a:pt x="5" y="52"/>
                </a:lnTo>
                <a:lnTo>
                  <a:pt x="52" y="6"/>
                </a:lnTo>
                <a:lnTo>
                  <a:pt x="52" y="0"/>
                </a:lnTo>
                <a:close/>
              </a:path>
            </a:pathLst>
          </a:custGeom>
          <a:solidFill>
            <a:srgbClr val="31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3" name=""/>
          <p:cNvSpPr/>
          <p:nvPr/>
        </p:nvSpPr>
        <p:spPr>
          <a:xfrm>
            <a:off x="1135800" y="1117080"/>
            <a:ext cx="16920" cy="16560"/>
          </a:xfrm>
          <a:custGeom>
            <a:avLst/>
            <a:gdLst/>
            <a:ahLst/>
            <a:rect l="0" t="0" r="r" b="b"/>
            <a:pathLst>
              <a:path w="47" h="46">
                <a:moveTo>
                  <a:pt x="47" y="0"/>
                </a:moveTo>
                <a:lnTo>
                  <a:pt x="0" y="46"/>
                </a:lnTo>
                <a:lnTo>
                  <a:pt x="6" y="46"/>
                </a:lnTo>
                <a:lnTo>
                  <a:pt x="47" y="5"/>
                </a:lnTo>
                <a:lnTo>
                  <a:pt x="47" y="0"/>
                </a:lnTo>
                <a:close/>
              </a:path>
            </a:pathLst>
          </a:custGeom>
          <a:solidFill>
            <a:srgbClr val="31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4" name=""/>
          <p:cNvSpPr/>
          <p:nvPr/>
        </p:nvSpPr>
        <p:spPr>
          <a:xfrm>
            <a:off x="1137960" y="1118880"/>
            <a:ext cx="14760" cy="14760"/>
          </a:xfrm>
          <a:custGeom>
            <a:avLst/>
            <a:gdLst/>
            <a:ahLst/>
            <a:rect l="0" t="0" r="r" b="b"/>
            <a:pathLst>
              <a:path w="41" h="41">
                <a:moveTo>
                  <a:pt x="41" y="0"/>
                </a:moveTo>
                <a:lnTo>
                  <a:pt x="0" y="41"/>
                </a:lnTo>
                <a:lnTo>
                  <a:pt x="6" y="41"/>
                </a:lnTo>
                <a:lnTo>
                  <a:pt x="41" y="6"/>
                </a:lnTo>
                <a:lnTo>
                  <a:pt x="41" y="0"/>
                </a:lnTo>
                <a:close/>
              </a:path>
            </a:pathLst>
          </a:custGeom>
          <a:solidFill>
            <a:srgbClr val="30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5" name=""/>
          <p:cNvSpPr/>
          <p:nvPr/>
        </p:nvSpPr>
        <p:spPr>
          <a:xfrm>
            <a:off x="1140120" y="1121040"/>
            <a:ext cx="12600" cy="12600"/>
          </a:xfrm>
          <a:custGeom>
            <a:avLst/>
            <a:gdLst/>
            <a:ahLst/>
            <a:rect l="0" t="0" r="r" b="b"/>
            <a:pathLst>
              <a:path w="35" h="35">
                <a:moveTo>
                  <a:pt x="35" y="0"/>
                </a:moveTo>
                <a:lnTo>
                  <a:pt x="0" y="35"/>
                </a:lnTo>
                <a:lnTo>
                  <a:pt x="6" y="35"/>
                </a:lnTo>
                <a:lnTo>
                  <a:pt x="35" y="6"/>
                </a:lnTo>
                <a:lnTo>
                  <a:pt x="35" y="0"/>
                </a:lnTo>
                <a:close/>
              </a:path>
            </a:pathLst>
          </a:custGeom>
          <a:solidFill>
            <a:srgbClr val="2f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6" name=""/>
          <p:cNvSpPr/>
          <p:nvPr/>
        </p:nvSpPr>
        <p:spPr>
          <a:xfrm>
            <a:off x="1142280" y="1123200"/>
            <a:ext cx="10440" cy="10440"/>
          </a:xfrm>
          <a:custGeom>
            <a:avLst/>
            <a:gdLst/>
            <a:ahLst/>
            <a:rect l="0" t="0" r="r" b="b"/>
            <a:pathLst>
              <a:path w="29" h="29">
                <a:moveTo>
                  <a:pt x="29" y="0"/>
                </a:moveTo>
                <a:lnTo>
                  <a:pt x="0" y="29"/>
                </a:lnTo>
                <a:lnTo>
                  <a:pt x="6" y="29"/>
                </a:lnTo>
                <a:lnTo>
                  <a:pt x="29" y="6"/>
                </a:lnTo>
                <a:lnTo>
                  <a:pt x="29" y="0"/>
                </a:lnTo>
                <a:close/>
              </a:path>
            </a:pathLst>
          </a:custGeom>
          <a:solidFill>
            <a:srgbClr val="2e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7" name=""/>
          <p:cNvSpPr/>
          <p:nvPr/>
        </p:nvSpPr>
        <p:spPr>
          <a:xfrm>
            <a:off x="1144080" y="1125000"/>
            <a:ext cx="9000" cy="8640"/>
          </a:xfrm>
          <a:custGeom>
            <a:avLst/>
            <a:gdLst/>
            <a:ahLst/>
            <a:rect l="0" t="0" r="r" b="b"/>
            <a:pathLst>
              <a:path w="25" h="24">
                <a:moveTo>
                  <a:pt x="25" y="0"/>
                </a:moveTo>
                <a:lnTo>
                  <a:pt x="0" y="24"/>
                </a:lnTo>
                <a:lnTo>
                  <a:pt x="7" y="24"/>
                </a:lnTo>
                <a:lnTo>
                  <a:pt x="25" y="6"/>
                </a:lnTo>
                <a:lnTo>
                  <a:pt x="25" y="0"/>
                </a:lnTo>
                <a:close/>
              </a:path>
            </a:pathLst>
          </a:custGeom>
          <a:solidFill>
            <a:srgbClr val="2d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8" name=""/>
          <p:cNvSpPr/>
          <p:nvPr/>
        </p:nvSpPr>
        <p:spPr>
          <a:xfrm>
            <a:off x="1146240" y="1127160"/>
            <a:ext cx="6480" cy="6480"/>
          </a:xfrm>
          <a:custGeom>
            <a:avLst/>
            <a:gdLst/>
            <a:ahLst/>
            <a:rect l="0" t="0" r="r" b="b"/>
            <a:pathLst>
              <a:path w="18" h="18">
                <a:moveTo>
                  <a:pt x="18" y="0"/>
                </a:moveTo>
                <a:lnTo>
                  <a:pt x="0" y="18"/>
                </a:lnTo>
                <a:lnTo>
                  <a:pt x="7" y="18"/>
                </a:lnTo>
                <a:lnTo>
                  <a:pt x="18" y="7"/>
                </a:lnTo>
                <a:lnTo>
                  <a:pt x="18" y="0"/>
                </a:lnTo>
                <a:close/>
              </a:path>
            </a:pathLst>
          </a:custGeom>
          <a:solidFill>
            <a:srgbClr val="2d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9" name=""/>
          <p:cNvSpPr/>
          <p:nvPr/>
        </p:nvSpPr>
        <p:spPr>
          <a:xfrm>
            <a:off x="1148400" y="1129320"/>
            <a:ext cx="4320" cy="4320"/>
          </a:xfrm>
          <a:custGeom>
            <a:avLst/>
            <a:gdLst/>
            <a:ahLst/>
            <a:rect l="0" t="0" r="r" b="b"/>
            <a:pathLst>
              <a:path w="12" h="12">
                <a:moveTo>
                  <a:pt x="12" y="0"/>
                </a:moveTo>
                <a:lnTo>
                  <a:pt x="0" y="12"/>
                </a:lnTo>
                <a:lnTo>
                  <a:pt x="5" y="12"/>
                </a:lnTo>
                <a:lnTo>
                  <a:pt x="12" y="6"/>
                </a:lnTo>
                <a:lnTo>
                  <a:pt x="12" y="0"/>
                </a:lnTo>
                <a:close/>
              </a:path>
            </a:pathLst>
          </a:custGeom>
          <a:solidFill>
            <a:srgbClr val="2c3b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0" name=""/>
          <p:cNvSpPr/>
          <p:nvPr/>
        </p:nvSpPr>
        <p:spPr>
          <a:xfrm>
            <a:off x="1150200" y="1131120"/>
            <a:ext cx="2520" cy="2880"/>
          </a:xfrm>
          <a:custGeom>
            <a:avLst/>
            <a:gdLst/>
            <a:ahLst/>
            <a:rect l="0" t="0" r="r" b="b"/>
            <a:pathLst>
              <a:path w="7" h="8">
                <a:moveTo>
                  <a:pt x="7" y="0"/>
                </a:moveTo>
                <a:lnTo>
                  <a:pt x="0" y="8"/>
                </a:lnTo>
                <a:lnTo>
                  <a:pt x="7" y="8"/>
                </a:lnTo>
                <a:lnTo>
                  <a:pt x="7" y="0"/>
                </a:lnTo>
                <a:close/>
              </a:path>
            </a:pathLst>
          </a:custGeom>
          <a:solidFill>
            <a:srgbClr val="2b3b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1" name=""/>
          <p:cNvSpPr txBox="1"/>
          <p:nvPr/>
        </p:nvSpPr>
        <p:spPr>
          <a:xfrm>
            <a:off x="647640" y="10286640"/>
            <a:ext cx="17564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9a9496"/>
                </a:solidFill>
                <a:latin typeface="Inter"/>
                <a:ea typeface="Inter"/>
              </a:rPr>
              <a:t>OBD AI SOLUTIONS · LAHORE, PAKISTAN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2" name=""/>
          <p:cNvSpPr/>
          <p:nvPr/>
        </p:nvSpPr>
        <p:spPr>
          <a:xfrm>
            <a:off x="652320" y="1319040"/>
            <a:ext cx="3038760" cy="1629000"/>
          </a:xfrm>
          <a:custGeom>
            <a:avLst/>
            <a:gdLst/>
            <a:ahLst/>
            <a:rect l="0" t="0" r="r" b="b"/>
            <a:pathLst>
              <a:path w="8441" h="4525">
                <a:moveTo>
                  <a:pt x="0" y="4298"/>
                </a:moveTo>
                <a:lnTo>
                  <a:pt x="0" y="227"/>
                </a:lnTo>
                <a:cubicBezTo>
                  <a:pt x="0" y="212"/>
                  <a:pt x="1" y="197"/>
                  <a:pt x="4" y="182"/>
                </a:cubicBezTo>
                <a:cubicBezTo>
                  <a:pt x="7" y="168"/>
                  <a:pt x="11" y="154"/>
                  <a:pt x="17" y="140"/>
                </a:cubicBezTo>
                <a:cubicBezTo>
                  <a:pt x="23" y="126"/>
                  <a:pt x="30" y="113"/>
                  <a:pt x="38" y="101"/>
                </a:cubicBezTo>
                <a:cubicBezTo>
                  <a:pt x="46" y="88"/>
                  <a:pt x="56" y="77"/>
                  <a:pt x="66" y="66"/>
                </a:cubicBezTo>
                <a:cubicBezTo>
                  <a:pt x="77" y="56"/>
                  <a:pt x="88" y="46"/>
                  <a:pt x="101" y="38"/>
                </a:cubicBezTo>
                <a:cubicBezTo>
                  <a:pt x="113" y="30"/>
                  <a:pt x="126" y="23"/>
                  <a:pt x="140" y="17"/>
                </a:cubicBezTo>
                <a:cubicBezTo>
                  <a:pt x="154" y="12"/>
                  <a:pt x="168" y="7"/>
                  <a:pt x="182" y="4"/>
                </a:cubicBezTo>
                <a:cubicBezTo>
                  <a:pt x="197" y="1"/>
                  <a:pt x="212" y="0"/>
                  <a:pt x="227" y="0"/>
                </a:cubicBezTo>
                <a:lnTo>
                  <a:pt x="8214" y="0"/>
                </a:lnTo>
                <a:cubicBezTo>
                  <a:pt x="8229" y="0"/>
                  <a:pt x="8244" y="1"/>
                  <a:pt x="8258" y="4"/>
                </a:cubicBezTo>
                <a:cubicBezTo>
                  <a:pt x="8273" y="7"/>
                  <a:pt x="8287" y="12"/>
                  <a:pt x="8301" y="17"/>
                </a:cubicBezTo>
                <a:cubicBezTo>
                  <a:pt x="8315" y="23"/>
                  <a:pt x="8328" y="30"/>
                  <a:pt x="8340" y="38"/>
                </a:cubicBezTo>
                <a:cubicBezTo>
                  <a:pt x="8353" y="46"/>
                  <a:pt x="8364" y="56"/>
                  <a:pt x="8374" y="66"/>
                </a:cubicBezTo>
                <a:cubicBezTo>
                  <a:pt x="8385" y="77"/>
                  <a:pt x="8394" y="88"/>
                  <a:pt x="8403" y="101"/>
                </a:cubicBezTo>
                <a:cubicBezTo>
                  <a:pt x="8411" y="113"/>
                  <a:pt x="8418" y="126"/>
                  <a:pt x="8424" y="140"/>
                </a:cubicBezTo>
                <a:cubicBezTo>
                  <a:pt x="8429" y="154"/>
                  <a:pt x="8434" y="168"/>
                  <a:pt x="8437" y="182"/>
                </a:cubicBezTo>
                <a:cubicBezTo>
                  <a:pt x="8439" y="197"/>
                  <a:pt x="8441" y="212"/>
                  <a:pt x="8441" y="227"/>
                </a:cubicBezTo>
                <a:lnTo>
                  <a:pt x="8441" y="4298"/>
                </a:lnTo>
                <a:cubicBezTo>
                  <a:pt x="8441" y="4313"/>
                  <a:pt x="8439" y="4328"/>
                  <a:pt x="8437" y="4343"/>
                </a:cubicBezTo>
                <a:cubicBezTo>
                  <a:pt x="8434" y="4357"/>
                  <a:pt x="8429" y="4371"/>
                  <a:pt x="8424" y="4385"/>
                </a:cubicBezTo>
                <a:cubicBezTo>
                  <a:pt x="8418" y="4399"/>
                  <a:pt x="8411" y="4412"/>
                  <a:pt x="8403" y="4424"/>
                </a:cubicBezTo>
                <a:cubicBezTo>
                  <a:pt x="8394" y="4437"/>
                  <a:pt x="8385" y="4448"/>
                  <a:pt x="8374" y="4459"/>
                </a:cubicBezTo>
                <a:cubicBezTo>
                  <a:pt x="8364" y="4469"/>
                  <a:pt x="8353" y="4479"/>
                  <a:pt x="8340" y="4487"/>
                </a:cubicBezTo>
                <a:cubicBezTo>
                  <a:pt x="8328" y="4495"/>
                  <a:pt x="8315" y="4502"/>
                  <a:pt x="8301" y="4508"/>
                </a:cubicBezTo>
                <a:cubicBezTo>
                  <a:pt x="8287" y="4514"/>
                  <a:pt x="8273" y="4518"/>
                  <a:pt x="8258" y="4521"/>
                </a:cubicBezTo>
                <a:cubicBezTo>
                  <a:pt x="8244" y="4524"/>
                  <a:pt x="8229" y="4525"/>
                  <a:pt x="8214" y="4525"/>
                </a:cubicBezTo>
                <a:lnTo>
                  <a:pt x="227" y="4525"/>
                </a:lnTo>
                <a:cubicBezTo>
                  <a:pt x="212" y="4525"/>
                  <a:pt x="197" y="4524"/>
                  <a:pt x="182" y="4521"/>
                </a:cubicBezTo>
                <a:cubicBezTo>
                  <a:pt x="168" y="4518"/>
                  <a:pt x="154" y="4514"/>
                  <a:pt x="140" y="4508"/>
                </a:cubicBezTo>
                <a:cubicBezTo>
                  <a:pt x="126" y="4502"/>
                  <a:pt x="113" y="4495"/>
                  <a:pt x="101" y="4487"/>
                </a:cubicBezTo>
                <a:cubicBezTo>
                  <a:pt x="88" y="4479"/>
                  <a:pt x="77" y="4469"/>
                  <a:pt x="66" y="4459"/>
                </a:cubicBezTo>
                <a:cubicBezTo>
                  <a:pt x="56" y="4448"/>
                  <a:pt x="46" y="4437"/>
                  <a:pt x="38" y="4424"/>
                </a:cubicBezTo>
                <a:cubicBezTo>
                  <a:pt x="30" y="4412"/>
                  <a:pt x="23" y="4399"/>
                  <a:pt x="17" y="4385"/>
                </a:cubicBezTo>
                <a:cubicBezTo>
                  <a:pt x="11" y="4371"/>
                  <a:pt x="7" y="4357"/>
                  <a:pt x="4" y="4343"/>
                </a:cubicBezTo>
                <a:cubicBezTo>
                  <a:pt x="1" y="4328"/>
                  <a:pt x="0" y="4313"/>
                  <a:pt x="0" y="4298"/>
                </a:cubicBezTo>
                <a:close/>
              </a:path>
            </a:pathLst>
          </a:custGeom>
          <a:solidFill>
            <a:srgbClr val="f8f6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3" name=""/>
          <p:cNvSpPr/>
          <p:nvPr/>
        </p:nvSpPr>
        <p:spPr>
          <a:xfrm>
            <a:off x="652320" y="1319040"/>
            <a:ext cx="3038760" cy="1629000"/>
          </a:xfrm>
          <a:custGeom>
            <a:avLst/>
            <a:gdLst/>
            <a:ahLst/>
            <a:rect l="0" t="0" r="r" b="b"/>
            <a:pathLst>
              <a:path w="8441" h="4525">
                <a:moveTo>
                  <a:pt x="0" y="4298"/>
                </a:moveTo>
                <a:lnTo>
                  <a:pt x="0" y="227"/>
                </a:lnTo>
                <a:cubicBezTo>
                  <a:pt x="0" y="212"/>
                  <a:pt x="1" y="197"/>
                  <a:pt x="4" y="182"/>
                </a:cubicBezTo>
                <a:cubicBezTo>
                  <a:pt x="7" y="168"/>
                  <a:pt x="11" y="154"/>
                  <a:pt x="17" y="140"/>
                </a:cubicBezTo>
                <a:cubicBezTo>
                  <a:pt x="23" y="126"/>
                  <a:pt x="30" y="113"/>
                  <a:pt x="38" y="101"/>
                </a:cubicBezTo>
                <a:cubicBezTo>
                  <a:pt x="46" y="88"/>
                  <a:pt x="56" y="77"/>
                  <a:pt x="66" y="66"/>
                </a:cubicBezTo>
                <a:cubicBezTo>
                  <a:pt x="77" y="56"/>
                  <a:pt x="88" y="46"/>
                  <a:pt x="101" y="38"/>
                </a:cubicBezTo>
                <a:cubicBezTo>
                  <a:pt x="113" y="30"/>
                  <a:pt x="126" y="23"/>
                  <a:pt x="140" y="17"/>
                </a:cubicBezTo>
                <a:cubicBezTo>
                  <a:pt x="154" y="12"/>
                  <a:pt x="168" y="7"/>
                  <a:pt x="182" y="4"/>
                </a:cubicBezTo>
                <a:cubicBezTo>
                  <a:pt x="197" y="1"/>
                  <a:pt x="212" y="0"/>
                  <a:pt x="227" y="0"/>
                </a:cubicBezTo>
                <a:lnTo>
                  <a:pt x="8214" y="0"/>
                </a:lnTo>
                <a:cubicBezTo>
                  <a:pt x="8229" y="0"/>
                  <a:pt x="8244" y="1"/>
                  <a:pt x="8258" y="4"/>
                </a:cubicBezTo>
                <a:cubicBezTo>
                  <a:pt x="8273" y="7"/>
                  <a:pt x="8287" y="12"/>
                  <a:pt x="8301" y="17"/>
                </a:cubicBezTo>
                <a:cubicBezTo>
                  <a:pt x="8315" y="23"/>
                  <a:pt x="8328" y="30"/>
                  <a:pt x="8340" y="38"/>
                </a:cubicBezTo>
                <a:cubicBezTo>
                  <a:pt x="8353" y="46"/>
                  <a:pt x="8364" y="56"/>
                  <a:pt x="8374" y="66"/>
                </a:cubicBezTo>
                <a:cubicBezTo>
                  <a:pt x="8385" y="77"/>
                  <a:pt x="8394" y="88"/>
                  <a:pt x="8403" y="101"/>
                </a:cubicBezTo>
                <a:cubicBezTo>
                  <a:pt x="8411" y="113"/>
                  <a:pt x="8418" y="126"/>
                  <a:pt x="8424" y="140"/>
                </a:cubicBezTo>
                <a:cubicBezTo>
                  <a:pt x="8429" y="154"/>
                  <a:pt x="8434" y="168"/>
                  <a:pt x="8437" y="182"/>
                </a:cubicBezTo>
                <a:cubicBezTo>
                  <a:pt x="8439" y="197"/>
                  <a:pt x="8441" y="212"/>
                  <a:pt x="8441" y="227"/>
                </a:cubicBezTo>
                <a:lnTo>
                  <a:pt x="8441" y="4298"/>
                </a:lnTo>
                <a:cubicBezTo>
                  <a:pt x="8441" y="4313"/>
                  <a:pt x="8439" y="4328"/>
                  <a:pt x="8437" y="4343"/>
                </a:cubicBezTo>
                <a:cubicBezTo>
                  <a:pt x="8434" y="4357"/>
                  <a:pt x="8429" y="4371"/>
                  <a:pt x="8424" y="4385"/>
                </a:cubicBezTo>
                <a:cubicBezTo>
                  <a:pt x="8418" y="4399"/>
                  <a:pt x="8411" y="4412"/>
                  <a:pt x="8403" y="4424"/>
                </a:cubicBezTo>
                <a:cubicBezTo>
                  <a:pt x="8394" y="4437"/>
                  <a:pt x="8385" y="4448"/>
                  <a:pt x="8374" y="4459"/>
                </a:cubicBezTo>
                <a:cubicBezTo>
                  <a:pt x="8364" y="4469"/>
                  <a:pt x="8353" y="4479"/>
                  <a:pt x="8340" y="4487"/>
                </a:cubicBezTo>
                <a:cubicBezTo>
                  <a:pt x="8328" y="4495"/>
                  <a:pt x="8315" y="4502"/>
                  <a:pt x="8301" y="4508"/>
                </a:cubicBezTo>
                <a:cubicBezTo>
                  <a:pt x="8287" y="4514"/>
                  <a:pt x="8273" y="4518"/>
                  <a:pt x="8258" y="4521"/>
                </a:cubicBezTo>
                <a:cubicBezTo>
                  <a:pt x="8244" y="4524"/>
                  <a:pt x="8229" y="4525"/>
                  <a:pt x="8214" y="4525"/>
                </a:cubicBezTo>
                <a:lnTo>
                  <a:pt x="227" y="4525"/>
                </a:lnTo>
                <a:cubicBezTo>
                  <a:pt x="212" y="4525"/>
                  <a:pt x="197" y="4524"/>
                  <a:pt x="182" y="4521"/>
                </a:cubicBezTo>
                <a:cubicBezTo>
                  <a:pt x="168" y="4518"/>
                  <a:pt x="154" y="4514"/>
                  <a:pt x="140" y="4508"/>
                </a:cubicBezTo>
                <a:cubicBezTo>
                  <a:pt x="126" y="4502"/>
                  <a:pt x="113" y="4495"/>
                  <a:pt x="101" y="4487"/>
                </a:cubicBezTo>
                <a:cubicBezTo>
                  <a:pt x="88" y="4479"/>
                  <a:pt x="77" y="4469"/>
                  <a:pt x="66" y="4459"/>
                </a:cubicBezTo>
                <a:cubicBezTo>
                  <a:pt x="56" y="4448"/>
                  <a:pt x="46" y="4437"/>
                  <a:pt x="38" y="4424"/>
                </a:cubicBezTo>
                <a:cubicBezTo>
                  <a:pt x="30" y="4412"/>
                  <a:pt x="23" y="4399"/>
                  <a:pt x="17" y="4385"/>
                </a:cubicBezTo>
                <a:cubicBezTo>
                  <a:pt x="11" y="4371"/>
                  <a:pt x="7" y="4357"/>
                  <a:pt x="4" y="4343"/>
                </a:cubicBezTo>
                <a:cubicBezTo>
                  <a:pt x="1" y="4328"/>
                  <a:pt x="0" y="4313"/>
                  <a:pt x="0" y="4298"/>
                </a:cubicBezTo>
                <a:close/>
              </a:path>
            </a:pathLst>
          </a:custGeom>
          <a:noFill/>
          <a:ln w="9360">
            <a:solidFill>
              <a:srgbClr val="e6e1f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4" name=""/>
          <p:cNvSpPr txBox="1"/>
          <p:nvPr/>
        </p:nvSpPr>
        <p:spPr>
          <a:xfrm>
            <a:off x="647640" y="879480"/>
            <a:ext cx="225000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00" spc="-1" strike="noStrike">
                <a:solidFill>
                  <a:srgbClr val="6a26d8"/>
                </a:solidFill>
                <a:latin typeface="Inter-Semi"/>
                <a:ea typeface="Inter-Semi"/>
              </a:rPr>
              <a:t>T H I S   A G R E E M E N T   I S   B E T W E E N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5" name=""/>
          <p:cNvSpPr txBox="1"/>
          <p:nvPr/>
        </p:nvSpPr>
        <p:spPr>
          <a:xfrm>
            <a:off x="837000" y="1517760"/>
            <a:ext cx="14227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00" spc="-1" strike="noStrike">
                <a:solidFill>
                  <a:srgbClr val="6a26d8"/>
                </a:solidFill>
                <a:latin typeface="Inter-Semi"/>
                <a:ea typeface="Inter-Semi"/>
              </a:rPr>
              <a:t>S E R V I C E   P R O V I D E R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6" name=""/>
          <p:cNvSpPr txBox="1"/>
          <p:nvPr/>
        </p:nvSpPr>
        <p:spPr>
          <a:xfrm>
            <a:off x="837000" y="1744200"/>
            <a:ext cx="106308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880" spc="-1" strike="noStrike">
                <a:solidFill>
                  <a:srgbClr val="0e0e14"/>
                </a:solidFill>
                <a:latin typeface="Inter-Semi"/>
                <a:ea typeface="Inter-Semi"/>
              </a:rPr>
              <a:t>OBD AI Solutions</a:t>
            </a:r>
            <a:endParaRPr b="0" lang="en-US" sz="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7" name=""/>
          <p:cNvSpPr txBox="1"/>
          <p:nvPr/>
        </p:nvSpPr>
        <p:spPr>
          <a:xfrm>
            <a:off x="1749960" y="1739520"/>
            <a:ext cx="1227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80" spc="-1" strike="noStrike">
                <a:solidFill>
                  <a:srgbClr val="2a2934"/>
                </a:solidFill>
                <a:latin typeface="Inter"/>
                <a:ea typeface="Inter"/>
              </a:rPr>
              <a:t> </a:t>
            </a:r>
            <a:r>
              <a:rPr b="0" lang="en-US" sz="880" spc="-1" strike="noStrike">
                <a:solidFill>
                  <a:srgbClr val="2a2934"/>
                </a:solidFill>
                <a:latin typeface="Inter"/>
                <a:ea typeface="Inter"/>
              </a:rPr>
              <a:t>("</a:t>
            </a:r>
            <a:endParaRPr b="0" lang="en-US" sz="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8" name=""/>
          <p:cNvSpPr txBox="1"/>
          <p:nvPr/>
        </p:nvSpPr>
        <p:spPr>
          <a:xfrm>
            <a:off x="1874160" y="1744200"/>
            <a:ext cx="27216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880" spc="-1" strike="noStrike">
                <a:solidFill>
                  <a:srgbClr val="0e0e14"/>
                </a:solidFill>
                <a:latin typeface="Inter-Semi"/>
                <a:ea typeface="Inter-Semi"/>
              </a:rPr>
              <a:t>OBD</a:t>
            </a:r>
            <a:endParaRPr b="0" lang="en-US" sz="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9" name=""/>
          <p:cNvSpPr txBox="1"/>
          <p:nvPr/>
        </p:nvSpPr>
        <p:spPr>
          <a:xfrm>
            <a:off x="2113920" y="1739520"/>
            <a:ext cx="4150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80" spc="-1" strike="noStrike">
                <a:solidFill>
                  <a:srgbClr val="2a2934"/>
                </a:solidFill>
                <a:latin typeface="Inter"/>
                <a:ea typeface="Inter"/>
              </a:rPr>
              <a:t>", "we")</a:t>
            </a:r>
            <a:endParaRPr b="0" lang="en-US" sz="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0" name=""/>
          <p:cNvSpPr txBox="1"/>
          <p:nvPr/>
        </p:nvSpPr>
        <p:spPr>
          <a:xfrm>
            <a:off x="837000" y="1958760"/>
            <a:ext cx="22150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80" spc="-1" strike="noStrike">
                <a:solidFill>
                  <a:srgbClr val="2a2934"/>
                </a:solidFill>
                <a:latin typeface="Inter"/>
                <a:ea typeface="Inter"/>
              </a:rPr>
              <a:t>Represented by Omer Bin Dawood, CEO &amp;</a:t>
            </a:r>
            <a:endParaRPr b="0" lang="en-US" sz="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1" name=""/>
          <p:cNvSpPr txBox="1"/>
          <p:nvPr/>
        </p:nvSpPr>
        <p:spPr>
          <a:xfrm>
            <a:off x="837000" y="2139480"/>
            <a:ext cx="4381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80" spc="-1" strike="noStrike">
                <a:solidFill>
                  <a:srgbClr val="2a2934"/>
                </a:solidFill>
                <a:latin typeface="Inter"/>
                <a:ea typeface="Inter"/>
              </a:rPr>
              <a:t>Founder</a:t>
            </a:r>
            <a:endParaRPr b="0" lang="en-US" sz="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2" name=""/>
          <p:cNvSpPr txBox="1"/>
          <p:nvPr/>
        </p:nvSpPr>
        <p:spPr>
          <a:xfrm>
            <a:off x="837000" y="2358720"/>
            <a:ext cx="8722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80" spc="-1" strike="noStrike">
                <a:solidFill>
                  <a:srgbClr val="2a2934"/>
                </a:solidFill>
                <a:latin typeface="Inter"/>
                <a:ea typeface="Inter"/>
              </a:rPr>
              <a:t>Lahore, Pakistan</a:t>
            </a:r>
            <a:endParaRPr b="0" lang="en-US" sz="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3" name=""/>
          <p:cNvSpPr/>
          <p:nvPr/>
        </p:nvSpPr>
        <p:spPr>
          <a:xfrm>
            <a:off x="1523880" y="2742840"/>
            <a:ext cx="1619640" cy="10080"/>
          </a:xfrm>
          <a:custGeom>
            <a:avLst/>
            <a:gdLst/>
            <a:ahLst/>
            <a:rect l="0" t="0" r="r" b="b"/>
            <a:pathLst>
              <a:path w="4499" h="28">
                <a:moveTo>
                  <a:pt x="0" y="0"/>
                </a:moveTo>
                <a:lnTo>
                  <a:pt x="4499" y="0"/>
                </a:lnTo>
                <a:lnTo>
                  <a:pt x="44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db5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4" name=""/>
          <p:cNvSpPr/>
          <p:nvPr/>
        </p:nvSpPr>
        <p:spPr>
          <a:xfrm>
            <a:off x="3871800" y="1319040"/>
            <a:ext cx="3038760" cy="1629000"/>
          </a:xfrm>
          <a:custGeom>
            <a:avLst/>
            <a:gdLst/>
            <a:ahLst/>
            <a:rect l="0" t="0" r="r" b="b"/>
            <a:pathLst>
              <a:path w="8441" h="4525">
                <a:moveTo>
                  <a:pt x="0" y="4298"/>
                </a:moveTo>
                <a:lnTo>
                  <a:pt x="0" y="227"/>
                </a:lnTo>
                <a:cubicBezTo>
                  <a:pt x="0" y="212"/>
                  <a:pt x="1" y="197"/>
                  <a:pt x="4" y="182"/>
                </a:cubicBezTo>
                <a:cubicBezTo>
                  <a:pt x="7" y="168"/>
                  <a:pt x="11" y="154"/>
                  <a:pt x="17" y="140"/>
                </a:cubicBezTo>
                <a:cubicBezTo>
                  <a:pt x="23" y="126"/>
                  <a:pt x="30" y="113"/>
                  <a:pt x="38" y="101"/>
                </a:cubicBezTo>
                <a:cubicBezTo>
                  <a:pt x="46" y="88"/>
                  <a:pt x="55" y="77"/>
                  <a:pt x="66" y="66"/>
                </a:cubicBezTo>
                <a:cubicBezTo>
                  <a:pt x="77" y="56"/>
                  <a:pt x="88" y="46"/>
                  <a:pt x="100" y="38"/>
                </a:cubicBezTo>
                <a:cubicBezTo>
                  <a:pt x="113" y="30"/>
                  <a:pt x="126" y="23"/>
                  <a:pt x="140" y="17"/>
                </a:cubicBezTo>
                <a:cubicBezTo>
                  <a:pt x="153" y="12"/>
                  <a:pt x="168" y="7"/>
                  <a:pt x="182" y="4"/>
                </a:cubicBezTo>
                <a:cubicBezTo>
                  <a:pt x="197" y="1"/>
                  <a:pt x="211" y="0"/>
                  <a:pt x="226" y="0"/>
                </a:cubicBezTo>
                <a:lnTo>
                  <a:pt x="8214" y="0"/>
                </a:lnTo>
                <a:cubicBezTo>
                  <a:pt x="8229" y="0"/>
                  <a:pt x="8243" y="1"/>
                  <a:pt x="8258" y="4"/>
                </a:cubicBezTo>
                <a:cubicBezTo>
                  <a:pt x="8273" y="7"/>
                  <a:pt x="8287" y="12"/>
                  <a:pt x="8301" y="17"/>
                </a:cubicBezTo>
                <a:cubicBezTo>
                  <a:pt x="8314" y="23"/>
                  <a:pt x="8327" y="30"/>
                  <a:pt x="8340" y="38"/>
                </a:cubicBezTo>
                <a:cubicBezTo>
                  <a:pt x="8352" y="46"/>
                  <a:pt x="8364" y="56"/>
                  <a:pt x="8374" y="66"/>
                </a:cubicBezTo>
                <a:cubicBezTo>
                  <a:pt x="8385" y="77"/>
                  <a:pt x="8394" y="88"/>
                  <a:pt x="8402" y="101"/>
                </a:cubicBezTo>
                <a:cubicBezTo>
                  <a:pt x="8411" y="113"/>
                  <a:pt x="8418" y="126"/>
                  <a:pt x="8423" y="140"/>
                </a:cubicBezTo>
                <a:cubicBezTo>
                  <a:pt x="8429" y="154"/>
                  <a:pt x="8433" y="168"/>
                  <a:pt x="8436" y="182"/>
                </a:cubicBezTo>
                <a:cubicBezTo>
                  <a:pt x="8439" y="197"/>
                  <a:pt x="8441" y="212"/>
                  <a:pt x="8441" y="227"/>
                </a:cubicBezTo>
                <a:lnTo>
                  <a:pt x="8441" y="4298"/>
                </a:lnTo>
                <a:cubicBezTo>
                  <a:pt x="8441" y="4313"/>
                  <a:pt x="8439" y="4328"/>
                  <a:pt x="8436" y="4343"/>
                </a:cubicBezTo>
                <a:cubicBezTo>
                  <a:pt x="8433" y="4357"/>
                  <a:pt x="8429" y="4371"/>
                  <a:pt x="8423" y="4385"/>
                </a:cubicBezTo>
                <a:cubicBezTo>
                  <a:pt x="8418" y="4399"/>
                  <a:pt x="8411" y="4412"/>
                  <a:pt x="8402" y="4424"/>
                </a:cubicBezTo>
                <a:cubicBezTo>
                  <a:pt x="8394" y="4437"/>
                  <a:pt x="8385" y="4448"/>
                  <a:pt x="8374" y="4459"/>
                </a:cubicBezTo>
                <a:cubicBezTo>
                  <a:pt x="8364" y="4469"/>
                  <a:pt x="8352" y="4479"/>
                  <a:pt x="8340" y="4487"/>
                </a:cubicBezTo>
                <a:cubicBezTo>
                  <a:pt x="8327" y="4495"/>
                  <a:pt x="8314" y="4502"/>
                  <a:pt x="8301" y="4508"/>
                </a:cubicBezTo>
                <a:cubicBezTo>
                  <a:pt x="8287" y="4514"/>
                  <a:pt x="8273" y="4518"/>
                  <a:pt x="8258" y="4521"/>
                </a:cubicBezTo>
                <a:cubicBezTo>
                  <a:pt x="8243" y="4524"/>
                  <a:pt x="8229" y="4525"/>
                  <a:pt x="8214" y="4525"/>
                </a:cubicBezTo>
                <a:lnTo>
                  <a:pt x="226" y="4525"/>
                </a:lnTo>
                <a:cubicBezTo>
                  <a:pt x="211" y="4525"/>
                  <a:pt x="197" y="4524"/>
                  <a:pt x="182" y="4521"/>
                </a:cubicBezTo>
                <a:cubicBezTo>
                  <a:pt x="168" y="4518"/>
                  <a:pt x="153" y="4514"/>
                  <a:pt x="140" y="4508"/>
                </a:cubicBezTo>
                <a:cubicBezTo>
                  <a:pt x="126" y="4502"/>
                  <a:pt x="113" y="4495"/>
                  <a:pt x="100" y="4487"/>
                </a:cubicBezTo>
                <a:cubicBezTo>
                  <a:pt x="88" y="4479"/>
                  <a:pt x="77" y="4469"/>
                  <a:pt x="66" y="4459"/>
                </a:cubicBezTo>
                <a:cubicBezTo>
                  <a:pt x="55" y="4448"/>
                  <a:pt x="46" y="4437"/>
                  <a:pt x="38" y="4424"/>
                </a:cubicBezTo>
                <a:cubicBezTo>
                  <a:pt x="30" y="4412"/>
                  <a:pt x="23" y="4399"/>
                  <a:pt x="17" y="4385"/>
                </a:cubicBezTo>
                <a:cubicBezTo>
                  <a:pt x="11" y="4371"/>
                  <a:pt x="7" y="4357"/>
                  <a:pt x="4" y="4343"/>
                </a:cubicBezTo>
                <a:cubicBezTo>
                  <a:pt x="1" y="4328"/>
                  <a:pt x="0" y="4313"/>
                  <a:pt x="0" y="4298"/>
                </a:cubicBezTo>
                <a:close/>
              </a:path>
            </a:pathLst>
          </a:custGeom>
          <a:solidFill>
            <a:srgbClr val="f8f6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5" name=""/>
          <p:cNvSpPr/>
          <p:nvPr/>
        </p:nvSpPr>
        <p:spPr>
          <a:xfrm>
            <a:off x="3871800" y="1319040"/>
            <a:ext cx="3038760" cy="1629000"/>
          </a:xfrm>
          <a:custGeom>
            <a:avLst/>
            <a:gdLst/>
            <a:ahLst/>
            <a:rect l="0" t="0" r="r" b="b"/>
            <a:pathLst>
              <a:path w="8441" h="4525">
                <a:moveTo>
                  <a:pt x="0" y="4298"/>
                </a:moveTo>
                <a:lnTo>
                  <a:pt x="0" y="227"/>
                </a:lnTo>
                <a:cubicBezTo>
                  <a:pt x="0" y="212"/>
                  <a:pt x="1" y="197"/>
                  <a:pt x="4" y="182"/>
                </a:cubicBezTo>
                <a:cubicBezTo>
                  <a:pt x="7" y="168"/>
                  <a:pt x="11" y="154"/>
                  <a:pt x="17" y="140"/>
                </a:cubicBezTo>
                <a:cubicBezTo>
                  <a:pt x="23" y="126"/>
                  <a:pt x="30" y="113"/>
                  <a:pt x="38" y="101"/>
                </a:cubicBezTo>
                <a:cubicBezTo>
                  <a:pt x="46" y="88"/>
                  <a:pt x="55" y="77"/>
                  <a:pt x="66" y="66"/>
                </a:cubicBezTo>
                <a:cubicBezTo>
                  <a:pt x="77" y="56"/>
                  <a:pt x="88" y="46"/>
                  <a:pt x="100" y="38"/>
                </a:cubicBezTo>
                <a:cubicBezTo>
                  <a:pt x="113" y="30"/>
                  <a:pt x="126" y="23"/>
                  <a:pt x="140" y="17"/>
                </a:cubicBezTo>
                <a:cubicBezTo>
                  <a:pt x="153" y="12"/>
                  <a:pt x="168" y="7"/>
                  <a:pt x="182" y="4"/>
                </a:cubicBezTo>
                <a:cubicBezTo>
                  <a:pt x="197" y="1"/>
                  <a:pt x="211" y="0"/>
                  <a:pt x="226" y="0"/>
                </a:cubicBezTo>
                <a:lnTo>
                  <a:pt x="8214" y="0"/>
                </a:lnTo>
                <a:cubicBezTo>
                  <a:pt x="8229" y="0"/>
                  <a:pt x="8243" y="1"/>
                  <a:pt x="8258" y="4"/>
                </a:cubicBezTo>
                <a:cubicBezTo>
                  <a:pt x="8273" y="7"/>
                  <a:pt x="8287" y="12"/>
                  <a:pt x="8301" y="17"/>
                </a:cubicBezTo>
                <a:cubicBezTo>
                  <a:pt x="8314" y="23"/>
                  <a:pt x="8327" y="30"/>
                  <a:pt x="8340" y="38"/>
                </a:cubicBezTo>
                <a:cubicBezTo>
                  <a:pt x="8352" y="46"/>
                  <a:pt x="8364" y="56"/>
                  <a:pt x="8374" y="66"/>
                </a:cubicBezTo>
                <a:cubicBezTo>
                  <a:pt x="8385" y="77"/>
                  <a:pt x="8394" y="88"/>
                  <a:pt x="8402" y="101"/>
                </a:cubicBezTo>
                <a:cubicBezTo>
                  <a:pt x="8411" y="113"/>
                  <a:pt x="8418" y="126"/>
                  <a:pt x="8423" y="140"/>
                </a:cubicBezTo>
                <a:cubicBezTo>
                  <a:pt x="8429" y="154"/>
                  <a:pt x="8433" y="168"/>
                  <a:pt x="8436" y="182"/>
                </a:cubicBezTo>
                <a:cubicBezTo>
                  <a:pt x="8439" y="197"/>
                  <a:pt x="8441" y="212"/>
                  <a:pt x="8441" y="227"/>
                </a:cubicBezTo>
                <a:lnTo>
                  <a:pt x="8441" y="4298"/>
                </a:lnTo>
                <a:cubicBezTo>
                  <a:pt x="8441" y="4313"/>
                  <a:pt x="8439" y="4328"/>
                  <a:pt x="8436" y="4343"/>
                </a:cubicBezTo>
                <a:cubicBezTo>
                  <a:pt x="8433" y="4357"/>
                  <a:pt x="8429" y="4371"/>
                  <a:pt x="8423" y="4385"/>
                </a:cubicBezTo>
                <a:cubicBezTo>
                  <a:pt x="8418" y="4399"/>
                  <a:pt x="8411" y="4412"/>
                  <a:pt x="8402" y="4424"/>
                </a:cubicBezTo>
                <a:cubicBezTo>
                  <a:pt x="8394" y="4437"/>
                  <a:pt x="8385" y="4448"/>
                  <a:pt x="8374" y="4459"/>
                </a:cubicBezTo>
                <a:cubicBezTo>
                  <a:pt x="8364" y="4469"/>
                  <a:pt x="8352" y="4479"/>
                  <a:pt x="8340" y="4487"/>
                </a:cubicBezTo>
                <a:cubicBezTo>
                  <a:pt x="8327" y="4495"/>
                  <a:pt x="8314" y="4502"/>
                  <a:pt x="8301" y="4508"/>
                </a:cubicBezTo>
                <a:cubicBezTo>
                  <a:pt x="8287" y="4514"/>
                  <a:pt x="8273" y="4518"/>
                  <a:pt x="8258" y="4521"/>
                </a:cubicBezTo>
                <a:cubicBezTo>
                  <a:pt x="8243" y="4524"/>
                  <a:pt x="8229" y="4525"/>
                  <a:pt x="8214" y="4525"/>
                </a:cubicBezTo>
                <a:lnTo>
                  <a:pt x="226" y="4525"/>
                </a:lnTo>
                <a:cubicBezTo>
                  <a:pt x="211" y="4525"/>
                  <a:pt x="197" y="4524"/>
                  <a:pt x="182" y="4521"/>
                </a:cubicBezTo>
                <a:cubicBezTo>
                  <a:pt x="168" y="4518"/>
                  <a:pt x="153" y="4514"/>
                  <a:pt x="140" y="4508"/>
                </a:cubicBezTo>
                <a:cubicBezTo>
                  <a:pt x="126" y="4502"/>
                  <a:pt x="113" y="4495"/>
                  <a:pt x="100" y="4487"/>
                </a:cubicBezTo>
                <a:cubicBezTo>
                  <a:pt x="88" y="4479"/>
                  <a:pt x="77" y="4469"/>
                  <a:pt x="66" y="4459"/>
                </a:cubicBezTo>
                <a:cubicBezTo>
                  <a:pt x="55" y="4448"/>
                  <a:pt x="46" y="4437"/>
                  <a:pt x="38" y="4424"/>
                </a:cubicBezTo>
                <a:cubicBezTo>
                  <a:pt x="30" y="4412"/>
                  <a:pt x="23" y="4399"/>
                  <a:pt x="17" y="4385"/>
                </a:cubicBezTo>
                <a:cubicBezTo>
                  <a:pt x="11" y="4371"/>
                  <a:pt x="7" y="4357"/>
                  <a:pt x="4" y="4343"/>
                </a:cubicBezTo>
                <a:cubicBezTo>
                  <a:pt x="1" y="4328"/>
                  <a:pt x="0" y="4313"/>
                  <a:pt x="0" y="4298"/>
                </a:cubicBezTo>
                <a:close/>
              </a:path>
            </a:pathLst>
          </a:custGeom>
          <a:noFill/>
          <a:ln w="9360">
            <a:solidFill>
              <a:srgbClr val="e6e1f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6" name=""/>
          <p:cNvSpPr txBox="1"/>
          <p:nvPr/>
        </p:nvSpPr>
        <p:spPr>
          <a:xfrm>
            <a:off x="837000" y="2577600"/>
            <a:ext cx="7444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80" spc="-1" strike="noStrike">
                <a:solidFill>
                  <a:srgbClr val="2a2934"/>
                </a:solidFill>
                <a:latin typeface="Inter"/>
                <a:ea typeface="Inter"/>
              </a:rPr>
              <a:t>CNIC / NTN </a:t>
            </a:r>
            <a:r>
              <a:rPr b="0" lang="en-US" sz="880" spc="-1" strike="noStrike">
                <a:solidFill>
                  <a:srgbClr val="0e0e14"/>
                </a:solidFill>
                <a:latin typeface="Inter"/>
                <a:ea typeface="Inter"/>
              </a:rPr>
              <a:t>  </a:t>
            </a:r>
            <a:endParaRPr b="0" lang="en-US" sz="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7" name=""/>
          <p:cNvSpPr txBox="1"/>
          <p:nvPr/>
        </p:nvSpPr>
        <p:spPr>
          <a:xfrm>
            <a:off x="4060800" y="1517760"/>
            <a:ext cx="50220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00" spc="-1" strike="noStrike">
                <a:solidFill>
                  <a:srgbClr val="6a26d8"/>
                </a:solidFill>
                <a:latin typeface="Inter-Semi"/>
                <a:ea typeface="Inter-Semi"/>
              </a:rPr>
              <a:t>C L I E N T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8" name=""/>
          <p:cNvSpPr txBox="1"/>
          <p:nvPr/>
        </p:nvSpPr>
        <p:spPr>
          <a:xfrm>
            <a:off x="4060800" y="1744200"/>
            <a:ext cx="38016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880" spc="-1" strike="noStrike">
                <a:solidFill>
                  <a:srgbClr val="0e0e14"/>
                </a:solidFill>
                <a:latin typeface="Inter-Semi"/>
                <a:ea typeface="Inter-Semi"/>
              </a:rPr>
              <a:t>GFXT</a:t>
            </a:r>
            <a:endParaRPr b="0" lang="en-US" sz="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9" name=""/>
          <p:cNvSpPr txBox="1"/>
          <p:nvPr/>
        </p:nvSpPr>
        <p:spPr>
          <a:xfrm>
            <a:off x="4403160" y="1739520"/>
            <a:ext cx="1227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80" spc="-1" strike="noStrike">
                <a:solidFill>
                  <a:srgbClr val="2a2934"/>
                </a:solidFill>
                <a:latin typeface="Inter"/>
                <a:ea typeface="Inter"/>
              </a:rPr>
              <a:t> </a:t>
            </a:r>
            <a:r>
              <a:rPr b="0" lang="en-US" sz="880" spc="-1" strike="noStrike">
                <a:solidFill>
                  <a:srgbClr val="2a2934"/>
                </a:solidFill>
                <a:latin typeface="Inter"/>
                <a:ea typeface="Inter"/>
              </a:rPr>
              <a:t>("</a:t>
            </a:r>
            <a:endParaRPr b="0" lang="en-US" sz="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0" name=""/>
          <p:cNvSpPr txBox="1"/>
          <p:nvPr/>
        </p:nvSpPr>
        <p:spPr>
          <a:xfrm>
            <a:off x="4527360" y="1744200"/>
            <a:ext cx="36504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880" spc="-1" strike="noStrike">
                <a:solidFill>
                  <a:srgbClr val="0e0e14"/>
                </a:solidFill>
                <a:latin typeface="Inter-Semi"/>
                <a:ea typeface="Inter-Semi"/>
              </a:rPr>
              <a:t>Client</a:t>
            </a:r>
            <a:endParaRPr b="0" lang="en-US" sz="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1" name=""/>
          <p:cNvSpPr txBox="1"/>
          <p:nvPr/>
        </p:nvSpPr>
        <p:spPr>
          <a:xfrm>
            <a:off x="4842000" y="1739520"/>
            <a:ext cx="4550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80" spc="-1" strike="noStrike">
                <a:solidFill>
                  <a:srgbClr val="2a2934"/>
                </a:solidFill>
                <a:latin typeface="Inter"/>
                <a:ea typeface="Inter"/>
              </a:rPr>
              <a:t>", "you")</a:t>
            </a:r>
            <a:endParaRPr b="0" lang="en-US" sz="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2" name=""/>
          <p:cNvSpPr/>
          <p:nvPr/>
        </p:nvSpPr>
        <p:spPr>
          <a:xfrm>
            <a:off x="4924080" y="2124000"/>
            <a:ext cx="1800720" cy="9720"/>
          </a:xfrm>
          <a:custGeom>
            <a:avLst/>
            <a:gdLst/>
            <a:ahLst/>
            <a:rect l="0" t="0" r="r" b="b"/>
            <a:pathLst>
              <a:path w="5002" h="27">
                <a:moveTo>
                  <a:pt x="0" y="0"/>
                </a:moveTo>
                <a:lnTo>
                  <a:pt x="5002" y="0"/>
                </a:lnTo>
                <a:lnTo>
                  <a:pt x="500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db5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3" name=""/>
          <p:cNvSpPr txBox="1"/>
          <p:nvPr/>
        </p:nvSpPr>
        <p:spPr>
          <a:xfrm>
            <a:off x="4060800" y="1958760"/>
            <a:ext cx="9259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80" spc="-1" strike="noStrike">
                <a:solidFill>
                  <a:srgbClr val="2a2934"/>
                </a:solidFill>
                <a:latin typeface="Inter"/>
                <a:ea typeface="Inter"/>
              </a:rPr>
              <a:t>Represented by </a:t>
            </a:r>
            <a:r>
              <a:rPr b="0" lang="en-US" sz="880" spc="-1" strike="noStrike">
                <a:solidFill>
                  <a:srgbClr val="0e0e14"/>
                </a:solidFill>
                <a:latin typeface="Inter"/>
                <a:ea typeface="Inter"/>
              </a:rPr>
              <a:t>  </a:t>
            </a:r>
            <a:endParaRPr b="0" lang="en-US" sz="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4" name=""/>
          <p:cNvSpPr txBox="1"/>
          <p:nvPr/>
        </p:nvSpPr>
        <p:spPr>
          <a:xfrm>
            <a:off x="4060800" y="2187360"/>
            <a:ext cx="19483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80" spc="-1" strike="noStrike">
                <a:solidFill>
                  <a:srgbClr val="2a2934"/>
                </a:solidFill>
                <a:latin typeface="Inter"/>
                <a:ea typeface="Inter"/>
              </a:rPr>
              <a:t>677B, Faisal Town, Lahore, Pakistan</a:t>
            </a:r>
            <a:endParaRPr b="0" lang="en-US" sz="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5" name=""/>
          <p:cNvSpPr/>
          <p:nvPr/>
        </p:nvSpPr>
        <p:spPr>
          <a:xfrm>
            <a:off x="4743000" y="2571480"/>
            <a:ext cx="1619640" cy="10080"/>
          </a:xfrm>
          <a:custGeom>
            <a:avLst/>
            <a:gdLst/>
            <a:ahLst/>
            <a:rect l="0" t="0" r="r" b="b"/>
            <a:pathLst>
              <a:path w="4499" h="28">
                <a:moveTo>
                  <a:pt x="0" y="0"/>
                </a:moveTo>
                <a:lnTo>
                  <a:pt x="4499" y="0"/>
                </a:lnTo>
                <a:lnTo>
                  <a:pt x="44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db5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6" name=""/>
          <p:cNvSpPr txBox="1"/>
          <p:nvPr/>
        </p:nvSpPr>
        <p:spPr>
          <a:xfrm>
            <a:off x="4060800" y="2415960"/>
            <a:ext cx="7444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80" spc="-1" strike="noStrike">
                <a:solidFill>
                  <a:srgbClr val="2a2934"/>
                </a:solidFill>
                <a:latin typeface="Inter"/>
                <a:ea typeface="Inter"/>
              </a:rPr>
              <a:t>CNIC / NTN </a:t>
            </a:r>
            <a:r>
              <a:rPr b="0" lang="en-US" sz="880" spc="-1" strike="noStrike">
                <a:solidFill>
                  <a:srgbClr val="0e0e14"/>
                </a:solidFill>
                <a:latin typeface="Inter"/>
                <a:ea typeface="Inter"/>
              </a:rPr>
              <a:t>  </a:t>
            </a:r>
            <a:endParaRPr b="0" lang="en-US" sz="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7" name=""/>
          <p:cNvSpPr txBox="1"/>
          <p:nvPr/>
        </p:nvSpPr>
        <p:spPr>
          <a:xfrm>
            <a:off x="647640" y="3153960"/>
            <a:ext cx="6195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It starts on 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8" name=""/>
          <p:cNvSpPr txBox="1"/>
          <p:nvPr/>
        </p:nvSpPr>
        <p:spPr>
          <a:xfrm>
            <a:off x="1266480" y="3158640"/>
            <a:ext cx="12992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20" spc="-1" strike="noStrike">
                <a:solidFill>
                  <a:srgbClr val="0e0e14"/>
                </a:solidFill>
                <a:latin typeface="Inter-Semi"/>
                <a:ea typeface="Inter-Semi"/>
              </a:rPr>
              <a:t>25 September 2026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9" name=""/>
          <p:cNvSpPr txBox="1"/>
          <p:nvPr/>
        </p:nvSpPr>
        <p:spPr>
          <a:xfrm>
            <a:off x="2386440" y="3153960"/>
            <a:ext cx="20642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 </a:t>
            </a:r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and covers the GFXT website (the "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0" name=""/>
          <p:cNvSpPr txBox="1"/>
          <p:nvPr/>
        </p:nvSpPr>
        <p:spPr>
          <a:xfrm>
            <a:off x="4420080" y="3158640"/>
            <a:ext cx="5385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20" spc="-1" strike="noStrike">
                <a:solidFill>
                  <a:srgbClr val="0e0e14"/>
                </a:solidFill>
                <a:latin typeface="Inter-Semi"/>
                <a:ea typeface="Inter-Semi"/>
              </a:rPr>
              <a:t>Website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1" name=""/>
          <p:cNvSpPr txBox="1"/>
          <p:nvPr/>
        </p:nvSpPr>
        <p:spPr>
          <a:xfrm>
            <a:off x="4879080" y="3153960"/>
            <a:ext cx="1317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").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2" name=""/>
          <p:cNvSpPr txBox="1"/>
          <p:nvPr/>
        </p:nvSpPr>
        <p:spPr>
          <a:xfrm>
            <a:off x="647640" y="3453840"/>
            <a:ext cx="1023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000" spc="-1" strike="noStrike">
                <a:solidFill>
                  <a:srgbClr val="6a26d8"/>
                </a:solidFill>
                <a:latin typeface="Inter-Semi"/>
                <a:ea typeface="Inter-Semi"/>
              </a:rPr>
              <a:t>1. </a:t>
            </a:r>
            <a:r>
              <a:rPr b="1" lang="en-US" sz="1000" spc="-1" strike="noStrike">
                <a:solidFill>
                  <a:srgbClr val="0e0e14"/>
                </a:solidFill>
                <a:latin typeface="Inter-Semi"/>
                <a:ea typeface="Inter-Semi"/>
              </a:rPr>
              <a:t>What we do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3" name=""/>
          <p:cNvSpPr txBox="1"/>
          <p:nvPr/>
        </p:nvSpPr>
        <p:spPr>
          <a:xfrm>
            <a:off x="647640" y="5930280"/>
            <a:ext cx="14943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000" spc="-1" strike="noStrike">
                <a:solidFill>
                  <a:srgbClr val="6a26d8"/>
                </a:solidFill>
                <a:latin typeface="Inter-Semi"/>
                <a:ea typeface="Inter-Semi"/>
              </a:rPr>
              <a:t>2. </a:t>
            </a:r>
            <a:r>
              <a:rPr b="1" lang="en-US" sz="1000" spc="-1" strike="noStrike">
                <a:solidFill>
                  <a:srgbClr val="0e0e14"/>
                </a:solidFill>
                <a:latin typeface="Inter-Semi"/>
                <a:ea typeface="Inter-Semi"/>
              </a:rPr>
              <a:t>Fees and payment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4" name=""/>
          <p:cNvSpPr txBox="1"/>
          <p:nvPr/>
        </p:nvSpPr>
        <p:spPr>
          <a:xfrm>
            <a:off x="647640" y="7473600"/>
            <a:ext cx="28141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000" spc="-1" strike="noStrike">
                <a:solidFill>
                  <a:srgbClr val="6a26d8"/>
                </a:solidFill>
                <a:latin typeface="Inter-Semi"/>
                <a:ea typeface="Inter-Semi"/>
              </a:rPr>
              <a:t>3. </a:t>
            </a:r>
            <a:r>
              <a:rPr b="1" lang="en-US" sz="1000" spc="-1" strike="noStrike">
                <a:solidFill>
                  <a:srgbClr val="0e0e14"/>
                </a:solidFill>
                <a:latin typeface="Inter-Semi"/>
                <a:ea typeface="Inter-Semi"/>
              </a:rPr>
              <a:t>Domain, hosting and email are yours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5" name=""/>
          <p:cNvSpPr txBox="1"/>
          <p:nvPr/>
        </p:nvSpPr>
        <p:spPr>
          <a:xfrm>
            <a:off x="647640" y="8959320"/>
            <a:ext cx="18813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000" spc="-1" strike="noStrike">
                <a:solidFill>
                  <a:srgbClr val="6a26d8"/>
                </a:solidFill>
                <a:latin typeface="Inter-Semi"/>
                <a:ea typeface="Inter-Semi"/>
              </a:rPr>
              <a:t>4. </a:t>
            </a:r>
            <a:r>
              <a:rPr b="1" lang="en-US" sz="1000" spc="-1" strike="noStrike">
                <a:solidFill>
                  <a:srgbClr val="0e0e14"/>
                </a:solidFill>
                <a:latin typeface="Inter-Semi"/>
                <a:ea typeface="Inter-Semi"/>
              </a:rPr>
              <a:t>What we need from you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6" name=""/>
          <p:cNvSpPr txBox="1"/>
          <p:nvPr/>
        </p:nvSpPr>
        <p:spPr>
          <a:xfrm>
            <a:off x="971640" y="3711240"/>
            <a:ext cx="9241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20" spc="-1" strike="noStrike">
                <a:solidFill>
                  <a:srgbClr val="0e0e14"/>
                </a:solidFill>
                <a:latin typeface="Inter-Semi"/>
                <a:ea typeface="Inter-Semi"/>
              </a:rPr>
              <a:t>Development.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7" name=""/>
          <p:cNvSpPr txBox="1"/>
          <p:nvPr/>
        </p:nvSpPr>
        <p:spPr>
          <a:xfrm>
            <a:off x="1756440" y="3706200"/>
            <a:ext cx="50529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 </a:t>
            </a:r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We have designed and built the Website Home, About Us, Services, Portfolio, Clients, Our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8" name=""/>
          <p:cNvSpPr txBox="1"/>
          <p:nvPr/>
        </p:nvSpPr>
        <p:spPr>
          <a:xfrm>
            <a:off x="971640" y="3887280"/>
            <a:ext cx="58010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Management, Contact Us) from the company profile, content, photos and logos GFXT provided, and we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9" name=""/>
          <p:cNvSpPr txBox="1"/>
          <p:nvPr/>
        </p:nvSpPr>
        <p:spPr>
          <a:xfrm>
            <a:off x="971640" y="4077720"/>
            <a:ext cx="18172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are completing the final touches.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0" name=""/>
          <p:cNvSpPr txBox="1"/>
          <p:nvPr/>
        </p:nvSpPr>
        <p:spPr>
          <a:xfrm>
            <a:off x="647640" y="3697200"/>
            <a:ext cx="11808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1.1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1" name=""/>
          <p:cNvSpPr txBox="1"/>
          <p:nvPr/>
        </p:nvSpPr>
        <p:spPr>
          <a:xfrm>
            <a:off x="971640" y="4320720"/>
            <a:ext cx="5187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20" spc="-1" strike="noStrike">
                <a:solidFill>
                  <a:srgbClr val="0e0e14"/>
                </a:solidFill>
                <a:latin typeface="Inter-Semi"/>
                <a:ea typeface="Inter-Semi"/>
              </a:rPr>
              <a:t>Launch.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2" name=""/>
          <p:cNvSpPr txBox="1"/>
          <p:nvPr/>
        </p:nvSpPr>
        <p:spPr>
          <a:xfrm>
            <a:off x="1424160" y="4316040"/>
            <a:ext cx="55206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 </a:t>
            </a:r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We put the Website live on your domain and set up everything included in the package you choose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3" name=""/>
          <p:cNvSpPr txBox="1"/>
          <p:nvPr/>
        </p:nvSpPr>
        <p:spPr>
          <a:xfrm>
            <a:off x="971640" y="4506480"/>
            <a:ext cx="17593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(see the Fees &amp; Package page).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4" name=""/>
          <p:cNvSpPr txBox="1"/>
          <p:nvPr/>
        </p:nvSpPr>
        <p:spPr>
          <a:xfrm>
            <a:off x="647640" y="4306680"/>
            <a:ext cx="13932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1.2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5" name=""/>
          <p:cNvSpPr txBox="1"/>
          <p:nvPr/>
        </p:nvSpPr>
        <p:spPr>
          <a:xfrm>
            <a:off x="971640" y="4758840"/>
            <a:ext cx="3466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20" spc="-1" strike="noStrike">
                <a:solidFill>
                  <a:srgbClr val="0e0e14"/>
                </a:solidFill>
                <a:latin typeface="Inter-Semi"/>
                <a:ea typeface="Inter-Semi"/>
              </a:rPr>
              <a:t>Care.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6" name=""/>
          <p:cNvSpPr txBox="1"/>
          <p:nvPr/>
        </p:nvSpPr>
        <p:spPr>
          <a:xfrm>
            <a:off x="1274760" y="4754160"/>
            <a:ext cx="29343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 </a:t>
            </a:r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With Complete Care, we look after the Website until 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7" name=""/>
          <p:cNvSpPr txBox="1"/>
          <p:nvPr/>
        </p:nvSpPr>
        <p:spPr>
          <a:xfrm>
            <a:off x="4196520" y="4758840"/>
            <a:ext cx="12992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20" spc="-1" strike="noStrike">
                <a:solidFill>
                  <a:srgbClr val="0e0e14"/>
                </a:solidFill>
                <a:latin typeface="Inter-Semi"/>
                <a:ea typeface="Inter-Semi"/>
              </a:rPr>
              <a:t>30 September 2027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8" name=""/>
          <p:cNvSpPr txBox="1"/>
          <p:nvPr/>
        </p:nvSpPr>
        <p:spPr>
          <a:xfrm>
            <a:off x="5320080" y="4754160"/>
            <a:ext cx="15980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, and minor changes are free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9" name=""/>
          <p:cNvSpPr txBox="1"/>
          <p:nvPr/>
        </p:nvSpPr>
        <p:spPr>
          <a:xfrm>
            <a:off x="971640" y="4934880"/>
            <a:ext cx="6498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for the first 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0" name=""/>
          <p:cNvSpPr txBox="1"/>
          <p:nvPr/>
        </p:nvSpPr>
        <p:spPr>
          <a:xfrm>
            <a:off x="1625760" y="4939920"/>
            <a:ext cx="5144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20" spc="-1" strike="noStrike">
                <a:solidFill>
                  <a:srgbClr val="0e0e14"/>
                </a:solidFill>
                <a:latin typeface="Inter-Semi"/>
                <a:ea typeface="Inter-Semi"/>
              </a:rPr>
              <a:t>30 days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1" name=""/>
          <p:cNvSpPr txBox="1"/>
          <p:nvPr/>
        </p:nvSpPr>
        <p:spPr>
          <a:xfrm>
            <a:off x="2080800" y="4934880"/>
            <a:ext cx="40075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 </a:t>
            </a:r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after go-live. With Launch Essentials, we fix any bugs you report within 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2" name=""/>
          <p:cNvSpPr txBox="1"/>
          <p:nvPr/>
        </p:nvSpPr>
        <p:spPr>
          <a:xfrm>
            <a:off x="6102720" y="4939920"/>
            <a:ext cx="5144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20" spc="-1" strike="noStrike">
                <a:solidFill>
                  <a:srgbClr val="0e0e14"/>
                </a:solidFill>
                <a:latin typeface="Inter-Semi"/>
                <a:ea typeface="Inter-Semi"/>
              </a:rPr>
              <a:t>14 days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3" name=""/>
          <p:cNvSpPr txBox="1"/>
          <p:nvPr/>
        </p:nvSpPr>
        <p:spPr>
          <a:xfrm>
            <a:off x="6533640" y="4934880"/>
            <a:ext cx="3758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 </a:t>
            </a:r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of go-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4" name=""/>
          <p:cNvSpPr txBox="1"/>
          <p:nvPr/>
        </p:nvSpPr>
        <p:spPr>
          <a:xfrm>
            <a:off x="971640" y="5125320"/>
            <a:ext cx="224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live.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5" name=""/>
          <p:cNvSpPr txBox="1"/>
          <p:nvPr/>
        </p:nvSpPr>
        <p:spPr>
          <a:xfrm>
            <a:off x="647640" y="4744800"/>
            <a:ext cx="13932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1.3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6" name=""/>
          <p:cNvSpPr txBox="1"/>
          <p:nvPr/>
        </p:nvSpPr>
        <p:spPr>
          <a:xfrm>
            <a:off x="971640" y="5373000"/>
            <a:ext cx="5816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Anything new, such as extra pages, new features or a redesign, is not included. We'll quote it separately,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7" name=""/>
          <p:cNvSpPr txBox="1"/>
          <p:nvPr/>
        </p:nvSpPr>
        <p:spPr>
          <a:xfrm>
            <a:off x="971640" y="5554080"/>
            <a:ext cx="18860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and we only start once you agree.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8" name=""/>
          <p:cNvSpPr txBox="1"/>
          <p:nvPr/>
        </p:nvSpPr>
        <p:spPr>
          <a:xfrm>
            <a:off x="647640" y="5364000"/>
            <a:ext cx="14256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1.4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9" name=""/>
          <p:cNvSpPr txBox="1"/>
          <p:nvPr/>
        </p:nvSpPr>
        <p:spPr>
          <a:xfrm>
            <a:off x="971640" y="6182640"/>
            <a:ext cx="56379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The fees are on the Fees &amp; Package page. They are special referral rates, below our standard pricing.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0" name=""/>
          <p:cNvSpPr txBox="1"/>
          <p:nvPr/>
        </p:nvSpPr>
        <p:spPr>
          <a:xfrm>
            <a:off x="647640" y="6173640"/>
            <a:ext cx="13932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2.1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1" name=""/>
          <p:cNvSpPr txBox="1"/>
          <p:nvPr/>
        </p:nvSpPr>
        <p:spPr>
          <a:xfrm>
            <a:off x="971640" y="6420960"/>
            <a:ext cx="6195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You pay in 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2" name=""/>
          <p:cNvSpPr txBox="1"/>
          <p:nvPr/>
        </p:nvSpPr>
        <p:spPr>
          <a:xfrm>
            <a:off x="1598400" y="6425640"/>
            <a:ext cx="10659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20" spc="-1" strike="noStrike">
                <a:solidFill>
                  <a:srgbClr val="0e0e14"/>
                </a:solidFill>
                <a:latin typeface="Inter-Semi"/>
                <a:ea typeface="Inter-Semi"/>
              </a:rPr>
              <a:t>two instalments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3" name=""/>
          <p:cNvSpPr txBox="1"/>
          <p:nvPr/>
        </p:nvSpPr>
        <p:spPr>
          <a:xfrm>
            <a:off x="2499840" y="6420960"/>
            <a:ext cx="43624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: the development fee plus half of the launch fee on signing, and the remaining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4" name=""/>
          <p:cNvSpPr txBox="1"/>
          <p:nvPr/>
        </p:nvSpPr>
        <p:spPr>
          <a:xfrm>
            <a:off x="971640" y="6611400"/>
            <a:ext cx="20840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half on the day the Website goes live.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5" name=""/>
          <p:cNvSpPr txBox="1"/>
          <p:nvPr/>
        </p:nvSpPr>
        <p:spPr>
          <a:xfrm>
            <a:off x="647640" y="6411600"/>
            <a:ext cx="16092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2.2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6" name=""/>
          <p:cNvSpPr txBox="1"/>
          <p:nvPr/>
        </p:nvSpPr>
        <p:spPr>
          <a:xfrm>
            <a:off x="971640" y="6859080"/>
            <a:ext cx="5717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You can pay by bank transfer, Easypaisa, JazzCash or cash, and we issue a receipt for every payment.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7" name=""/>
          <p:cNvSpPr txBox="1"/>
          <p:nvPr/>
        </p:nvSpPr>
        <p:spPr>
          <a:xfrm>
            <a:off x="647640" y="6849720"/>
            <a:ext cx="16236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2.3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8" name=""/>
          <p:cNvSpPr txBox="1"/>
          <p:nvPr/>
        </p:nvSpPr>
        <p:spPr>
          <a:xfrm>
            <a:off x="971640" y="7097040"/>
            <a:ext cx="42300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If a payment is more than 7 days late, we may pause work until it's received.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9" name=""/>
          <p:cNvSpPr txBox="1"/>
          <p:nvPr/>
        </p:nvSpPr>
        <p:spPr>
          <a:xfrm>
            <a:off x="647640" y="7087680"/>
            <a:ext cx="16524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2.4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0" name=""/>
          <p:cNvSpPr txBox="1"/>
          <p:nvPr/>
        </p:nvSpPr>
        <p:spPr>
          <a:xfrm>
            <a:off x="971640" y="7725600"/>
            <a:ext cx="26892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You buy the domain, hosting and any email plan 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1" name=""/>
          <p:cNvSpPr txBox="1"/>
          <p:nvPr/>
        </p:nvSpPr>
        <p:spPr>
          <a:xfrm>
            <a:off x="3689640" y="7730640"/>
            <a:ext cx="28810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20" spc="-1" strike="noStrike">
                <a:solidFill>
                  <a:srgbClr val="0e0e14"/>
                </a:solidFill>
                <a:latin typeface="Inter-Semi"/>
                <a:ea typeface="Inter-Semi"/>
              </a:rPr>
              <a:t>directly from the provider, in GFXT's name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2" name=""/>
          <p:cNvSpPr txBox="1"/>
          <p:nvPr/>
        </p:nvSpPr>
        <p:spPr>
          <a:xfrm>
            <a:off x="6148800" y="7725600"/>
            <a:ext cx="7610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. We help you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3" name=""/>
          <p:cNvSpPr txBox="1"/>
          <p:nvPr/>
        </p:nvSpPr>
        <p:spPr>
          <a:xfrm>
            <a:off x="971640" y="7916400"/>
            <a:ext cx="30610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choose and buy, and we don't charge any commission.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4" name=""/>
          <p:cNvSpPr txBox="1"/>
          <p:nvPr/>
        </p:nvSpPr>
        <p:spPr>
          <a:xfrm>
            <a:off x="647640" y="7716600"/>
            <a:ext cx="13932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3.1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5" name=""/>
          <p:cNvSpPr txBox="1"/>
          <p:nvPr/>
        </p:nvSpPr>
        <p:spPr>
          <a:xfrm>
            <a:off x="971640" y="8154360"/>
            <a:ext cx="59169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You own these accounts and pay their yearly renewals to the provider. We'll remind you when a renewal is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6" name=""/>
          <p:cNvSpPr txBox="1"/>
          <p:nvPr/>
        </p:nvSpPr>
        <p:spPr>
          <a:xfrm>
            <a:off x="971640" y="8344800"/>
            <a:ext cx="18813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coming up during the care period.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7" name=""/>
          <p:cNvSpPr txBox="1"/>
          <p:nvPr/>
        </p:nvSpPr>
        <p:spPr>
          <a:xfrm>
            <a:off x="647640" y="8145000"/>
            <a:ext cx="16236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3.2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8" name=""/>
          <p:cNvSpPr txBox="1"/>
          <p:nvPr/>
        </p:nvSpPr>
        <p:spPr>
          <a:xfrm>
            <a:off x="971640" y="8583120"/>
            <a:ext cx="5354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At launch we hand over all logins. You can change passwords or remove our access at any time.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9" name=""/>
          <p:cNvSpPr txBox="1"/>
          <p:nvPr/>
        </p:nvSpPr>
        <p:spPr>
          <a:xfrm>
            <a:off x="647640" y="8573760"/>
            <a:ext cx="16236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3.3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0" name=""/>
          <p:cNvSpPr txBox="1"/>
          <p:nvPr/>
        </p:nvSpPr>
        <p:spPr>
          <a:xfrm>
            <a:off x="971640" y="9211680"/>
            <a:ext cx="47494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Timely feedback, approvals and access. If these are delayed, launch may move back.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1" name=""/>
          <p:cNvSpPr txBox="1"/>
          <p:nvPr/>
        </p:nvSpPr>
        <p:spPr>
          <a:xfrm>
            <a:off x="647640" y="9202320"/>
            <a:ext cx="14256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4.1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2" name=""/>
          <p:cNvSpPr txBox="1"/>
          <p:nvPr/>
        </p:nvSpPr>
        <p:spPr>
          <a:xfrm>
            <a:off x="971640" y="9459360"/>
            <a:ext cx="4607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Confirmation that you have the right to use the text, images and logos you send us.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3" name=""/>
          <p:cNvSpPr txBox="1"/>
          <p:nvPr/>
        </p:nvSpPr>
        <p:spPr>
          <a:xfrm>
            <a:off x="647640" y="9450000"/>
            <a:ext cx="16524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4.2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"/>
          <p:cNvSpPr/>
          <p:nvPr/>
        </p:nvSpPr>
        <p:spPr>
          <a:xfrm>
            <a:off x="647640" y="866520"/>
            <a:ext cx="6267600" cy="9106200"/>
          </a:xfrm>
          <a:custGeom>
            <a:avLst/>
            <a:gdLst/>
            <a:ahLst/>
            <a:rect l="0" t="0" r="r" b="b"/>
            <a:pathLst>
              <a:path w="17410" h="25295">
                <a:moveTo>
                  <a:pt x="0" y="0"/>
                </a:moveTo>
                <a:lnTo>
                  <a:pt x="17410" y="0"/>
                </a:lnTo>
                <a:lnTo>
                  <a:pt x="17410" y="25295"/>
                </a:lnTo>
                <a:lnTo>
                  <a:pt x="0" y="252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5" name=""/>
          <p:cNvSpPr txBox="1"/>
          <p:nvPr/>
        </p:nvSpPr>
        <p:spPr>
          <a:xfrm>
            <a:off x="647640" y="647280"/>
            <a:ext cx="129168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6a26d8"/>
                </a:solidFill>
                <a:latin typeface="Inter"/>
                <a:ea typeface="Inter"/>
              </a:rPr>
              <a:t>SERVICE AGREEMENT · GFX-T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6" name=""/>
          <p:cNvSpPr txBox="1"/>
          <p:nvPr/>
        </p:nvSpPr>
        <p:spPr>
          <a:xfrm>
            <a:off x="6038280" y="647280"/>
            <a:ext cx="94860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9a9496"/>
                </a:solidFill>
                <a:latin typeface="Inter"/>
                <a:ea typeface="Inter"/>
              </a:rPr>
              <a:t>O B D - G F XT-2 0 2 6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7" name=""/>
          <p:cNvSpPr txBox="1"/>
          <p:nvPr/>
        </p:nvSpPr>
        <p:spPr>
          <a:xfrm>
            <a:off x="6350400" y="10286640"/>
            <a:ext cx="4838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9a9496"/>
                </a:solidFill>
                <a:latin typeface="Inter"/>
                <a:ea typeface="Inter"/>
              </a:rPr>
              <a:t>Page 3 of 4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8" name=""/>
          <p:cNvSpPr txBox="1"/>
          <p:nvPr/>
        </p:nvSpPr>
        <p:spPr>
          <a:xfrm>
            <a:off x="647640" y="10286640"/>
            <a:ext cx="17564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9a9496"/>
                </a:solidFill>
                <a:latin typeface="Inter"/>
                <a:ea typeface="Inter"/>
              </a:rPr>
              <a:t>OBD AI SOLUTIONS · LAHORE, PAKISTAN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9" name=""/>
          <p:cNvSpPr txBox="1"/>
          <p:nvPr/>
        </p:nvSpPr>
        <p:spPr>
          <a:xfrm>
            <a:off x="647640" y="891720"/>
            <a:ext cx="20325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000" spc="-1" strike="noStrike">
                <a:solidFill>
                  <a:srgbClr val="6a26d8"/>
                </a:solidFill>
                <a:latin typeface="Inter-Semi"/>
                <a:ea typeface="Inter-Semi"/>
              </a:rPr>
              <a:t>5. </a:t>
            </a:r>
            <a:r>
              <a:rPr b="1" lang="en-US" sz="1000" spc="-1" strike="noStrike">
                <a:solidFill>
                  <a:srgbClr val="0e0e14"/>
                </a:solidFill>
                <a:latin typeface="Inter-Semi"/>
                <a:ea typeface="Inter-Semi"/>
              </a:rPr>
              <a:t>Ownership of the Website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0" name=""/>
          <p:cNvSpPr txBox="1"/>
          <p:nvPr/>
        </p:nvSpPr>
        <p:spPr>
          <a:xfrm>
            <a:off x="647640" y="1787040"/>
            <a:ext cx="7034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000" spc="-1" strike="noStrike">
                <a:solidFill>
                  <a:srgbClr val="6a26d8"/>
                </a:solidFill>
                <a:latin typeface="Inter-Semi"/>
                <a:ea typeface="Inter-Semi"/>
              </a:rPr>
              <a:t>6. </a:t>
            </a:r>
            <a:r>
              <a:rPr b="1" lang="en-US" sz="1000" spc="-1" strike="noStrike">
                <a:solidFill>
                  <a:srgbClr val="0e0e14"/>
                </a:solidFill>
                <a:latin typeface="Inter-Semi"/>
                <a:ea typeface="Inter-Semi"/>
              </a:rPr>
              <a:t>Privacy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1" name=""/>
          <p:cNvSpPr txBox="1"/>
          <p:nvPr/>
        </p:nvSpPr>
        <p:spPr>
          <a:xfrm>
            <a:off x="647640" y="2406240"/>
            <a:ext cx="8985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000" spc="-1" strike="noStrike">
                <a:solidFill>
                  <a:srgbClr val="6a26d8"/>
                </a:solidFill>
                <a:latin typeface="Inter-Semi"/>
                <a:ea typeface="Inter-Semi"/>
              </a:rPr>
              <a:t>7. </a:t>
            </a:r>
            <a:r>
              <a:rPr b="1" lang="en-US" sz="1000" spc="-1" strike="noStrike">
                <a:solidFill>
                  <a:srgbClr val="0e0e14"/>
                </a:solidFill>
                <a:latin typeface="Inter-Semi"/>
                <a:ea typeface="Inter-Semi"/>
              </a:rPr>
              <a:t>Fair limits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2" name=""/>
          <p:cNvSpPr txBox="1"/>
          <p:nvPr/>
        </p:nvSpPr>
        <p:spPr>
          <a:xfrm>
            <a:off x="647640" y="3463560"/>
            <a:ext cx="5936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000" spc="-1" strike="noStrike">
                <a:solidFill>
                  <a:srgbClr val="6a26d8"/>
                </a:solidFill>
                <a:latin typeface="Inter-Semi"/>
                <a:ea typeface="Inter-Semi"/>
              </a:rPr>
              <a:t>8. </a:t>
            </a:r>
            <a:r>
              <a:rPr b="1" lang="en-US" sz="1000" spc="-1" strike="noStrike">
                <a:solidFill>
                  <a:srgbClr val="0e0e14"/>
                </a:solidFill>
                <a:latin typeface="Inter-Semi"/>
                <a:ea typeface="Inter-Semi"/>
              </a:rPr>
              <a:t>Taxes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3" name=""/>
          <p:cNvSpPr txBox="1"/>
          <p:nvPr/>
        </p:nvSpPr>
        <p:spPr>
          <a:xfrm>
            <a:off x="647640" y="4273200"/>
            <a:ext cx="17733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000" spc="-1" strike="noStrike">
                <a:solidFill>
                  <a:srgbClr val="6a26d8"/>
                </a:solidFill>
                <a:latin typeface="Inter-Semi"/>
                <a:ea typeface="Inter-Semi"/>
              </a:rPr>
              <a:t>9. </a:t>
            </a:r>
            <a:r>
              <a:rPr b="1" lang="en-US" sz="1000" spc="-1" strike="noStrike">
                <a:solidFill>
                  <a:srgbClr val="0e0e14"/>
                </a:solidFill>
                <a:latin typeface="Inter-Semi"/>
                <a:ea typeface="Inter-Semi"/>
              </a:rPr>
              <a:t>Ending the agreement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4" name=""/>
          <p:cNvSpPr txBox="1"/>
          <p:nvPr/>
        </p:nvSpPr>
        <p:spPr>
          <a:xfrm>
            <a:off x="647640" y="5330520"/>
            <a:ext cx="12780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000" spc="-1" strike="noStrike">
                <a:solidFill>
                  <a:srgbClr val="6a26d8"/>
                </a:solidFill>
                <a:latin typeface="Inter-Semi"/>
                <a:ea typeface="Inter-Semi"/>
              </a:rPr>
              <a:t>10. </a:t>
            </a:r>
            <a:r>
              <a:rPr b="1" lang="en-US" sz="1000" spc="-1" strike="noStrike">
                <a:solidFill>
                  <a:srgbClr val="0e0e14"/>
                </a:solidFill>
                <a:latin typeface="Inter-Semi"/>
                <a:ea typeface="Inter-Semi"/>
              </a:rPr>
              <a:t>If we disagree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5" name=""/>
          <p:cNvSpPr txBox="1"/>
          <p:nvPr/>
        </p:nvSpPr>
        <p:spPr>
          <a:xfrm>
            <a:off x="647640" y="6139800"/>
            <a:ext cx="823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000" spc="-1" strike="noStrike">
                <a:solidFill>
                  <a:srgbClr val="6a26d8"/>
                </a:solidFill>
                <a:latin typeface="Inter-Semi"/>
                <a:ea typeface="Inter-Semi"/>
              </a:rPr>
              <a:t>11. </a:t>
            </a:r>
            <a:r>
              <a:rPr b="1" lang="en-US" sz="1000" spc="-1" strike="noStrike">
                <a:solidFill>
                  <a:srgbClr val="0e0e14"/>
                </a:solidFill>
                <a:latin typeface="Inter-Semi"/>
                <a:ea typeface="Inter-Semi"/>
              </a:rPr>
              <a:t>General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6" name=""/>
          <p:cNvSpPr txBox="1"/>
          <p:nvPr/>
        </p:nvSpPr>
        <p:spPr>
          <a:xfrm>
            <a:off x="647640" y="7340040"/>
            <a:ext cx="12459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20" spc="-1" strike="noStrike">
                <a:solidFill>
                  <a:srgbClr val="0e0e14"/>
                </a:solidFill>
                <a:latin typeface="Inter-Semi"/>
                <a:ea typeface="Inter-Semi"/>
              </a:rPr>
              <a:t>Agreed and signed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7" name=""/>
          <p:cNvSpPr/>
          <p:nvPr/>
        </p:nvSpPr>
        <p:spPr>
          <a:xfrm>
            <a:off x="652320" y="7652880"/>
            <a:ext cx="2943360" cy="2086560"/>
          </a:xfrm>
          <a:custGeom>
            <a:avLst/>
            <a:gdLst/>
            <a:ahLst/>
            <a:rect l="0" t="0" r="r" b="b"/>
            <a:pathLst>
              <a:path w="8176" h="5796">
                <a:moveTo>
                  <a:pt x="0" y="5569"/>
                </a:moveTo>
                <a:lnTo>
                  <a:pt x="0" y="227"/>
                </a:lnTo>
                <a:cubicBezTo>
                  <a:pt x="0" y="212"/>
                  <a:pt x="1" y="197"/>
                  <a:pt x="4" y="183"/>
                </a:cubicBezTo>
                <a:cubicBezTo>
                  <a:pt x="7" y="168"/>
                  <a:pt x="11" y="154"/>
                  <a:pt x="17" y="140"/>
                </a:cubicBezTo>
                <a:cubicBezTo>
                  <a:pt x="23" y="127"/>
                  <a:pt x="30" y="113"/>
                  <a:pt x="38" y="101"/>
                </a:cubicBezTo>
                <a:cubicBezTo>
                  <a:pt x="46" y="89"/>
                  <a:pt x="56" y="77"/>
                  <a:pt x="66" y="67"/>
                </a:cubicBezTo>
                <a:cubicBezTo>
                  <a:pt x="77" y="56"/>
                  <a:pt x="88" y="47"/>
                  <a:pt x="101" y="39"/>
                </a:cubicBezTo>
                <a:cubicBezTo>
                  <a:pt x="113" y="30"/>
                  <a:pt x="126" y="23"/>
                  <a:pt x="140" y="18"/>
                </a:cubicBezTo>
                <a:cubicBezTo>
                  <a:pt x="154" y="12"/>
                  <a:pt x="168" y="8"/>
                  <a:pt x="182" y="5"/>
                </a:cubicBezTo>
                <a:cubicBezTo>
                  <a:pt x="197" y="2"/>
                  <a:pt x="212" y="0"/>
                  <a:pt x="227" y="0"/>
                </a:cubicBezTo>
                <a:lnTo>
                  <a:pt x="7950" y="0"/>
                </a:lnTo>
                <a:cubicBezTo>
                  <a:pt x="7964" y="0"/>
                  <a:pt x="7979" y="2"/>
                  <a:pt x="7994" y="5"/>
                </a:cubicBezTo>
                <a:cubicBezTo>
                  <a:pt x="8008" y="8"/>
                  <a:pt x="8023" y="12"/>
                  <a:pt x="8036" y="18"/>
                </a:cubicBezTo>
                <a:cubicBezTo>
                  <a:pt x="8050" y="23"/>
                  <a:pt x="8063" y="30"/>
                  <a:pt x="8076" y="39"/>
                </a:cubicBezTo>
                <a:cubicBezTo>
                  <a:pt x="8088" y="47"/>
                  <a:pt x="8099" y="56"/>
                  <a:pt x="8110" y="67"/>
                </a:cubicBezTo>
                <a:cubicBezTo>
                  <a:pt x="8120" y="77"/>
                  <a:pt x="8130" y="89"/>
                  <a:pt x="8138" y="101"/>
                </a:cubicBezTo>
                <a:cubicBezTo>
                  <a:pt x="8146" y="113"/>
                  <a:pt x="8153" y="127"/>
                  <a:pt x="8159" y="140"/>
                </a:cubicBezTo>
                <a:cubicBezTo>
                  <a:pt x="8165" y="154"/>
                  <a:pt x="8169" y="168"/>
                  <a:pt x="8172" y="183"/>
                </a:cubicBezTo>
                <a:cubicBezTo>
                  <a:pt x="8175" y="197"/>
                  <a:pt x="8176" y="212"/>
                  <a:pt x="8176" y="227"/>
                </a:cubicBezTo>
                <a:lnTo>
                  <a:pt x="8176" y="5569"/>
                </a:lnTo>
                <a:cubicBezTo>
                  <a:pt x="8176" y="5584"/>
                  <a:pt x="8175" y="5598"/>
                  <a:pt x="8172" y="5613"/>
                </a:cubicBezTo>
                <a:cubicBezTo>
                  <a:pt x="8169" y="5628"/>
                  <a:pt x="8165" y="5642"/>
                  <a:pt x="8159" y="5656"/>
                </a:cubicBezTo>
                <a:cubicBezTo>
                  <a:pt x="8153" y="5669"/>
                  <a:pt x="8146" y="5682"/>
                  <a:pt x="8138" y="5695"/>
                </a:cubicBezTo>
                <a:cubicBezTo>
                  <a:pt x="8130" y="5707"/>
                  <a:pt x="8120" y="5719"/>
                  <a:pt x="8110" y="5729"/>
                </a:cubicBezTo>
                <a:cubicBezTo>
                  <a:pt x="8099" y="5740"/>
                  <a:pt x="8088" y="5749"/>
                  <a:pt x="8076" y="5757"/>
                </a:cubicBezTo>
                <a:cubicBezTo>
                  <a:pt x="8063" y="5766"/>
                  <a:pt x="8050" y="5773"/>
                  <a:pt x="8036" y="5778"/>
                </a:cubicBezTo>
                <a:cubicBezTo>
                  <a:pt x="8023" y="5784"/>
                  <a:pt x="8008" y="5788"/>
                  <a:pt x="7994" y="5791"/>
                </a:cubicBezTo>
                <a:cubicBezTo>
                  <a:pt x="7979" y="5794"/>
                  <a:pt x="7964" y="5796"/>
                  <a:pt x="7950" y="5796"/>
                </a:cubicBezTo>
                <a:lnTo>
                  <a:pt x="227" y="5796"/>
                </a:lnTo>
                <a:cubicBezTo>
                  <a:pt x="212" y="5796"/>
                  <a:pt x="197" y="5794"/>
                  <a:pt x="182" y="5791"/>
                </a:cubicBezTo>
                <a:cubicBezTo>
                  <a:pt x="168" y="5788"/>
                  <a:pt x="154" y="5784"/>
                  <a:pt x="140" y="5778"/>
                </a:cubicBezTo>
                <a:cubicBezTo>
                  <a:pt x="126" y="5773"/>
                  <a:pt x="113" y="5766"/>
                  <a:pt x="101" y="5757"/>
                </a:cubicBezTo>
                <a:cubicBezTo>
                  <a:pt x="88" y="5749"/>
                  <a:pt x="77" y="5740"/>
                  <a:pt x="66" y="5729"/>
                </a:cubicBezTo>
                <a:cubicBezTo>
                  <a:pt x="56" y="5719"/>
                  <a:pt x="46" y="5707"/>
                  <a:pt x="38" y="5695"/>
                </a:cubicBezTo>
                <a:cubicBezTo>
                  <a:pt x="30" y="5682"/>
                  <a:pt x="23" y="5669"/>
                  <a:pt x="17" y="5656"/>
                </a:cubicBezTo>
                <a:cubicBezTo>
                  <a:pt x="11" y="5642"/>
                  <a:pt x="7" y="5628"/>
                  <a:pt x="4" y="5613"/>
                </a:cubicBezTo>
                <a:cubicBezTo>
                  <a:pt x="1" y="5598"/>
                  <a:pt x="0" y="5584"/>
                  <a:pt x="0" y="5569"/>
                </a:cubicBezTo>
                <a:close/>
              </a:path>
            </a:pathLst>
          </a:custGeom>
          <a:noFill/>
          <a:ln w="9360">
            <a:solidFill>
              <a:srgbClr val="e6e1f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8" name=""/>
          <p:cNvSpPr/>
          <p:nvPr/>
        </p:nvSpPr>
        <p:spPr>
          <a:xfrm>
            <a:off x="838080" y="8438760"/>
            <a:ext cx="2571840" cy="10080"/>
          </a:xfrm>
          <a:custGeom>
            <a:avLst/>
            <a:gdLst/>
            <a:ahLst/>
            <a:rect l="0" t="0" r="r" b="b"/>
            <a:pathLst>
              <a:path w="7144" h="28">
                <a:moveTo>
                  <a:pt x="0" y="0"/>
                </a:moveTo>
                <a:lnTo>
                  <a:pt x="7144" y="0"/>
                </a:lnTo>
                <a:lnTo>
                  <a:pt x="71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e0e1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9" name=""/>
          <p:cNvSpPr/>
          <p:nvPr/>
        </p:nvSpPr>
        <p:spPr>
          <a:xfrm>
            <a:off x="838080" y="8915040"/>
            <a:ext cx="2571840" cy="9720"/>
          </a:xfrm>
          <a:custGeom>
            <a:avLst/>
            <a:gdLst/>
            <a:ahLst/>
            <a:rect l="0" t="0" r="r" b="b"/>
            <a:pathLst>
              <a:path w="7144" h="27">
                <a:moveTo>
                  <a:pt x="0" y="0"/>
                </a:moveTo>
                <a:lnTo>
                  <a:pt x="7144" y="0"/>
                </a:lnTo>
                <a:lnTo>
                  <a:pt x="7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0" name=""/>
          <p:cNvSpPr/>
          <p:nvPr/>
        </p:nvSpPr>
        <p:spPr>
          <a:xfrm>
            <a:off x="838080" y="9400680"/>
            <a:ext cx="2571840" cy="10080"/>
          </a:xfrm>
          <a:custGeom>
            <a:avLst/>
            <a:gdLst/>
            <a:ahLst/>
            <a:rect l="0" t="0" r="r" b="b"/>
            <a:pathLst>
              <a:path w="7144" h="28">
                <a:moveTo>
                  <a:pt x="0" y="0"/>
                </a:moveTo>
                <a:lnTo>
                  <a:pt x="7144" y="0"/>
                </a:lnTo>
                <a:lnTo>
                  <a:pt x="71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1" name=""/>
          <p:cNvSpPr txBox="1"/>
          <p:nvPr/>
        </p:nvSpPr>
        <p:spPr>
          <a:xfrm>
            <a:off x="1709280" y="7335360"/>
            <a:ext cx="35013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 </a:t>
            </a:r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by both sides, including the Fees &amp; Package page that follows: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2" name=""/>
          <p:cNvSpPr txBox="1"/>
          <p:nvPr/>
        </p:nvSpPr>
        <p:spPr>
          <a:xfrm>
            <a:off x="837000" y="7815960"/>
            <a:ext cx="173952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a26d8"/>
                </a:solidFill>
                <a:latin typeface="Inter-Semi"/>
                <a:ea typeface="Inter-Semi"/>
              </a:rPr>
              <a:t>F O R   O B D   A I   S O L U T I O N S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3" name=""/>
          <p:cNvSpPr txBox="1"/>
          <p:nvPr/>
        </p:nvSpPr>
        <p:spPr>
          <a:xfrm>
            <a:off x="837000" y="8486280"/>
            <a:ext cx="39996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6b6878"/>
                </a:solidFill>
                <a:latin typeface="Inter"/>
                <a:ea typeface="Inter"/>
              </a:rPr>
              <a:t>Signature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4" name=""/>
          <p:cNvSpPr txBox="1"/>
          <p:nvPr/>
        </p:nvSpPr>
        <p:spPr>
          <a:xfrm>
            <a:off x="837000" y="8712720"/>
            <a:ext cx="197136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50" spc="-1" strike="noStrike">
                <a:solidFill>
                  <a:srgbClr val="0e0e14"/>
                </a:solidFill>
                <a:latin typeface="Inter"/>
                <a:ea typeface="Inter"/>
              </a:rPr>
              <a:t>Omer Bin Dawood, CEO &amp; Founder</a:t>
            </a:r>
            <a:endParaRPr b="0" lang="en-US" sz="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5" name=""/>
          <p:cNvSpPr txBox="1"/>
          <p:nvPr/>
        </p:nvSpPr>
        <p:spPr>
          <a:xfrm>
            <a:off x="837000" y="8962560"/>
            <a:ext cx="83736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6b6878"/>
                </a:solidFill>
                <a:latin typeface="Inter"/>
                <a:ea typeface="Inter"/>
              </a:rPr>
              <a:t>Name &amp; designation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6" name=""/>
          <p:cNvSpPr txBox="1"/>
          <p:nvPr/>
        </p:nvSpPr>
        <p:spPr>
          <a:xfrm>
            <a:off x="837000" y="9189000"/>
            <a:ext cx="12024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50" spc="-1" strike="noStrike">
                <a:solidFill>
                  <a:srgbClr val="0e0e14"/>
                </a:solidFill>
                <a:latin typeface="Inter"/>
                <a:ea typeface="Inter"/>
              </a:rPr>
              <a:t> </a:t>
            </a:r>
            <a:endParaRPr b="0" lang="en-US" sz="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7" name=""/>
          <p:cNvSpPr/>
          <p:nvPr/>
        </p:nvSpPr>
        <p:spPr>
          <a:xfrm>
            <a:off x="3966840" y="7652880"/>
            <a:ext cx="2943720" cy="2086560"/>
          </a:xfrm>
          <a:custGeom>
            <a:avLst/>
            <a:gdLst/>
            <a:ahLst/>
            <a:rect l="0" t="0" r="r" b="b"/>
            <a:pathLst>
              <a:path w="8177" h="5796">
                <a:moveTo>
                  <a:pt x="0" y="5569"/>
                </a:moveTo>
                <a:lnTo>
                  <a:pt x="0" y="227"/>
                </a:lnTo>
                <a:cubicBezTo>
                  <a:pt x="0" y="212"/>
                  <a:pt x="2" y="197"/>
                  <a:pt x="5" y="183"/>
                </a:cubicBezTo>
                <a:cubicBezTo>
                  <a:pt x="7" y="168"/>
                  <a:pt x="12" y="154"/>
                  <a:pt x="17" y="140"/>
                </a:cubicBezTo>
                <a:cubicBezTo>
                  <a:pt x="23" y="127"/>
                  <a:pt x="30" y="113"/>
                  <a:pt x="38" y="101"/>
                </a:cubicBezTo>
                <a:cubicBezTo>
                  <a:pt x="47" y="89"/>
                  <a:pt x="56" y="77"/>
                  <a:pt x="67" y="67"/>
                </a:cubicBezTo>
                <a:cubicBezTo>
                  <a:pt x="77" y="56"/>
                  <a:pt x="89" y="47"/>
                  <a:pt x="101" y="39"/>
                </a:cubicBezTo>
                <a:cubicBezTo>
                  <a:pt x="113" y="30"/>
                  <a:pt x="126" y="23"/>
                  <a:pt x="140" y="18"/>
                </a:cubicBezTo>
                <a:cubicBezTo>
                  <a:pt x="154" y="12"/>
                  <a:pt x="168" y="8"/>
                  <a:pt x="183" y="5"/>
                </a:cubicBezTo>
                <a:cubicBezTo>
                  <a:pt x="197" y="2"/>
                  <a:pt x="212" y="0"/>
                  <a:pt x="227" y="0"/>
                </a:cubicBezTo>
                <a:lnTo>
                  <a:pt x="7950" y="0"/>
                </a:lnTo>
                <a:cubicBezTo>
                  <a:pt x="7965" y="0"/>
                  <a:pt x="7979" y="2"/>
                  <a:pt x="7994" y="5"/>
                </a:cubicBezTo>
                <a:cubicBezTo>
                  <a:pt x="8009" y="8"/>
                  <a:pt x="8023" y="12"/>
                  <a:pt x="8037" y="18"/>
                </a:cubicBezTo>
                <a:cubicBezTo>
                  <a:pt x="8050" y="23"/>
                  <a:pt x="8063" y="30"/>
                  <a:pt x="8076" y="39"/>
                </a:cubicBezTo>
                <a:cubicBezTo>
                  <a:pt x="8088" y="47"/>
                  <a:pt x="8100" y="56"/>
                  <a:pt x="8110" y="67"/>
                </a:cubicBezTo>
                <a:cubicBezTo>
                  <a:pt x="8121" y="77"/>
                  <a:pt x="8130" y="89"/>
                  <a:pt x="8138" y="101"/>
                </a:cubicBezTo>
                <a:cubicBezTo>
                  <a:pt x="8147" y="113"/>
                  <a:pt x="8154" y="127"/>
                  <a:pt x="8159" y="140"/>
                </a:cubicBezTo>
                <a:cubicBezTo>
                  <a:pt x="8165" y="154"/>
                  <a:pt x="8169" y="168"/>
                  <a:pt x="8172" y="183"/>
                </a:cubicBezTo>
                <a:cubicBezTo>
                  <a:pt x="8175" y="197"/>
                  <a:pt x="8177" y="212"/>
                  <a:pt x="8177" y="227"/>
                </a:cubicBezTo>
                <a:lnTo>
                  <a:pt x="8177" y="5569"/>
                </a:lnTo>
                <a:cubicBezTo>
                  <a:pt x="8177" y="5584"/>
                  <a:pt x="8175" y="5598"/>
                  <a:pt x="8172" y="5613"/>
                </a:cubicBezTo>
                <a:cubicBezTo>
                  <a:pt x="8169" y="5628"/>
                  <a:pt x="8165" y="5642"/>
                  <a:pt x="8159" y="5656"/>
                </a:cubicBezTo>
                <a:cubicBezTo>
                  <a:pt x="8154" y="5669"/>
                  <a:pt x="8147" y="5682"/>
                  <a:pt x="8138" y="5695"/>
                </a:cubicBezTo>
                <a:cubicBezTo>
                  <a:pt x="8130" y="5707"/>
                  <a:pt x="8121" y="5719"/>
                  <a:pt x="8110" y="5729"/>
                </a:cubicBezTo>
                <a:cubicBezTo>
                  <a:pt x="8100" y="5740"/>
                  <a:pt x="8088" y="5749"/>
                  <a:pt x="8076" y="5757"/>
                </a:cubicBezTo>
                <a:cubicBezTo>
                  <a:pt x="8063" y="5766"/>
                  <a:pt x="8050" y="5773"/>
                  <a:pt x="8037" y="5778"/>
                </a:cubicBezTo>
                <a:cubicBezTo>
                  <a:pt x="8023" y="5784"/>
                  <a:pt x="8009" y="5788"/>
                  <a:pt x="7994" y="5791"/>
                </a:cubicBezTo>
                <a:cubicBezTo>
                  <a:pt x="7979" y="5794"/>
                  <a:pt x="7965" y="5796"/>
                  <a:pt x="7950" y="5796"/>
                </a:cubicBezTo>
                <a:lnTo>
                  <a:pt x="227" y="5796"/>
                </a:lnTo>
                <a:cubicBezTo>
                  <a:pt x="212" y="5796"/>
                  <a:pt x="197" y="5794"/>
                  <a:pt x="183" y="5791"/>
                </a:cubicBezTo>
                <a:cubicBezTo>
                  <a:pt x="168" y="5788"/>
                  <a:pt x="154" y="5784"/>
                  <a:pt x="140" y="5778"/>
                </a:cubicBezTo>
                <a:cubicBezTo>
                  <a:pt x="126" y="5773"/>
                  <a:pt x="113" y="5766"/>
                  <a:pt x="101" y="5757"/>
                </a:cubicBezTo>
                <a:cubicBezTo>
                  <a:pt x="89" y="5749"/>
                  <a:pt x="77" y="5740"/>
                  <a:pt x="67" y="5729"/>
                </a:cubicBezTo>
                <a:cubicBezTo>
                  <a:pt x="56" y="5719"/>
                  <a:pt x="47" y="5707"/>
                  <a:pt x="38" y="5695"/>
                </a:cubicBezTo>
                <a:cubicBezTo>
                  <a:pt x="30" y="5682"/>
                  <a:pt x="23" y="5669"/>
                  <a:pt x="17" y="5656"/>
                </a:cubicBezTo>
                <a:cubicBezTo>
                  <a:pt x="12" y="5642"/>
                  <a:pt x="7" y="5628"/>
                  <a:pt x="5" y="5613"/>
                </a:cubicBezTo>
                <a:cubicBezTo>
                  <a:pt x="2" y="5598"/>
                  <a:pt x="0" y="5584"/>
                  <a:pt x="0" y="5569"/>
                </a:cubicBezTo>
                <a:close/>
              </a:path>
            </a:pathLst>
          </a:custGeom>
          <a:noFill/>
          <a:ln w="9360">
            <a:solidFill>
              <a:srgbClr val="e6e1f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8" name=""/>
          <p:cNvSpPr/>
          <p:nvPr/>
        </p:nvSpPr>
        <p:spPr>
          <a:xfrm>
            <a:off x="4152600" y="8438760"/>
            <a:ext cx="2572200" cy="10080"/>
          </a:xfrm>
          <a:custGeom>
            <a:avLst/>
            <a:gdLst/>
            <a:ahLst/>
            <a:rect l="0" t="0" r="r" b="b"/>
            <a:pathLst>
              <a:path w="7145" h="28">
                <a:moveTo>
                  <a:pt x="0" y="0"/>
                </a:moveTo>
                <a:lnTo>
                  <a:pt x="7145" y="0"/>
                </a:lnTo>
                <a:lnTo>
                  <a:pt x="714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e0e1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59" name=""/>
          <p:cNvSpPr/>
          <p:nvPr/>
        </p:nvSpPr>
        <p:spPr>
          <a:xfrm>
            <a:off x="4152600" y="8915040"/>
            <a:ext cx="2572200" cy="9720"/>
          </a:xfrm>
          <a:custGeom>
            <a:avLst/>
            <a:gdLst/>
            <a:ahLst/>
            <a:rect l="0" t="0" r="r" b="b"/>
            <a:pathLst>
              <a:path w="7145" h="27">
                <a:moveTo>
                  <a:pt x="0" y="0"/>
                </a:moveTo>
                <a:lnTo>
                  <a:pt x="7145" y="0"/>
                </a:lnTo>
                <a:lnTo>
                  <a:pt x="714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0" name=""/>
          <p:cNvSpPr/>
          <p:nvPr/>
        </p:nvSpPr>
        <p:spPr>
          <a:xfrm>
            <a:off x="4152600" y="9400680"/>
            <a:ext cx="2572200" cy="10080"/>
          </a:xfrm>
          <a:custGeom>
            <a:avLst/>
            <a:gdLst/>
            <a:ahLst/>
            <a:rect l="0" t="0" r="r" b="b"/>
            <a:pathLst>
              <a:path w="7145" h="28">
                <a:moveTo>
                  <a:pt x="0" y="0"/>
                </a:moveTo>
                <a:lnTo>
                  <a:pt x="7145" y="0"/>
                </a:lnTo>
                <a:lnTo>
                  <a:pt x="714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1" name=""/>
          <p:cNvSpPr txBox="1"/>
          <p:nvPr/>
        </p:nvSpPr>
        <p:spPr>
          <a:xfrm>
            <a:off x="837000" y="9448200"/>
            <a:ext cx="19440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6b6878"/>
                </a:solidFill>
                <a:latin typeface="Inter"/>
                <a:ea typeface="Inter"/>
              </a:rPr>
              <a:t>Date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2" name=""/>
          <p:cNvSpPr txBox="1"/>
          <p:nvPr/>
        </p:nvSpPr>
        <p:spPr>
          <a:xfrm>
            <a:off x="4150800" y="7815960"/>
            <a:ext cx="76572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a26d8"/>
                </a:solidFill>
                <a:latin typeface="Inter-Semi"/>
                <a:ea typeface="Inter-Semi"/>
              </a:rPr>
              <a:t>F O R   G F X - T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3" name=""/>
          <p:cNvSpPr txBox="1"/>
          <p:nvPr/>
        </p:nvSpPr>
        <p:spPr>
          <a:xfrm>
            <a:off x="4150800" y="8486280"/>
            <a:ext cx="39996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6b6878"/>
                </a:solidFill>
                <a:latin typeface="Inter"/>
                <a:ea typeface="Inter"/>
              </a:rPr>
              <a:t>Signature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4" name=""/>
          <p:cNvSpPr txBox="1"/>
          <p:nvPr/>
        </p:nvSpPr>
        <p:spPr>
          <a:xfrm>
            <a:off x="4150800" y="8712720"/>
            <a:ext cx="12024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50" spc="-1" strike="noStrike">
                <a:solidFill>
                  <a:srgbClr val="0e0e14"/>
                </a:solidFill>
                <a:latin typeface="Inter"/>
                <a:ea typeface="Inter"/>
              </a:rPr>
              <a:t> </a:t>
            </a:r>
            <a:endParaRPr b="0" lang="en-US" sz="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5" name=""/>
          <p:cNvSpPr txBox="1"/>
          <p:nvPr/>
        </p:nvSpPr>
        <p:spPr>
          <a:xfrm>
            <a:off x="4150800" y="8962560"/>
            <a:ext cx="83736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6b6878"/>
                </a:solidFill>
                <a:latin typeface="Inter"/>
                <a:ea typeface="Inter"/>
              </a:rPr>
              <a:t>Name &amp; designation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6" name=""/>
          <p:cNvSpPr txBox="1"/>
          <p:nvPr/>
        </p:nvSpPr>
        <p:spPr>
          <a:xfrm>
            <a:off x="4150800" y="9189000"/>
            <a:ext cx="12024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50" spc="-1" strike="noStrike">
                <a:solidFill>
                  <a:srgbClr val="0e0e14"/>
                </a:solidFill>
                <a:latin typeface="Inter"/>
                <a:ea typeface="Inter"/>
              </a:rPr>
              <a:t> </a:t>
            </a:r>
            <a:endParaRPr b="0" lang="en-US" sz="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7" name=""/>
          <p:cNvSpPr txBox="1"/>
          <p:nvPr/>
        </p:nvSpPr>
        <p:spPr>
          <a:xfrm>
            <a:off x="4150800" y="9448200"/>
            <a:ext cx="19440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6b6878"/>
                </a:solidFill>
                <a:latin typeface="Inter"/>
                <a:ea typeface="Inter"/>
              </a:rPr>
              <a:t>Date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8" name=""/>
          <p:cNvSpPr txBox="1"/>
          <p:nvPr/>
        </p:nvSpPr>
        <p:spPr>
          <a:xfrm>
            <a:off x="971640" y="1144080"/>
            <a:ext cx="52387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Once all fees are paid, the Website's design, content and code made for you belong to GFXT.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9" name=""/>
          <p:cNvSpPr txBox="1"/>
          <p:nvPr/>
        </p:nvSpPr>
        <p:spPr>
          <a:xfrm>
            <a:off x="647640" y="1134720"/>
            <a:ext cx="13788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5.1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0" name=""/>
          <p:cNvSpPr/>
          <p:nvPr/>
        </p:nvSpPr>
        <p:spPr>
          <a:xfrm>
            <a:off x="4471560" y="1395360"/>
            <a:ext cx="114840" cy="124200"/>
          </a:xfrm>
          <a:custGeom>
            <a:avLst/>
            <a:gdLst/>
            <a:ahLst/>
            <a:rect l="0" t="0" r="r" b="b"/>
            <a:pathLst>
              <a:path w="319" h="345">
                <a:moveTo>
                  <a:pt x="0" y="298"/>
                </a:moveTo>
                <a:lnTo>
                  <a:pt x="0" y="46"/>
                </a:lnTo>
                <a:cubicBezTo>
                  <a:pt x="0" y="40"/>
                  <a:pt x="2" y="34"/>
                  <a:pt x="4" y="28"/>
                </a:cubicBezTo>
                <a:cubicBezTo>
                  <a:pt x="6" y="23"/>
                  <a:pt x="10" y="18"/>
                  <a:pt x="14" y="13"/>
                </a:cubicBezTo>
                <a:cubicBezTo>
                  <a:pt x="19" y="9"/>
                  <a:pt x="24" y="6"/>
                  <a:pt x="29" y="3"/>
                </a:cubicBezTo>
                <a:cubicBezTo>
                  <a:pt x="35" y="1"/>
                  <a:pt x="41" y="0"/>
                  <a:pt x="47" y="0"/>
                </a:cubicBezTo>
                <a:lnTo>
                  <a:pt x="272" y="0"/>
                </a:lnTo>
                <a:cubicBezTo>
                  <a:pt x="278" y="0"/>
                  <a:pt x="284" y="1"/>
                  <a:pt x="290" y="3"/>
                </a:cubicBezTo>
                <a:cubicBezTo>
                  <a:pt x="296" y="6"/>
                  <a:pt x="301" y="9"/>
                  <a:pt x="305" y="13"/>
                </a:cubicBezTo>
                <a:cubicBezTo>
                  <a:pt x="310" y="18"/>
                  <a:pt x="313" y="23"/>
                  <a:pt x="315" y="28"/>
                </a:cubicBezTo>
                <a:cubicBezTo>
                  <a:pt x="318" y="34"/>
                  <a:pt x="319" y="40"/>
                  <a:pt x="319" y="46"/>
                </a:cubicBezTo>
                <a:lnTo>
                  <a:pt x="319" y="298"/>
                </a:lnTo>
                <a:cubicBezTo>
                  <a:pt x="319" y="304"/>
                  <a:pt x="318" y="310"/>
                  <a:pt x="315" y="316"/>
                </a:cubicBezTo>
                <a:cubicBezTo>
                  <a:pt x="313" y="321"/>
                  <a:pt x="310" y="326"/>
                  <a:pt x="305" y="331"/>
                </a:cubicBezTo>
                <a:cubicBezTo>
                  <a:pt x="301" y="335"/>
                  <a:pt x="296" y="339"/>
                  <a:pt x="290" y="341"/>
                </a:cubicBezTo>
                <a:cubicBezTo>
                  <a:pt x="284" y="343"/>
                  <a:pt x="278" y="345"/>
                  <a:pt x="272" y="345"/>
                </a:cubicBezTo>
                <a:lnTo>
                  <a:pt x="47" y="345"/>
                </a:lnTo>
                <a:cubicBezTo>
                  <a:pt x="41" y="345"/>
                  <a:pt x="35" y="343"/>
                  <a:pt x="29" y="341"/>
                </a:cubicBezTo>
                <a:cubicBezTo>
                  <a:pt x="24" y="339"/>
                  <a:pt x="19" y="335"/>
                  <a:pt x="14" y="331"/>
                </a:cubicBezTo>
                <a:cubicBezTo>
                  <a:pt x="10" y="326"/>
                  <a:pt x="6" y="321"/>
                  <a:pt x="4" y="316"/>
                </a:cubicBezTo>
                <a:cubicBezTo>
                  <a:pt x="2" y="310"/>
                  <a:pt x="0" y="304"/>
                  <a:pt x="0" y="298"/>
                </a:cubicBezTo>
                <a:close/>
              </a:path>
            </a:pathLst>
          </a:custGeom>
          <a:noFill/>
          <a:ln w="9360">
            <a:solidFill>
              <a:srgbClr val="0e0e1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1" name=""/>
          <p:cNvSpPr txBox="1"/>
          <p:nvPr/>
        </p:nvSpPr>
        <p:spPr>
          <a:xfrm>
            <a:off x="971640" y="1414440"/>
            <a:ext cx="35362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We may show the Website in our portfolio unless you tick here: 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2" name=""/>
          <p:cNvSpPr txBox="1"/>
          <p:nvPr/>
        </p:nvSpPr>
        <p:spPr>
          <a:xfrm>
            <a:off x="4664160" y="1394280"/>
            <a:ext cx="7336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 </a:t>
            </a:r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Please don't.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3" name=""/>
          <p:cNvSpPr txBox="1"/>
          <p:nvPr/>
        </p:nvSpPr>
        <p:spPr>
          <a:xfrm>
            <a:off x="647640" y="1382400"/>
            <a:ext cx="15912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5.2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4" name=""/>
          <p:cNvSpPr txBox="1"/>
          <p:nvPr/>
        </p:nvSpPr>
        <p:spPr>
          <a:xfrm>
            <a:off x="971640" y="2039400"/>
            <a:ext cx="45392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Both sides keep each other's business information, prices and passwords private.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5" name=""/>
          <p:cNvSpPr txBox="1"/>
          <p:nvPr/>
        </p:nvSpPr>
        <p:spPr>
          <a:xfrm>
            <a:off x="647640" y="2030040"/>
            <a:ext cx="14076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6.1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6" name=""/>
          <p:cNvSpPr txBox="1"/>
          <p:nvPr/>
        </p:nvSpPr>
        <p:spPr>
          <a:xfrm>
            <a:off x="971640" y="2658600"/>
            <a:ext cx="59184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We do our work carefully and professionally. We can't control outages at the hosting or email provider, but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7" name=""/>
          <p:cNvSpPr txBox="1"/>
          <p:nvPr/>
        </p:nvSpPr>
        <p:spPr>
          <a:xfrm>
            <a:off x="971640" y="2849040"/>
            <a:ext cx="15523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we'll help you resolve them.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8" name=""/>
          <p:cNvSpPr txBox="1"/>
          <p:nvPr/>
        </p:nvSpPr>
        <p:spPr>
          <a:xfrm>
            <a:off x="647640" y="2649240"/>
            <a:ext cx="13500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7.1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9" name=""/>
          <p:cNvSpPr txBox="1"/>
          <p:nvPr/>
        </p:nvSpPr>
        <p:spPr>
          <a:xfrm>
            <a:off x="971640" y="3087360"/>
            <a:ext cx="46260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Our total responsibility under this agreement is limited to the fees you have paid us.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0" name=""/>
          <p:cNvSpPr txBox="1"/>
          <p:nvPr/>
        </p:nvSpPr>
        <p:spPr>
          <a:xfrm>
            <a:off x="647640" y="3078000"/>
            <a:ext cx="15624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7.2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1" name=""/>
          <p:cNvSpPr txBox="1"/>
          <p:nvPr/>
        </p:nvSpPr>
        <p:spPr>
          <a:xfrm>
            <a:off x="971640" y="3715920"/>
            <a:ext cx="58514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Each side takes care of its own taxes under Pakistani law. If you deduct any withholding tax, please share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2" name=""/>
          <p:cNvSpPr txBox="1"/>
          <p:nvPr/>
        </p:nvSpPr>
        <p:spPr>
          <a:xfrm>
            <a:off x="971640" y="3896640"/>
            <a:ext cx="12304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the certificate with us.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3" name=""/>
          <p:cNvSpPr txBox="1"/>
          <p:nvPr/>
        </p:nvSpPr>
        <p:spPr>
          <a:xfrm>
            <a:off x="647640" y="3706560"/>
            <a:ext cx="13932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8.1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4" name=""/>
          <p:cNvSpPr txBox="1"/>
          <p:nvPr/>
        </p:nvSpPr>
        <p:spPr>
          <a:xfrm>
            <a:off x="971640" y="4525560"/>
            <a:ext cx="45637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Either side can end this agreement with 14 days' written notice WhatsApp is fine).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5" name=""/>
          <p:cNvSpPr txBox="1"/>
          <p:nvPr/>
        </p:nvSpPr>
        <p:spPr>
          <a:xfrm>
            <a:off x="647640" y="4516200"/>
            <a:ext cx="14076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9.1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6" name=""/>
          <p:cNvSpPr txBox="1"/>
          <p:nvPr/>
        </p:nvSpPr>
        <p:spPr>
          <a:xfrm>
            <a:off x="971640" y="4773240"/>
            <a:ext cx="58453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Work already completed, including development, is paid for and not refundable. We'll hand over all logins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7" name=""/>
          <p:cNvSpPr txBox="1"/>
          <p:nvPr/>
        </p:nvSpPr>
        <p:spPr>
          <a:xfrm>
            <a:off x="971640" y="4953960"/>
            <a:ext cx="27622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and a copy of the Website once dues are cleared.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8" name=""/>
          <p:cNvSpPr txBox="1"/>
          <p:nvPr/>
        </p:nvSpPr>
        <p:spPr>
          <a:xfrm>
            <a:off x="647640" y="4763880"/>
            <a:ext cx="16236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9.2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9" name=""/>
          <p:cNvSpPr txBox="1"/>
          <p:nvPr/>
        </p:nvSpPr>
        <p:spPr>
          <a:xfrm>
            <a:off x="971640" y="5582520"/>
            <a:ext cx="59184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We'll sit down and sort it out in good faith. If that doesn't work, this agreement follows the laws of Pakistan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0" name=""/>
          <p:cNvSpPr txBox="1"/>
          <p:nvPr/>
        </p:nvSpPr>
        <p:spPr>
          <a:xfrm>
            <a:off x="971640" y="5763600"/>
            <a:ext cx="13982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and the courts of Lahore.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1" name=""/>
          <p:cNvSpPr txBox="1"/>
          <p:nvPr/>
        </p:nvSpPr>
        <p:spPr>
          <a:xfrm>
            <a:off x="647640" y="5573520"/>
            <a:ext cx="18504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10.1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2" name=""/>
          <p:cNvSpPr txBox="1"/>
          <p:nvPr/>
        </p:nvSpPr>
        <p:spPr>
          <a:xfrm>
            <a:off x="971640" y="6392160"/>
            <a:ext cx="58590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This agreement replaces earlier discussions about this project. Changes are agreed in writing, and a clear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3" name=""/>
          <p:cNvSpPr txBox="1"/>
          <p:nvPr/>
        </p:nvSpPr>
        <p:spPr>
          <a:xfrm>
            <a:off x="971640" y="6573240"/>
            <a:ext cx="31266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WhatsApp or email confirmation from both sides counts.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4" name=""/>
          <p:cNvSpPr txBox="1"/>
          <p:nvPr/>
        </p:nvSpPr>
        <p:spPr>
          <a:xfrm>
            <a:off x="647640" y="6383160"/>
            <a:ext cx="16092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11.1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5" name=""/>
          <p:cNvSpPr txBox="1"/>
          <p:nvPr/>
        </p:nvSpPr>
        <p:spPr>
          <a:xfrm>
            <a:off x="971640" y="6820920"/>
            <a:ext cx="57888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This agreement can be signed on paper or electronically Electronic Transactions Ordinance, 2002, and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6" name=""/>
          <p:cNvSpPr txBox="1"/>
          <p:nvPr/>
        </p:nvSpPr>
        <p:spPr>
          <a:xfrm>
            <a:off x="971640" y="7011360"/>
            <a:ext cx="21967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each signed copy counts as an original.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7" name=""/>
          <p:cNvSpPr txBox="1"/>
          <p:nvPr/>
        </p:nvSpPr>
        <p:spPr>
          <a:xfrm>
            <a:off x="647640" y="6811560"/>
            <a:ext cx="18216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11.2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"/>
          <p:cNvSpPr/>
          <p:nvPr/>
        </p:nvSpPr>
        <p:spPr>
          <a:xfrm>
            <a:off x="647640" y="866520"/>
            <a:ext cx="6267600" cy="9106200"/>
          </a:xfrm>
          <a:custGeom>
            <a:avLst/>
            <a:gdLst/>
            <a:ahLst/>
            <a:rect l="0" t="0" r="r" b="b"/>
            <a:pathLst>
              <a:path w="17410" h="25295">
                <a:moveTo>
                  <a:pt x="0" y="0"/>
                </a:moveTo>
                <a:lnTo>
                  <a:pt x="17410" y="0"/>
                </a:lnTo>
                <a:lnTo>
                  <a:pt x="17410" y="25295"/>
                </a:lnTo>
                <a:lnTo>
                  <a:pt x="0" y="252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9" name=""/>
          <p:cNvSpPr txBox="1"/>
          <p:nvPr/>
        </p:nvSpPr>
        <p:spPr>
          <a:xfrm>
            <a:off x="647640" y="647280"/>
            <a:ext cx="129168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6a26d8"/>
                </a:solidFill>
                <a:latin typeface="Inter"/>
                <a:ea typeface="Inter"/>
              </a:rPr>
              <a:t>SERVICE AGREEMENT · GFX-T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0" name=""/>
          <p:cNvSpPr txBox="1"/>
          <p:nvPr/>
        </p:nvSpPr>
        <p:spPr>
          <a:xfrm>
            <a:off x="6038280" y="647280"/>
            <a:ext cx="94860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9a9496"/>
                </a:solidFill>
                <a:latin typeface="Inter"/>
                <a:ea typeface="Inter"/>
              </a:rPr>
              <a:t>O B D - G F XT-2 0 2 6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1" name=""/>
          <p:cNvSpPr txBox="1"/>
          <p:nvPr/>
        </p:nvSpPr>
        <p:spPr>
          <a:xfrm>
            <a:off x="6347880" y="10286640"/>
            <a:ext cx="48672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9a9496"/>
                </a:solidFill>
                <a:latin typeface="Inter"/>
                <a:ea typeface="Inter"/>
              </a:rPr>
              <a:t>Page 4 of 4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2" name=""/>
          <p:cNvSpPr/>
          <p:nvPr/>
        </p:nvSpPr>
        <p:spPr>
          <a:xfrm>
            <a:off x="647640" y="1438200"/>
            <a:ext cx="4320" cy="4320"/>
          </a:xfrm>
          <a:custGeom>
            <a:avLst/>
            <a:gdLst/>
            <a:ahLst/>
            <a:rect l="0" t="0" r="r" b="b"/>
            <a:pathLst>
              <a:path w="12" h="12">
                <a:moveTo>
                  <a:pt x="0" y="0"/>
                </a:moveTo>
                <a:lnTo>
                  <a:pt x="0" y="12"/>
                </a:lnTo>
                <a:lnTo>
                  <a:pt x="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b22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3" name=""/>
          <p:cNvSpPr/>
          <p:nvPr/>
        </p:nvSpPr>
        <p:spPr>
          <a:xfrm>
            <a:off x="647640" y="1438200"/>
            <a:ext cx="8280" cy="8280"/>
          </a:xfrm>
          <a:custGeom>
            <a:avLst/>
            <a:gdLst/>
            <a:ahLst/>
            <a:rect l="0" t="0" r="r" b="b"/>
            <a:pathLst>
              <a:path w="23" h="23">
                <a:moveTo>
                  <a:pt x="11" y="0"/>
                </a:moveTo>
                <a:lnTo>
                  <a:pt x="0" y="11"/>
                </a:lnTo>
                <a:lnTo>
                  <a:pt x="0" y="23"/>
                </a:lnTo>
                <a:lnTo>
                  <a:pt x="23" y="0"/>
                </a:lnTo>
                <a:lnTo>
                  <a:pt x="11" y="0"/>
                </a:lnTo>
                <a:close/>
              </a:path>
            </a:pathLst>
          </a:custGeom>
          <a:solidFill>
            <a:srgbClr val="7c22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4" name=""/>
          <p:cNvSpPr/>
          <p:nvPr/>
        </p:nvSpPr>
        <p:spPr>
          <a:xfrm>
            <a:off x="647640" y="1438200"/>
            <a:ext cx="12600" cy="12600"/>
          </a:xfrm>
          <a:custGeom>
            <a:avLst/>
            <a:gdLst/>
            <a:ahLst/>
            <a:rect l="0" t="0" r="r" b="b"/>
            <a:pathLst>
              <a:path w="35" h="35">
                <a:moveTo>
                  <a:pt x="23" y="0"/>
                </a:moveTo>
                <a:lnTo>
                  <a:pt x="0" y="22"/>
                </a:lnTo>
                <a:lnTo>
                  <a:pt x="0" y="35"/>
                </a:lnTo>
                <a:lnTo>
                  <a:pt x="35" y="0"/>
                </a:lnTo>
                <a:lnTo>
                  <a:pt x="23" y="0"/>
                </a:lnTo>
                <a:close/>
              </a:path>
            </a:pathLst>
          </a:custGeom>
          <a:solidFill>
            <a:srgbClr val="7c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5" name=""/>
          <p:cNvSpPr/>
          <p:nvPr/>
        </p:nvSpPr>
        <p:spPr>
          <a:xfrm>
            <a:off x="647640" y="1438200"/>
            <a:ext cx="16560" cy="16560"/>
          </a:xfrm>
          <a:custGeom>
            <a:avLst/>
            <a:gdLst/>
            <a:ahLst/>
            <a:rect l="0" t="0" r="r" b="b"/>
            <a:pathLst>
              <a:path w="46" h="46">
                <a:moveTo>
                  <a:pt x="35" y="0"/>
                </a:moveTo>
                <a:lnTo>
                  <a:pt x="0" y="35"/>
                </a:lnTo>
                <a:lnTo>
                  <a:pt x="0" y="46"/>
                </a:lnTo>
                <a:lnTo>
                  <a:pt x="46" y="0"/>
                </a:lnTo>
                <a:lnTo>
                  <a:pt x="35" y="0"/>
                </a:lnTo>
                <a:close/>
              </a:path>
            </a:pathLst>
          </a:custGeom>
          <a:solidFill>
            <a:srgbClr val="7d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6" name=""/>
          <p:cNvSpPr/>
          <p:nvPr/>
        </p:nvSpPr>
        <p:spPr>
          <a:xfrm>
            <a:off x="647640" y="143820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45" y="0"/>
                </a:moveTo>
                <a:lnTo>
                  <a:pt x="0" y="46"/>
                </a:lnTo>
                <a:lnTo>
                  <a:pt x="0" y="54"/>
                </a:lnTo>
                <a:lnTo>
                  <a:pt x="54" y="0"/>
                </a:lnTo>
                <a:lnTo>
                  <a:pt x="45" y="0"/>
                </a:lnTo>
                <a:close/>
              </a:path>
            </a:pathLst>
          </a:custGeom>
          <a:solidFill>
            <a:srgbClr val="7e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7" name=""/>
          <p:cNvSpPr/>
          <p:nvPr/>
        </p:nvSpPr>
        <p:spPr>
          <a:xfrm>
            <a:off x="647640" y="1438200"/>
            <a:ext cx="20880" cy="19440"/>
          </a:xfrm>
          <a:custGeom>
            <a:avLst/>
            <a:gdLst/>
            <a:ahLst/>
            <a:rect l="0" t="0" r="r" b="b"/>
            <a:pathLst>
              <a:path w="58" h="54">
                <a:moveTo>
                  <a:pt x="54" y="0"/>
                </a:moveTo>
                <a:lnTo>
                  <a:pt x="0" y="54"/>
                </a:lnTo>
                <a:lnTo>
                  <a:pt x="4" y="54"/>
                </a:lnTo>
                <a:lnTo>
                  <a:pt x="58" y="0"/>
                </a:lnTo>
                <a:lnTo>
                  <a:pt x="54" y="0"/>
                </a:lnTo>
                <a:close/>
              </a:path>
            </a:pathLst>
          </a:custGeom>
          <a:solidFill>
            <a:srgbClr val="7e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8" name=""/>
          <p:cNvSpPr/>
          <p:nvPr/>
        </p:nvSpPr>
        <p:spPr>
          <a:xfrm>
            <a:off x="64908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7e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9" name=""/>
          <p:cNvSpPr/>
          <p:nvPr/>
        </p:nvSpPr>
        <p:spPr>
          <a:xfrm>
            <a:off x="6530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0" name=""/>
          <p:cNvSpPr/>
          <p:nvPr/>
        </p:nvSpPr>
        <p:spPr>
          <a:xfrm>
            <a:off x="65700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7f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1" name=""/>
          <p:cNvSpPr/>
          <p:nvPr/>
        </p:nvSpPr>
        <p:spPr>
          <a:xfrm>
            <a:off x="66132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0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2" name=""/>
          <p:cNvSpPr/>
          <p:nvPr/>
        </p:nvSpPr>
        <p:spPr>
          <a:xfrm>
            <a:off x="66528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0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3" name=""/>
          <p:cNvSpPr/>
          <p:nvPr/>
        </p:nvSpPr>
        <p:spPr>
          <a:xfrm>
            <a:off x="66924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1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4" name=""/>
          <p:cNvSpPr/>
          <p:nvPr/>
        </p:nvSpPr>
        <p:spPr>
          <a:xfrm>
            <a:off x="67356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1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5" name=""/>
          <p:cNvSpPr/>
          <p:nvPr/>
        </p:nvSpPr>
        <p:spPr>
          <a:xfrm>
            <a:off x="67752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2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6" name=""/>
          <p:cNvSpPr/>
          <p:nvPr/>
        </p:nvSpPr>
        <p:spPr>
          <a:xfrm>
            <a:off x="6818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2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2" y="0"/>
                </a:lnTo>
                <a:close/>
              </a:path>
            </a:pathLst>
          </a:custGeom>
          <a:solidFill>
            <a:srgbClr val="83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7" name=""/>
          <p:cNvSpPr/>
          <p:nvPr/>
        </p:nvSpPr>
        <p:spPr>
          <a:xfrm>
            <a:off x="68580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3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8" name=""/>
          <p:cNvSpPr/>
          <p:nvPr/>
        </p:nvSpPr>
        <p:spPr>
          <a:xfrm>
            <a:off x="68976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4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9" name=""/>
          <p:cNvSpPr/>
          <p:nvPr/>
        </p:nvSpPr>
        <p:spPr>
          <a:xfrm>
            <a:off x="69408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4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0" name=""/>
          <p:cNvSpPr/>
          <p:nvPr/>
        </p:nvSpPr>
        <p:spPr>
          <a:xfrm>
            <a:off x="6980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5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1" name=""/>
          <p:cNvSpPr/>
          <p:nvPr/>
        </p:nvSpPr>
        <p:spPr>
          <a:xfrm>
            <a:off x="70200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5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2" name=""/>
          <p:cNvSpPr/>
          <p:nvPr/>
        </p:nvSpPr>
        <p:spPr>
          <a:xfrm>
            <a:off x="70632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6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3" name=""/>
          <p:cNvSpPr/>
          <p:nvPr/>
        </p:nvSpPr>
        <p:spPr>
          <a:xfrm>
            <a:off x="71028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6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4" name=""/>
          <p:cNvSpPr/>
          <p:nvPr/>
        </p:nvSpPr>
        <p:spPr>
          <a:xfrm>
            <a:off x="71424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7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5" name=""/>
          <p:cNvSpPr/>
          <p:nvPr/>
        </p:nvSpPr>
        <p:spPr>
          <a:xfrm>
            <a:off x="71856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7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6" name=""/>
          <p:cNvSpPr/>
          <p:nvPr/>
        </p:nvSpPr>
        <p:spPr>
          <a:xfrm>
            <a:off x="72252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82a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7" name=""/>
          <p:cNvSpPr/>
          <p:nvPr/>
        </p:nvSpPr>
        <p:spPr>
          <a:xfrm>
            <a:off x="7268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92a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8" name=""/>
          <p:cNvSpPr/>
          <p:nvPr/>
        </p:nvSpPr>
        <p:spPr>
          <a:xfrm>
            <a:off x="73080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92a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9" name=""/>
          <p:cNvSpPr/>
          <p:nvPr/>
        </p:nvSpPr>
        <p:spPr>
          <a:xfrm>
            <a:off x="73476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0" name=""/>
          <p:cNvSpPr/>
          <p:nvPr/>
        </p:nvSpPr>
        <p:spPr>
          <a:xfrm>
            <a:off x="73908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1" name=""/>
          <p:cNvSpPr/>
          <p:nvPr/>
        </p:nvSpPr>
        <p:spPr>
          <a:xfrm>
            <a:off x="7430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b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2" name=""/>
          <p:cNvSpPr/>
          <p:nvPr/>
        </p:nvSpPr>
        <p:spPr>
          <a:xfrm>
            <a:off x="74700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b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3" name=""/>
          <p:cNvSpPr/>
          <p:nvPr/>
        </p:nvSpPr>
        <p:spPr>
          <a:xfrm>
            <a:off x="75132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c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4" name=""/>
          <p:cNvSpPr/>
          <p:nvPr/>
        </p:nvSpPr>
        <p:spPr>
          <a:xfrm>
            <a:off x="75528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c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5" name=""/>
          <p:cNvSpPr/>
          <p:nvPr/>
        </p:nvSpPr>
        <p:spPr>
          <a:xfrm>
            <a:off x="75960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d2d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6" name=""/>
          <p:cNvSpPr/>
          <p:nvPr/>
        </p:nvSpPr>
        <p:spPr>
          <a:xfrm>
            <a:off x="76356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2d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7" name=""/>
          <p:cNvSpPr/>
          <p:nvPr/>
        </p:nvSpPr>
        <p:spPr>
          <a:xfrm>
            <a:off x="76752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2d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8" name=""/>
          <p:cNvSpPr/>
          <p:nvPr/>
        </p:nvSpPr>
        <p:spPr>
          <a:xfrm>
            <a:off x="7718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f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9" name=""/>
          <p:cNvSpPr/>
          <p:nvPr/>
        </p:nvSpPr>
        <p:spPr>
          <a:xfrm>
            <a:off x="77580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f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0" name=""/>
          <p:cNvSpPr/>
          <p:nvPr/>
        </p:nvSpPr>
        <p:spPr>
          <a:xfrm>
            <a:off x="77976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0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1" name=""/>
          <p:cNvSpPr/>
          <p:nvPr/>
        </p:nvSpPr>
        <p:spPr>
          <a:xfrm>
            <a:off x="78408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0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2" name=""/>
          <p:cNvSpPr/>
          <p:nvPr/>
        </p:nvSpPr>
        <p:spPr>
          <a:xfrm>
            <a:off x="7880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1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3" name=""/>
          <p:cNvSpPr/>
          <p:nvPr/>
        </p:nvSpPr>
        <p:spPr>
          <a:xfrm>
            <a:off x="79200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1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4" name=""/>
          <p:cNvSpPr/>
          <p:nvPr/>
        </p:nvSpPr>
        <p:spPr>
          <a:xfrm>
            <a:off x="79632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230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5" name=""/>
          <p:cNvSpPr/>
          <p:nvPr/>
        </p:nvSpPr>
        <p:spPr>
          <a:xfrm>
            <a:off x="80028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330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6" name=""/>
          <p:cNvSpPr/>
          <p:nvPr/>
        </p:nvSpPr>
        <p:spPr>
          <a:xfrm>
            <a:off x="80460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330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7" name=""/>
          <p:cNvSpPr/>
          <p:nvPr/>
        </p:nvSpPr>
        <p:spPr>
          <a:xfrm>
            <a:off x="80856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4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8" name=""/>
          <p:cNvSpPr/>
          <p:nvPr/>
        </p:nvSpPr>
        <p:spPr>
          <a:xfrm>
            <a:off x="81252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4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9" name=""/>
          <p:cNvSpPr/>
          <p:nvPr/>
        </p:nvSpPr>
        <p:spPr>
          <a:xfrm>
            <a:off x="8168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5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0" name=""/>
          <p:cNvSpPr/>
          <p:nvPr/>
        </p:nvSpPr>
        <p:spPr>
          <a:xfrm>
            <a:off x="82080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5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1" name=""/>
          <p:cNvSpPr/>
          <p:nvPr/>
        </p:nvSpPr>
        <p:spPr>
          <a:xfrm>
            <a:off x="82476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6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2" name=""/>
          <p:cNvSpPr/>
          <p:nvPr/>
        </p:nvSpPr>
        <p:spPr>
          <a:xfrm>
            <a:off x="82908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6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3" name=""/>
          <p:cNvSpPr/>
          <p:nvPr/>
        </p:nvSpPr>
        <p:spPr>
          <a:xfrm>
            <a:off x="8330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7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4" name=""/>
          <p:cNvSpPr/>
          <p:nvPr/>
        </p:nvSpPr>
        <p:spPr>
          <a:xfrm>
            <a:off x="83736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8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5" name=""/>
          <p:cNvSpPr/>
          <p:nvPr/>
        </p:nvSpPr>
        <p:spPr>
          <a:xfrm>
            <a:off x="84132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8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6" name=""/>
          <p:cNvSpPr/>
          <p:nvPr/>
        </p:nvSpPr>
        <p:spPr>
          <a:xfrm>
            <a:off x="84528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9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7" name=""/>
          <p:cNvSpPr/>
          <p:nvPr/>
        </p:nvSpPr>
        <p:spPr>
          <a:xfrm>
            <a:off x="84960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9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8" name=""/>
          <p:cNvSpPr/>
          <p:nvPr/>
        </p:nvSpPr>
        <p:spPr>
          <a:xfrm>
            <a:off x="85356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a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9" name=""/>
          <p:cNvSpPr/>
          <p:nvPr/>
        </p:nvSpPr>
        <p:spPr>
          <a:xfrm>
            <a:off x="857520" y="143820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3" y="0"/>
                </a:moveTo>
                <a:lnTo>
                  <a:pt x="0" y="54"/>
                </a:lnTo>
                <a:lnTo>
                  <a:pt x="23" y="54"/>
                </a:lnTo>
                <a:lnTo>
                  <a:pt x="77" y="0"/>
                </a:lnTo>
                <a:lnTo>
                  <a:pt x="53" y="0"/>
                </a:lnTo>
                <a:close/>
              </a:path>
            </a:pathLst>
          </a:custGeom>
          <a:solidFill>
            <a:srgbClr val="9a35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0" name=""/>
          <p:cNvSpPr/>
          <p:nvPr/>
        </p:nvSpPr>
        <p:spPr>
          <a:xfrm>
            <a:off x="8658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a35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1" name=""/>
          <p:cNvSpPr/>
          <p:nvPr/>
        </p:nvSpPr>
        <p:spPr>
          <a:xfrm>
            <a:off x="8679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99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2" name=""/>
          <p:cNvSpPr/>
          <p:nvPr/>
        </p:nvSpPr>
        <p:spPr>
          <a:xfrm>
            <a:off x="8697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8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3" name=""/>
          <p:cNvSpPr/>
          <p:nvPr/>
        </p:nvSpPr>
        <p:spPr>
          <a:xfrm>
            <a:off x="8719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7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4" name=""/>
          <p:cNvSpPr/>
          <p:nvPr/>
        </p:nvSpPr>
        <p:spPr>
          <a:xfrm>
            <a:off x="8740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96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5" name=""/>
          <p:cNvSpPr/>
          <p:nvPr/>
        </p:nvSpPr>
        <p:spPr>
          <a:xfrm>
            <a:off x="8762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96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6" name=""/>
          <p:cNvSpPr/>
          <p:nvPr/>
        </p:nvSpPr>
        <p:spPr>
          <a:xfrm>
            <a:off x="8780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5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7" name=""/>
          <p:cNvSpPr/>
          <p:nvPr/>
        </p:nvSpPr>
        <p:spPr>
          <a:xfrm>
            <a:off x="8802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4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8" name=""/>
          <p:cNvSpPr/>
          <p:nvPr/>
        </p:nvSpPr>
        <p:spPr>
          <a:xfrm>
            <a:off x="8823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93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9" name=""/>
          <p:cNvSpPr/>
          <p:nvPr/>
        </p:nvSpPr>
        <p:spPr>
          <a:xfrm>
            <a:off x="8841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2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0" name=""/>
          <p:cNvSpPr/>
          <p:nvPr/>
        </p:nvSpPr>
        <p:spPr>
          <a:xfrm>
            <a:off x="8863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2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1" name=""/>
          <p:cNvSpPr/>
          <p:nvPr/>
        </p:nvSpPr>
        <p:spPr>
          <a:xfrm>
            <a:off x="8884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913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2" name=""/>
          <p:cNvSpPr/>
          <p:nvPr/>
        </p:nvSpPr>
        <p:spPr>
          <a:xfrm>
            <a:off x="8902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0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3" name=""/>
          <p:cNvSpPr/>
          <p:nvPr/>
        </p:nvSpPr>
        <p:spPr>
          <a:xfrm>
            <a:off x="8924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f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4" name=""/>
          <p:cNvSpPr/>
          <p:nvPr/>
        </p:nvSpPr>
        <p:spPr>
          <a:xfrm>
            <a:off x="8946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5" name=""/>
          <p:cNvSpPr/>
          <p:nvPr/>
        </p:nvSpPr>
        <p:spPr>
          <a:xfrm>
            <a:off x="8964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6" name=""/>
          <p:cNvSpPr/>
          <p:nvPr/>
        </p:nvSpPr>
        <p:spPr>
          <a:xfrm>
            <a:off x="8985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d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7" name=""/>
          <p:cNvSpPr/>
          <p:nvPr/>
        </p:nvSpPr>
        <p:spPr>
          <a:xfrm>
            <a:off x="9007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c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8" name=""/>
          <p:cNvSpPr/>
          <p:nvPr/>
        </p:nvSpPr>
        <p:spPr>
          <a:xfrm>
            <a:off x="9025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b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9" name=""/>
          <p:cNvSpPr/>
          <p:nvPr/>
        </p:nvSpPr>
        <p:spPr>
          <a:xfrm>
            <a:off x="9046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0" name=""/>
          <p:cNvSpPr/>
          <p:nvPr/>
        </p:nvSpPr>
        <p:spPr>
          <a:xfrm>
            <a:off x="9068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1" name=""/>
          <p:cNvSpPr/>
          <p:nvPr/>
        </p:nvSpPr>
        <p:spPr>
          <a:xfrm>
            <a:off x="9086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89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2" name=""/>
          <p:cNvSpPr/>
          <p:nvPr/>
        </p:nvSpPr>
        <p:spPr>
          <a:xfrm>
            <a:off x="9108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8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3" name=""/>
          <p:cNvSpPr/>
          <p:nvPr/>
        </p:nvSpPr>
        <p:spPr>
          <a:xfrm>
            <a:off x="9129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7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4" name=""/>
          <p:cNvSpPr/>
          <p:nvPr/>
        </p:nvSpPr>
        <p:spPr>
          <a:xfrm>
            <a:off x="9151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86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5" name=""/>
          <p:cNvSpPr/>
          <p:nvPr/>
        </p:nvSpPr>
        <p:spPr>
          <a:xfrm>
            <a:off x="9169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6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6" name=""/>
          <p:cNvSpPr/>
          <p:nvPr/>
        </p:nvSpPr>
        <p:spPr>
          <a:xfrm>
            <a:off x="9190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5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7" name=""/>
          <p:cNvSpPr/>
          <p:nvPr/>
        </p:nvSpPr>
        <p:spPr>
          <a:xfrm>
            <a:off x="9212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4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8" name=""/>
          <p:cNvSpPr/>
          <p:nvPr/>
        </p:nvSpPr>
        <p:spPr>
          <a:xfrm>
            <a:off x="9230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3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9" name=""/>
          <p:cNvSpPr/>
          <p:nvPr/>
        </p:nvSpPr>
        <p:spPr>
          <a:xfrm>
            <a:off x="9252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2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0" name=""/>
          <p:cNvSpPr/>
          <p:nvPr/>
        </p:nvSpPr>
        <p:spPr>
          <a:xfrm>
            <a:off x="9273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2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1" name=""/>
          <p:cNvSpPr/>
          <p:nvPr/>
        </p:nvSpPr>
        <p:spPr>
          <a:xfrm>
            <a:off x="9291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81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2" name=""/>
          <p:cNvSpPr/>
          <p:nvPr/>
        </p:nvSpPr>
        <p:spPr>
          <a:xfrm>
            <a:off x="9313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0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3" name=""/>
          <p:cNvSpPr/>
          <p:nvPr/>
        </p:nvSpPr>
        <p:spPr>
          <a:xfrm>
            <a:off x="9334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4" name=""/>
          <p:cNvSpPr/>
          <p:nvPr/>
        </p:nvSpPr>
        <p:spPr>
          <a:xfrm>
            <a:off x="9352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5" name=""/>
          <p:cNvSpPr/>
          <p:nvPr/>
        </p:nvSpPr>
        <p:spPr>
          <a:xfrm>
            <a:off x="9374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e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6" name=""/>
          <p:cNvSpPr/>
          <p:nvPr/>
        </p:nvSpPr>
        <p:spPr>
          <a:xfrm>
            <a:off x="9396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d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7" name=""/>
          <p:cNvSpPr/>
          <p:nvPr/>
        </p:nvSpPr>
        <p:spPr>
          <a:xfrm>
            <a:off x="9414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c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8" name=""/>
          <p:cNvSpPr/>
          <p:nvPr/>
        </p:nvSpPr>
        <p:spPr>
          <a:xfrm>
            <a:off x="9435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b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9" name=""/>
          <p:cNvSpPr/>
          <p:nvPr/>
        </p:nvSpPr>
        <p:spPr>
          <a:xfrm>
            <a:off x="9457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b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0" name=""/>
          <p:cNvSpPr/>
          <p:nvPr/>
        </p:nvSpPr>
        <p:spPr>
          <a:xfrm>
            <a:off x="9475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a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1" name=""/>
          <p:cNvSpPr/>
          <p:nvPr/>
        </p:nvSpPr>
        <p:spPr>
          <a:xfrm>
            <a:off x="949680" y="143820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9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2" name=""/>
          <p:cNvSpPr/>
          <p:nvPr/>
        </p:nvSpPr>
        <p:spPr>
          <a:xfrm>
            <a:off x="9518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8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3" name=""/>
          <p:cNvSpPr/>
          <p:nvPr/>
        </p:nvSpPr>
        <p:spPr>
          <a:xfrm>
            <a:off x="9540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77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4" name=""/>
          <p:cNvSpPr/>
          <p:nvPr/>
        </p:nvSpPr>
        <p:spPr>
          <a:xfrm>
            <a:off x="9558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7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5" name=""/>
          <p:cNvSpPr/>
          <p:nvPr/>
        </p:nvSpPr>
        <p:spPr>
          <a:xfrm>
            <a:off x="9579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6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6" name=""/>
          <p:cNvSpPr/>
          <p:nvPr/>
        </p:nvSpPr>
        <p:spPr>
          <a:xfrm>
            <a:off x="9601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5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7" name=""/>
          <p:cNvSpPr/>
          <p:nvPr/>
        </p:nvSpPr>
        <p:spPr>
          <a:xfrm>
            <a:off x="9619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4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8" name=""/>
          <p:cNvSpPr/>
          <p:nvPr/>
        </p:nvSpPr>
        <p:spPr>
          <a:xfrm>
            <a:off x="9640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3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9" name=""/>
          <p:cNvSpPr/>
          <p:nvPr/>
        </p:nvSpPr>
        <p:spPr>
          <a:xfrm>
            <a:off x="9662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3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0" name=""/>
          <p:cNvSpPr/>
          <p:nvPr/>
        </p:nvSpPr>
        <p:spPr>
          <a:xfrm>
            <a:off x="9680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2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1" name=""/>
          <p:cNvSpPr/>
          <p:nvPr/>
        </p:nvSpPr>
        <p:spPr>
          <a:xfrm>
            <a:off x="9702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1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2" name=""/>
          <p:cNvSpPr/>
          <p:nvPr/>
        </p:nvSpPr>
        <p:spPr>
          <a:xfrm>
            <a:off x="9723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70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3" name=""/>
          <p:cNvSpPr/>
          <p:nvPr/>
        </p:nvSpPr>
        <p:spPr>
          <a:xfrm>
            <a:off x="9741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f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4" name=""/>
          <p:cNvSpPr/>
          <p:nvPr/>
        </p:nvSpPr>
        <p:spPr>
          <a:xfrm>
            <a:off x="9763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f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5" name=""/>
          <p:cNvSpPr/>
          <p:nvPr/>
        </p:nvSpPr>
        <p:spPr>
          <a:xfrm>
            <a:off x="9784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e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6" name=""/>
          <p:cNvSpPr/>
          <p:nvPr/>
        </p:nvSpPr>
        <p:spPr>
          <a:xfrm>
            <a:off x="9802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d37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7" name=""/>
          <p:cNvSpPr/>
          <p:nvPr/>
        </p:nvSpPr>
        <p:spPr>
          <a:xfrm>
            <a:off x="9824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c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8" name=""/>
          <p:cNvSpPr/>
          <p:nvPr/>
        </p:nvSpPr>
        <p:spPr>
          <a:xfrm>
            <a:off x="9846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b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9" name=""/>
          <p:cNvSpPr/>
          <p:nvPr/>
        </p:nvSpPr>
        <p:spPr>
          <a:xfrm>
            <a:off x="9864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b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0" name=""/>
          <p:cNvSpPr/>
          <p:nvPr/>
        </p:nvSpPr>
        <p:spPr>
          <a:xfrm>
            <a:off x="9885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a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1" name=""/>
          <p:cNvSpPr/>
          <p:nvPr/>
        </p:nvSpPr>
        <p:spPr>
          <a:xfrm>
            <a:off x="9907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9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2" name=""/>
          <p:cNvSpPr/>
          <p:nvPr/>
        </p:nvSpPr>
        <p:spPr>
          <a:xfrm>
            <a:off x="9928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2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2" y="0"/>
                </a:lnTo>
                <a:close/>
              </a:path>
            </a:pathLst>
          </a:custGeom>
          <a:solidFill>
            <a:srgbClr val="68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3" name=""/>
          <p:cNvSpPr/>
          <p:nvPr/>
        </p:nvSpPr>
        <p:spPr>
          <a:xfrm>
            <a:off x="9946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7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4" name=""/>
          <p:cNvSpPr/>
          <p:nvPr/>
        </p:nvSpPr>
        <p:spPr>
          <a:xfrm>
            <a:off x="9968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7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5" name=""/>
          <p:cNvSpPr/>
          <p:nvPr/>
        </p:nvSpPr>
        <p:spPr>
          <a:xfrm>
            <a:off x="9990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6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6" name=""/>
          <p:cNvSpPr/>
          <p:nvPr/>
        </p:nvSpPr>
        <p:spPr>
          <a:xfrm>
            <a:off x="10008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5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7" name=""/>
          <p:cNvSpPr/>
          <p:nvPr/>
        </p:nvSpPr>
        <p:spPr>
          <a:xfrm>
            <a:off x="10029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4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8" name=""/>
          <p:cNvSpPr/>
          <p:nvPr/>
        </p:nvSpPr>
        <p:spPr>
          <a:xfrm>
            <a:off x="10051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3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9" name=""/>
          <p:cNvSpPr/>
          <p:nvPr/>
        </p:nvSpPr>
        <p:spPr>
          <a:xfrm>
            <a:off x="10069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3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0" name=""/>
          <p:cNvSpPr/>
          <p:nvPr/>
        </p:nvSpPr>
        <p:spPr>
          <a:xfrm>
            <a:off x="10090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2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1" name=""/>
          <p:cNvSpPr/>
          <p:nvPr/>
        </p:nvSpPr>
        <p:spPr>
          <a:xfrm>
            <a:off x="10112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1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2" name=""/>
          <p:cNvSpPr/>
          <p:nvPr/>
        </p:nvSpPr>
        <p:spPr>
          <a:xfrm>
            <a:off x="10130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60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3" name=""/>
          <p:cNvSpPr/>
          <p:nvPr/>
        </p:nvSpPr>
        <p:spPr>
          <a:xfrm>
            <a:off x="10152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f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4" name=""/>
          <p:cNvSpPr/>
          <p:nvPr/>
        </p:nvSpPr>
        <p:spPr>
          <a:xfrm>
            <a:off x="10173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f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5" name=""/>
          <p:cNvSpPr/>
          <p:nvPr/>
        </p:nvSpPr>
        <p:spPr>
          <a:xfrm>
            <a:off x="10191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e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6" name=""/>
          <p:cNvSpPr/>
          <p:nvPr/>
        </p:nvSpPr>
        <p:spPr>
          <a:xfrm>
            <a:off x="10213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d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7" name=""/>
          <p:cNvSpPr/>
          <p:nvPr/>
        </p:nvSpPr>
        <p:spPr>
          <a:xfrm>
            <a:off x="10234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c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8" name=""/>
          <p:cNvSpPr/>
          <p:nvPr/>
        </p:nvSpPr>
        <p:spPr>
          <a:xfrm>
            <a:off x="10256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5c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9" name=""/>
          <p:cNvSpPr/>
          <p:nvPr/>
        </p:nvSpPr>
        <p:spPr>
          <a:xfrm>
            <a:off x="10274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b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0" name=""/>
          <p:cNvSpPr/>
          <p:nvPr/>
        </p:nvSpPr>
        <p:spPr>
          <a:xfrm>
            <a:off x="10296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a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1" name=""/>
          <p:cNvSpPr/>
          <p:nvPr/>
        </p:nvSpPr>
        <p:spPr>
          <a:xfrm>
            <a:off x="10317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5939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2" name=""/>
          <p:cNvSpPr/>
          <p:nvPr/>
        </p:nvSpPr>
        <p:spPr>
          <a:xfrm>
            <a:off x="10335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58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3" name=""/>
          <p:cNvSpPr/>
          <p:nvPr/>
        </p:nvSpPr>
        <p:spPr>
          <a:xfrm>
            <a:off x="10357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8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4" name=""/>
          <p:cNvSpPr/>
          <p:nvPr/>
        </p:nvSpPr>
        <p:spPr>
          <a:xfrm>
            <a:off x="10378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7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5" name=""/>
          <p:cNvSpPr/>
          <p:nvPr/>
        </p:nvSpPr>
        <p:spPr>
          <a:xfrm>
            <a:off x="10396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6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6" name=""/>
          <p:cNvSpPr/>
          <p:nvPr/>
        </p:nvSpPr>
        <p:spPr>
          <a:xfrm>
            <a:off x="10418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5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7" name=""/>
          <p:cNvSpPr/>
          <p:nvPr/>
        </p:nvSpPr>
        <p:spPr>
          <a:xfrm>
            <a:off x="10440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4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8" name=""/>
          <p:cNvSpPr/>
          <p:nvPr/>
        </p:nvSpPr>
        <p:spPr>
          <a:xfrm>
            <a:off x="10458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4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9" name=""/>
          <p:cNvSpPr/>
          <p:nvPr/>
        </p:nvSpPr>
        <p:spPr>
          <a:xfrm>
            <a:off x="10479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3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0" name=""/>
          <p:cNvSpPr/>
          <p:nvPr/>
        </p:nvSpPr>
        <p:spPr>
          <a:xfrm>
            <a:off x="10501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2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1" name=""/>
          <p:cNvSpPr/>
          <p:nvPr/>
        </p:nvSpPr>
        <p:spPr>
          <a:xfrm>
            <a:off x="10519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1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2" name=""/>
          <p:cNvSpPr/>
          <p:nvPr/>
        </p:nvSpPr>
        <p:spPr>
          <a:xfrm>
            <a:off x="10540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0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3" name=""/>
          <p:cNvSpPr/>
          <p:nvPr/>
        </p:nvSpPr>
        <p:spPr>
          <a:xfrm>
            <a:off x="10562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50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4" name=""/>
          <p:cNvSpPr/>
          <p:nvPr/>
        </p:nvSpPr>
        <p:spPr>
          <a:xfrm>
            <a:off x="10580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f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5" name=""/>
          <p:cNvSpPr/>
          <p:nvPr/>
        </p:nvSpPr>
        <p:spPr>
          <a:xfrm>
            <a:off x="10602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e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6" name=""/>
          <p:cNvSpPr/>
          <p:nvPr/>
        </p:nvSpPr>
        <p:spPr>
          <a:xfrm>
            <a:off x="10623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4d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7" name=""/>
          <p:cNvSpPr/>
          <p:nvPr/>
        </p:nvSpPr>
        <p:spPr>
          <a:xfrm>
            <a:off x="10645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4c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8" name=""/>
          <p:cNvSpPr/>
          <p:nvPr/>
        </p:nvSpPr>
        <p:spPr>
          <a:xfrm>
            <a:off x="10663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c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9" name=""/>
          <p:cNvSpPr/>
          <p:nvPr/>
        </p:nvSpPr>
        <p:spPr>
          <a:xfrm>
            <a:off x="10684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4b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0" name=""/>
          <p:cNvSpPr/>
          <p:nvPr/>
        </p:nvSpPr>
        <p:spPr>
          <a:xfrm>
            <a:off x="10706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4a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1" name=""/>
          <p:cNvSpPr/>
          <p:nvPr/>
        </p:nvSpPr>
        <p:spPr>
          <a:xfrm>
            <a:off x="10724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9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2" name=""/>
          <p:cNvSpPr/>
          <p:nvPr/>
        </p:nvSpPr>
        <p:spPr>
          <a:xfrm>
            <a:off x="10746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8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3" name=""/>
          <p:cNvSpPr/>
          <p:nvPr/>
        </p:nvSpPr>
        <p:spPr>
          <a:xfrm>
            <a:off x="10767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48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4" name=""/>
          <p:cNvSpPr/>
          <p:nvPr/>
        </p:nvSpPr>
        <p:spPr>
          <a:xfrm>
            <a:off x="10785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7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5" name=""/>
          <p:cNvSpPr/>
          <p:nvPr/>
        </p:nvSpPr>
        <p:spPr>
          <a:xfrm>
            <a:off x="10807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6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6" name=""/>
          <p:cNvSpPr/>
          <p:nvPr/>
        </p:nvSpPr>
        <p:spPr>
          <a:xfrm>
            <a:off x="10828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45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7" name=""/>
          <p:cNvSpPr/>
          <p:nvPr/>
        </p:nvSpPr>
        <p:spPr>
          <a:xfrm>
            <a:off x="10846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4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8" name=""/>
          <p:cNvSpPr/>
          <p:nvPr/>
        </p:nvSpPr>
        <p:spPr>
          <a:xfrm>
            <a:off x="10868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4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9" name=""/>
          <p:cNvSpPr/>
          <p:nvPr/>
        </p:nvSpPr>
        <p:spPr>
          <a:xfrm>
            <a:off x="10890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43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0" name=""/>
          <p:cNvSpPr/>
          <p:nvPr/>
        </p:nvSpPr>
        <p:spPr>
          <a:xfrm>
            <a:off x="10908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2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1" name=""/>
          <p:cNvSpPr/>
          <p:nvPr/>
        </p:nvSpPr>
        <p:spPr>
          <a:xfrm>
            <a:off x="10929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1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2" name=""/>
          <p:cNvSpPr/>
          <p:nvPr/>
        </p:nvSpPr>
        <p:spPr>
          <a:xfrm>
            <a:off x="10951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40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3" name=""/>
          <p:cNvSpPr/>
          <p:nvPr/>
        </p:nvSpPr>
        <p:spPr>
          <a:xfrm>
            <a:off x="10969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40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4" name=""/>
          <p:cNvSpPr/>
          <p:nvPr/>
        </p:nvSpPr>
        <p:spPr>
          <a:xfrm>
            <a:off x="10990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f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5" name=""/>
          <p:cNvSpPr/>
          <p:nvPr/>
        </p:nvSpPr>
        <p:spPr>
          <a:xfrm>
            <a:off x="11012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3e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6" name=""/>
          <p:cNvSpPr/>
          <p:nvPr/>
        </p:nvSpPr>
        <p:spPr>
          <a:xfrm>
            <a:off x="11034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3d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7" name=""/>
          <p:cNvSpPr/>
          <p:nvPr/>
        </p:nvSpPr>
        <p:spPr>
          <a:xfrm>
            <a:off x="11052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c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8" name=""/>
          <p:cNvSpPr/>
          <p:nvPr/>
        </p:nvSpPr>
        <p:spPr>
          <a:xfrm>
            <a:off x="11073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3c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9" name=""/>
          <p:cNvSpPr/>
          <p:nvPr/>
        </p:nvSpPr>
        <p:spPr>
          <a:xfrm>
            <a:off x="11095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3b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0" name=""/>
          <p:cNvSpPr/>
          <p:nvPr/>
        </p:nvSpPr>
        <p:spPr>
          <a:xfrm>
            <a:off x="11113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a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1" name=""/>
          <p:cNvSpPr/>
          <p:nvPr/>
        </p:nvSpPr>
        <p:spPr>
          <a:xfrm>
            <a:off x="11134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9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2" name=""/>
          <p:cNvSpPr/>
          <p:nvPr/>
        </p:nvSpPr>
        <p:spPr>
          <a:xfrm>
            <a:off x="11156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39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3" name=""/>
          <p:cNvSpPr/>
          <p:nvPr/>
        </p:nvSpPr>
        <p:spPr>
          <a:xfrm>
            <a:off x="11174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38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4" name=""/>
          <p:cNvSpPr/>
          <p:nvPr/>
        </p:nvSpPr>
        <p:spPr>
          <a:xfrm>
            <a:off x="11196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7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5" name=""/>
          <p:cNvSpPr/>
          <p:nvPr/>
        </p:nvSpPr>
        <p:spPr>
          <a:xfrm>
            <a:off x="11217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36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6" name=""/>
          <p:cNvSpPr/>
          <p:nvPr/>
        </p:nvSpPr>
        <p:spPr>
          <a:xfrm>
            <a:off x="11235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5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7" name=""/>
          <p:cNvSpPr/>
          <p:nvPr/>
        </p:nvSpPr>
        <p:spPr>
          <a:xfrm>
            <a:off x="11257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53a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8" name=""/>
          <p:cNvSpPr/>
          <p:nvPr/>
        </p:nvSpPr>
        <p:spPr>
          <a:xfrm>
            <a:off x="11278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343b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9" name=""/>
          <p:cNvSpPr/>
          <p:nvPr/>
        </p:nvSpPr>
        <p:spPr>
          <a:xfrm>
            <a:off x="11296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33b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0" name=""/>
          <p:cNvSpPr/>
          <p:nvPr/>
        </p:nvSpPr>
        <p:spPr>
          <a:xfrm>
            <a:off x="1131840" y="1438200"/>
            <a:ext cx="20880" cy="19440"/>
          </a:xfrm>
          <a:custGeom>
            <a:avLst/>
            <a:gdLst/>
            <a:ahLst/>
            <a:rect l="0" t="0" r="r" b="b"/>
            <a:pathLst>
              <a:path w="58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8" y="1"/>
                </a:lnTo>
                <a:lnTo>
                  <a:pt x="54" y="0"/>
                </a:lnTo>
                <a:close/>
              </a:path>
            </a:pathLst>
          </a:custGeom>
          <a:solidFill>
            <a:srgbClr val="32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1" name=""/>
          <p:cNvSpPr/>
          <p:nvPr/>
        </p:nvSpPr>
        <p:spPr>
          <a:xfrm>
            <a:off x="1134000" y="1438560"/>
            <a:ext cx="18720" cy="19080"/>
          </a:xfrm>
          <a:custGeom>
            <a:avLst/>
            <a:gdLst/>
            <a:ahLst/>
            <a:rect l="0" t="0" r="r" b="b"/>
            <a:pathLst>
              <a:path w="52" h="53">
                <a:moveTo>
                  <a:pt x="52" y="0"/>
                </a:moveTo>
                <a:lnTo>
                  <a:pt x="0" y="53"/>
                </a:lnTo>
                <a:lnTo>
                  <a:pt x="5" y="53"/>
                </a:lnTo>
                <a:lnTo>
                  <a:pt x="52" y="6"/>
                </a:lnTo>
                <a:lnTo>
                  <a:pt x="52" y="0"/>
                </a:lnTo>
                <a:close/>
              </a:path>
            </a:pathLst>
          </a:custGeom>
          <a:solidFill>
            <a:srgbClr val="31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2" name=""/>
          <p:cNvSpPr/>
          <p:nvPr/>
        </p:nvSpPr>
        <p:spPr>
          <a:xfrm>
            <a:off x="1135800" y="144072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47" y="0"/>
                </a:moveTo>
                <a:lnTo>
                  <a:pt x="0" y="47"/>
                </a:lnTo>
                <a:lnTo>
                  <a:pt x="6" y="47"/>
                </a:lnTo>
                <a:lnTo>
                  <a:pt x="47" y="6"/>
                </a:lnTo>
                <a:lnTo>
                  <a:pt x="47" y="0"/>
                </a:lnTo>
                <a:close/>
              </a:path>
            </a:pathLst>
          </a:custGeom>
          <a:solidFill>
            <a:srgbClr val="31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3" name=""/>
          <p:cNvSpPr/>
          <p:nvPr/>
        </p:nvSpPr>
        <p:spPr>
          <a:xfrm>
            <a:off x="1137960" y="1442880"/>
            <a:ext cx="14760" cy="14760"/>
          </a:xfrm>
          <a:custGeom>
            <a:avLst/>
            <a:gdLst/>
            <a:ahLst/>
            <a:rect l="0" t="0" r="r" b="b"/>
            <a:pathLst>
              <a:path w="41" h="41">
                <a:moveTo>
                  <a:pt x="41" y="0"/>
                </a:moveTo>
                <a:lnTo>
                  <a:pt x="0" y="41"/>
                </a:lnTo>
                <a:lnTo>
                  <a:pt x="6" y="41"/>
                </a:lnTo>
                <a:lnTo>
                  <a:pt x="41" y="5"/>
                </a:lnTo>
                <a:lnTo>
                  <a:pt x="41" y="0"/>
                </a:lnTo>
                <a:close/>
              </a:path>
            </a:pathLst>
          </a:custGeom>
          <a:solidFill>
            <a:srgbClr val="30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4" name=""/>
          <p:cNvSpPr/>
          <p:nvPr/>
        </p:nvSpPr>
        <p:spPr>
          <a:xfrm>
            <a:off x="1140120" y="1444680"/>
            <a:ext cx="12600" cy="12960"/>
          </a:xfrm>
          <a:custGeom>
            <a:avLst/>
            <a:gdLst/>
            <a:ahLst/>
            <a:rect l="0" t="0" r="r" b="b"/>
            <a:pathLst>
              <a:path w="35" h="36">
                <a:moveTo>
                  <a:pt x="35" y="0"/>
                </a:moveTo>
                <a:lnTo>
                  <a:pt x="0" y="36"/>
                </a:lnTo>
                <a:lnTo>
                  <a:pt x="6" y="36"/>
                </a:lnTo>
                <a:lnTo>
                  <a:pt x="35" y="6"/>
                </a:lnTo>
                <a:lnTo>
                  <a:pt x="35" y="0"/>
                </a:lnTo>
                <a:close/>
              </a:path>
            </a:pathLst>
          </a:custGeom>
          <a:solidFill>
            <a:srgbClr val="2f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5" name=""/>
          <p:cNvSpPr/>
          <p:nvPr/>
        </p:nvSpPr>
        <p:spPr>
          <a:xfrm>
            <a:off x="1142280" y="1446840"/>
            <a:ext cx="10440" cy="10800"/>
          </a:xfrm>
          <a:custGeom>
            <a:avLst/>
            <a:gdLst/>
            <a:ahLst/>
            <a:rect l="0" t="0" r="r" b="b"/>
            <a:pathLst>
              <a:path w="29" h="30">
                <a:moveTo>
                  <a:pt x="29" y="0"/>
                </a:moveTo>
                <a:lnTo>
                  <a:pt x="0" y="30"/>
                </a:lnTo>
                <a:lnTo>
                  <a:pt x="6" y="30"/>
                </a:lnTo>
                <a:lnTo>
                  <a:pt x="29" y="6"/>
                </a:lnTo>
                <a:lnTo>
                  <a:pt x="29" y="0"/>
                </a:lnTo>
                <a:close/>
              </a:path>
            </a:pathLst>
          </a:custGeom>
          <a:solidFill>
            <a:srgbClr val="2e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6" name=""/>
          <p:cNvSpPr/>
          <p:nvPr/>
        </p:nvSpPr>
        <p:spPr>
          <a:xfrm>
            <a:off x="1144080" y="1449000"/>
            <a:ext cx="9000" cy="8640"/>
          </a:xfrm>
          <a:custGeom>
            <a:avLst/>
            <a:gdLst/>
            <a:ahLst/>
            <a:rect l="0" t="0" r="r" b="b"/>
            <a:pathLst>
              <a:path w="25" h="24">
                <a:moveTo>
                  <a:pt x="25" y="0"/>
                </a:moveTo>
                <a:lnTo>
                  <a:pt x="0" y="24"/>
                </a:lnTo>
                <a:lnTo>
                  <a:pt x="7" y="24"/>
                </a:lnTo>
                <a:lnTo>
                  <a:pt x="25" y="6"/>
                </a:lnTo>
                <a:lnTo>
                  <a:pt x="25" y="0"/>
                </a:lnTo>
                <a:close/>
              </a:path>
            </a:pathLst>
          </a:custGeom>
          <a:solidFill>
            <a:srgbClr val="2d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7" name=""/>
          <p:cNvSpPr/>
          <p:nvPr/>
        </p:nvSpPr>
        <p:spPr>
          <a:xfrm>
            <a:off x="1146240" y="1451160"/>
            <a:ext cx="6480" cy="6480"/>
          </a:xfrm>
          <a:custGeom>
            <a:avLst/>
            <a:gdLst/>
            <a:ahLst/>
            <a:rect l="0" t="0" r="r" b="b"/>
            <a:pathLst>
              <a:path w="18" h="18">
                <a:moveTo>
                  <a:pt x="18" y="0"/>
                </a:moveTo>
                <a:lnTo>
                  <a:pt x="0" y="18"/>
                </a:lnTo>
                <a:lnTo>
                  <a:pt x="7" y="18"/>
                </a:lnTo>
                <a:lnTo>
                  <a:pt x="18" y="5"/>
                </a:lnTo>
                <a:lnTo>
                  <a:pt x="18" y="0"/>
                </a:lnTo>
                <a:close/>
              </a:path>
            </a:pathLst>
          </a:custGeom>
          <a:solidFill>
            <a:srgbClr val="2d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8" name=""/>
          <p:cNvSpPr/>
          <p:nvPr/>
        </p:nvSpPr>
        <p:spPr>
          <a:xfrm>
            <a:off x="1148400" y="1452960"/>
            <a:ext cx="4320" cy="4680"/>
          </a:xfrm>
          <a:custGeom>
            <a:avLst/>
            <a:gdLst/>
            <a:ahLst/>
            <a:rect l="0" t="0" r="r" b="b"/>
            <a:pathLst>
              <a:path w="12" h="13">
                <a:moveTo>
                  <a:pt x="12" y="0"/>
                </a:moveTo>
                <a:lnTo>
                  <a:pt x="0" y="13"/>
                </a:lnTo>
                <a:lnTo>
                  <a:pt x="5" y="13"/>
                </a:lnTo>
                <a:lnTo>
                  <a:pt x="12" y="6"/>
                </a:lnTo>
                <a:lnTo>
                  <a:pt x="12" y="0"/>
                </a:lnTo>
                <a:close/>
              </a:path>
            </a:pathLst>
          </a:custGeom>
          <a:solidFill>
            <a:srgbClr val="2c3b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9" name=""/>
          <p:cNvSpPr/>
          <p:nvPr/>
        </p:nvSpPr>
        <p:spPr>
          <a:xfrm>
            <a:off x="1150200" y="1455120"/>
            <a:ext cx="2520" cy="2880"/>
          </a:xfrm>
          <a:custGeom>
            <a:avLst/>
            <a:gdLst/>
            <a:ahLst/>
            <a:rect l="0" t="0" r="r" b="b"/>
            <a:pathLst>
              <a:path w="7" h="8">
                <a:moveTo>
                  <a:pt x="7" y="0"/>
                </a:moveTo>
                <a:lnTo>
                  <a:pt x="0" y="8"/>
                </a:lnTo>
                <a:lnTo>
                  <a:pt x="7" y="8"/>
                </a:lnTo>
                <a:lnTo>
                  <a:pt x="7" y="0"/>
                </a:lnTo>
                <a:close/>
              </a:path>
            </a:pathLst>
          </a:custGeom>
          <a:solidFill>
            <a:srgbClr val="2b3b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00" name=""/>
          <p:cNvSpPr/>
          <p:nvPr/>
        </p:nvSpPr>
        <p:spPr>
          <a:xfrm>
            <a:off x="647640" y="1952280"/>
            <a:ext cx="3219480" cy="10080"/>
          </a:xfrm>
          <a:custGeom>
            <a:avLst/>
            <a:gdLst/>
            <a:ahLst/>
            <a:rect l="0" t="0" r="r" b="b"/>
            <a:pathLst>
              <a:path w="8943" h="28">
                <a:moveTo>
                  <a:pt x="0" y="0"/>
                </a:moveTo>
                <a:lnTo>
                  <a:pt x="8943" y="0"/>
                </a:lnTo>
                <a:lnTo>
                  <a:pt x="89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e0e1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01" name=""/>
          <p:cNvSpPr/>
          <p:nvPr/>
        </p:nvSpPr>
        <p:spPr>
          <a:xfrm>
            <a:off x="3866760" y="1952280"/>
            <a:ext cx="1400760" cy="10080"/>
          </a:xfrm>
          <a:custGeom>
            <a:avLst/>
            <a:gdLst/>
            <a:ahLst/>
            <a:rect l="0" t="0" r="r" b="b"/>
            <a:pathLst>
              <a:path w="3891" h="28">
                <a:moveTo>
                  <a:pt x="0" y="0"/>
                </a:moveTo>
                <a:lnTo>
                  <a:pt x="3891" y="0"/>
                </a:lnTo>
                <a:lnTo>
                  <a:pt x="38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e0e1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02" name=""/>
          <p:cNvSpPr/>
          <p:nvPr/>
        </p:nvSpPr>
        <p:spPr>
          <a:xfrm>
            <a:off x="5267160" y="1952280"/>
            <a:ext cx="1648080" cy="10080"/>
          </a:xfrm>
          <a:custGeom>
            <a:avLst/>
            <a:gdLst/>
            <a:ahLst/>
            <a:rect l="0" t="0" r="r" b="b"/>
            <a:pathLst>
              <a:path w="4578" h="28">
                <a:moveTo>
                  <a:pt x="0" y="0"/>
                </a:moveTo>
                <a:lnTo>
                  <a:pt x="4578" y="0"/>
                </a:lnTo>
                <a:lnTo>
                  <a:pt x="457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e0e1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03" name=""/>
          <p:cNvSpPr/>
          <p:nvPr/>
        </p:nvSpPr>
        <p:spPr>
          <a:xfrm>
            <a:off x="647640" y="2333520"/>
            <a:ext cx="3219480" cy="9720"/>
          </a:xfrm>
          <a:custGeom>
            <a:avLst/>
            <a:gdLst/>
            <a:ahLst/>
            <a:rect l="0" t="0" r="r" b="b"/>
            <a:pathLst>
              <a:path w="8943" h="27">
                <a:moveTo>
                  <a:pt x="0" y="0"/>
                </a:moveTo>
                <a:lnTo>
                  <a:pt x="8943" y="0"/>
                </a:lnTo>
                <a:lnTo>
                  <a:pt x="89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4" name=""/>
          <p:cNvSpPr/>
          <p:nvPr/>
        </p:nvSpPr>
        <p:spPr>
          <a:xfrm>
            <a:off x="3866760" y="2333520"/>
            <a:ext cx="1400760" cy="9720"/>
          </a:xfrm>
          <a:custGeom>
            <a:avLst/>
            <a:gdLst/>
            <a:ahLst/>
            <a:rect l="0" t="0" r="r" b="b"/>
            <a:pathLst>
              <a:path w="3891" h="27">
                <a:moveTo>
                  <a:pt x="0" y="0"/>
                </a:moveTo>
                <a:lnTo>
                  <a:pt x="3891" y="0"/>
                </a:lnTo>
                <a:lnTo>
                  <a:pt x="38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5" name=""/>
          <p:cNvSpPr/>
          <p:nvPr/>
        </p:nvSpPr>
        <p:spPr>
          <a:xfrm>
            <a:off x="5267160" y="2333520"/>
            <a:ext cx="1648080" cy="9720"/>
          </a:xfrm>
          <a:custGeom>
            <a:avLst/>
            <a:gdLst/>
            <a:ahLst/>
            <a:rect l="0" t="0" r="r" b="b"/>
            <a:pathLst>
              <a:path w="4578" h="27">
                <a:moveTo>
                  <a:pt x="0" y="0"/>
                </a:moveTo>
                <a:lnTo>
                  <a:pt x="4578" y="0"/>
                </a:lnTo>
                <a:lnTo>
                  <a:pt x="45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6" name=""/>
          <p:cNvSpPr/>
          <p:nvPr/>
        </p:nvSpPr>
        <p:spPr>
          <a:xfrm>
            <a:off x="647640" y="2705040"/>
            <a:ext cx="3219480" cy="9720"/>
          </a:xfrm>
          <a:custGeom>
            <a:avLst/>
            <a:gdLst/>
            <a:ahLst/>
            <a:rect l="0" t="0" r="r" b="b"/>
            <a:pathLst>
              <a:path w="8943" h="27">
                <a:moveTo>
                  <a:pt x="0" y="0"/>
                </a:moveTo>
                <a:lnTo>
                  <a:pt x="8943" y="0"/>
                </a:lnTo>
                <a:lnTo>
                  <a:pt x="89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7" name=""/>
          <p:cNvSpPr/>
          <p:nvPr/>
        </p:nvSpPr>
        <p:spPr>
          <a:xfrm>
            <a:off x="3866760" y="2705040"/>
            <a:ext cx="1400760" cy="9720"/>
          </a:xfrm>
          <a:custGeom>
            <a:avLst/>
            <a:gdLst/>
            <a:ahLst/>
            <a:rect l="0" t="0" r="r" b="b"/>
            <a:pathLst>
              <a:path w="3891" h="27">
                <a:moveTo>
                  <a:pt x="0" y="0"/>
                </a:moveTo>
                <a:lnTo>
                  <a:pt x="3891" y="0"/>
                </a:lnTo>
                <a:lnTo>
                  <a:pt x="38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8" name=""/>
          <p:cNvSpPr/>
          <p:nvPr/>
        </p:nvSpPr>
        <p:spPr>
          <a:xfrm>
            <a:off x="5267160" y="2705040"/>
            <a:ext cx="1648080" cy="9720"/>
          </a:xfrm>
          <a:custGeom>
            <a:avLst/>
            <a:gdLst/>
            <a:ahLst/>
            <a:rect l="0" t="0" r="r" b="b"/>
            <a:pathLst>
              <a:path w="4578" h="27">
                <a:moveTo>
                  <a:pt x="0" y="0"/>
                </a:moveTo>
                <a:lnTo>
                  <a:pt x="4578" y="0"/>
                </a:lnTo>
                <a:lnTo>
                  <a:pt x="45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9" name=""/>
          <p:cNvSpPr/>
          <p:nvPr/>
        </p:nvSpPr>
        <p:spPr>
          <a:xfrm>
            <a:off x="647640" y="3085920"/>
            <a:ext cx="3219480" cy="9720"/>
          </a:xfrm>
          <a:custGeom>
            <a:avLst/>
            <a:gdLst/>
            <a:ahLst/>
            <a:rect l="0" t="0" r="r" b="b"/>
            <a:pathLst>
              <a:path w="8943" h="27">
                <a:moveTo>
                  <a:pt x="0" y="0"/>
                </a:moveTo>
                <a:lnTo>
                  <a:pt x="8943" y="0"/>
                </a:lnTo>
                <a:lnTo>
                  <a:pt x="89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0" name=""/>
          <p:cNvSpPr/>
          <p:nvPr/>
        </p:nvSpPr>
        <p:spPr>
          <a:xfrm>
            <a:off x="3866760" y="3085920"/>
            <a:ext cx="1400760" cy="9720"/>
          </a:xfrm>
          <a:custGeom>
            <a:avLst/>
            <a:gdLst/>
            <a:ahLst/>
            <a:rect l="0" t="0" r="r" b="b"/>
            <a:pathLst>
              <a:path w="3891" h="27">
                <a:moveTo>
                  <a:pt x="0" y="0"/>
                </a:moveTo>
                <a:lnTo>
                  <a:pt x="3891" y="0"/>
                </a:lnTo>
                <a:lnTo>
                  <a:pt x="38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1" name=""/>
          <p:cNvSpPr/>
          <p:nvPr/>
        </p:nvSpPr>
        <p:spPr>
          <a:xfrm>
            <a:off x="5267160" y="3085920"/>
            <a:ext cx="1648080" cy="9720"/>
          </a:xfrm>
          <a:custGeom>
            <a:avLst/>
            <a:gdLst/>
            <a:ahLst/>
            <a:rect l="0" t="0" r="r" b="b"/>
            <a:pathLst>
              <a:path w="4578" h="27">
                <a:moveTo>
                  <a:pt x="0" y="0"/>
                </a:moveTo>
                <a:lnTo>
                  <a:pt x="4578" y="0"/>
                </a:lnTo>
                <a:lnTo>
                  <a:pt x="45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2" name=""/>
          <p:cNvSpPr/>
          <p:nvPr/>
        </p:nvSpPr>
        <p:spPr>
          <a:xfrm>
            <a:off x="647640" y="3466800"/>
            <a:ext cx="3219480" cy="10080"/>
          </a:xfrm>
          <a:custGeom>
            <a:avLst/>
            <a:gdLst/>
            <a:ahLst/>
            <a:rect l="0" t="0" r="r" b="b"/>
            <a:pathLst>
              <a:path w="8943" h="28">
                <a:moveTo>
                  <a:pt x="0" y="0"/>
                </a:moveTo>
                <a:lnTo>
                  <a:pt x="8943" y="0"/>
                </a:lnTo>
                <a:lnTo>
                  <a:pt x="89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3" name=""/>
          <p:cNvSpPr/>
          <p:nvPr/>
        </p:nvSpPr>
        <p:spPr>
          <a:xfrm>
            <a:off x="3866760" y="3466800"/>
            <a:ext cx="1400760" cy="10080"/>
          </a:xfrm>
          <a:custGeom>
            <a:avLst/>
            <a:gdLst/>
            <a:ahLst/>
            <a:rect l="0" t="0" r="r" b="b"/>
            <a:pathLst>
              <a:path w="3891" h="28">
                <a:moveTo>
                  <a:pt x="0" y="0"/>
                </a:moveTo>
                <a:lnTo>
                  <a:pt x="3891" y="0"/>
                </a:lnTo>
                <a:lnTo>
                  <a:pt x="38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4" name=""/>
          <p:cNvSpPr/>
          <p:nvPr/>
        </p:nvSpPr>
        <p:spPr>
          <a:xfrm>
            <a:off x="5267160" y="3466800"/>
            <a:ext cx="1648080" cy="10080"/>
          </a:xfrm>
          <a:custGeom>
            <a:avLst/>
            <a:gdLst/>
            <a:ahLst/>
            <a:rect l="0" t="0" r="r" b="b"/>
            <a:pathLst>
              <a:path w="4578" h="28">
                <a:moveTo>
                  <a:pt x="0" y="0"/>
                </a:moveTo>
                <a:lnTo>
                  <a:pt x="4578" y="0"/>
                </a:lnTo>
                <a:lnTo>
                  <a:pt x="457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5" name=""/>
          <p:cNvSpPr/>
          <p:nvPr/>
        </p:nvSpPr>
        <p:spPr>
          <a:xfrm>
            <a:off x="647640" y="3847680"/>
            <a:ext cx="3219480" cy="10080"/>
          </a:xfrm>
          <a:custGeom>
            <a:avLst/>
            <a:gdLst/>
            <a:ahLst/>
            <a:rect l="0" t="0" r="r" b="b"/>
            <a:pathLst>
              <a:path w="8943" h="28">
                <a:moveTo>
                  <a:pt x="0" y="0"/>
                </a:moveTo>
                <a:lnTo>
                  <a:pt x="8943" y="0"/>
                </a:lnTo>
                <a:lnTo>
                  <a:pt x="89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6" name=""/>
          <p:cNvSpPr/>
          <p:nvPr/>
        </p:nvSpPr>
        <p:spPr>
          <a:xfrm>
            <a:off x="3866760" y="3847680"/>
            <a:ext cx="1400760" cy="10080"/>
          </a:xfrm>
          <a:custGeom>
            <a:avLst/>
            <a:gdLst/>
            <a:ahLst/>
            <a:rect l="0" t="0" r="r" b="b"/>
            <a:pathLst>
              <a:path w="3891" h="28">
                <a:moveTo>
                  <a:pt x="0" y="0"/>
                </a:moveTo>
                <a:lnTo>
                  <a:pt x="3891" y="0"/>
                </a:lnTo>
                <a:lnTo>
                  <a:pt x="38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7" name=""/>
          <p:cNvSpPr/>
          <p:nvPr/>
        </p:nvSpPr>
        <p:spPr>
          <a:xfrm>
            <a:off x="5267160" y="3847680"/>
            <a:ext cx="1648080" cy="10080"/>
          </a:xfrm>
          <a:custGeom>
            <a:avLst/>
            <a:gdLst/>
            <a:ahLst/>
            <a:rect l="0" t="0" r="r" b="b"/>
            <a:pathLst>
              <a:path w="4578" h="28">
                <a:moveTo>
                  <a:pt x="0" y="0"/>
                </a:moveTo>
                <a:lnTo>
                  <a:pt x="4578" y="0"/>
                </a:lnTo>
                <a:lnTo>
                  <a:pt x="457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8" name=""/>
          <p:cNvSpPr/>
          <p:nvPr/>
        </p:nvSpPr>
        <p:spPr>
          <a:xfrm>
            <a:off x="647640" y="4228920"/>
            <a:ext cx="3219480" cy="9720"/>
          </a:xfrm>
          <a:custGeom>
            <a:avLst/>
            <a:gdLst/>
            <a:ahLst/>
            <a:rect l="0" t="0" r="r" b="b"/>
            <a:pathLst>
              <a:path w="8943" h="27">
                <a:moveTo>
                  <a:pt x="0" y="0"/>
                </a:moveTo>
                <a:lnTo>
                  <a:pt x="8943" y="0"/>
                </a:lnTo>
                <a:lnTo>
                  <a:pt x="89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9" name=""/>
          <p:cNvSpPr/>
          <p:nvPr/>
        </p:nvSpPr>
        <p:spPr>
          <a:xfrm>
            <a:off x="3866760" y="4228920"/>
            <a:ext cx="1400760" cy="9720"/>
          </a:xfrm>
          <a:custGeom>
            <a:avLst/>
            <a:gdLst/>
            <a:ahLst/>
            <a:rect l="0" t="0" r="r" b="b"/>
            <a:pathLst>
              <a:path w="3891" h="27">
                <a:moveTo>
                  <a:pt x="0" y="0"/>
                </a:moveTo>
                <a:lnTo>
                  <a:pt x="3891" y="0"/>
                </a:lnTo>
                <a:lnTo>
                  <a:pt x="38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0" name=""/>
          <p:cNvSpPr/>
          <p:nvPr/>
        </p:nvSpPr>
        <p:spPr>
          <a:xfrm>
            <a:off x="5267160" y="4228920"/>
            <a:ext cx="1648080" cy="9720"/>
          </a:xfrm>
          <a:custGeom>
            <a:avLst/>
            <a:gdLst/>
            <a:ahLst/>
            <a:rect l="0" t="0" r="r" b="b"/>
            <a:pathLst>
              <a:path w="4578" h="27">
                <a:moveTo>
                  <a:pt x="0" y="0"/>
                </a:moveTo>
                <a:lnTo>
                  <a:pt x="4578" y="0"/>
                </a:lnTo>
                <a:lnTo>
                  <a:pt x="45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1" name=""/>
          <p:cNvSpPr/>
          <p:nvPr/>
        </p:nvSpPr>
        <p:spPr>
          <a:xfrm>
            <a:off x="647640" y="4609800"/>
            <a:ext cx="3219480" cy="10080"/>
          </a:xfrm>
          <a:custGeom>
            <a:avLst/>
            <a:gdLst/>
            <a:ahLst/>
            <a:rect l="0" t="0" r="r" b="b"/>
            <a:pathLst>
              <a:path w="8943" h="28">
                <a:moveTo>
                  <a:pt x="0" y="0"/>
                </a:moveTo>
                <a:lnTo>
                  <a:pt x="8943" y="0"/>
                </a:lnTo>
                <a:lnTo>
                  <a:pt x="89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2" name=""/>
          <p:cNvSpPr/>
          <p:nvPr/>
        </p:nvSpPr>
        <p:spPr>
          <a:xfrm>
            <a:off x="3866760" y="4609800"/>
            <a:ext cx="1400760" cy="10080"/>
          </a:xfrm>
          <a:custGeom>
            <a:avLst/>
            <a:gdLst/>
            <a:ahLst/>
            <a:rect l="0" t="0" r="r" b="b"/>
            <a:pathLst>
              <a:path w="3891" h="28">
                <a:moveTo>
                  <a:pt x="0" y="0"/>
                </a:moveTo>
                <a:lnTo>
                  <a:pt x="3891" y="0"/>
                </a:lnTo>
                <a:lnTo>
                  <a:pt x="38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3" name=""/>
          <p:cNvSpPr/>
          <p:nvPr/>
        </p:nvSpPr>
        <p:spPr>
          <a:xfrm>
            <a:off x="5267160" y="4609800"/>
            <a:ext cx="1648080" cy="10080"/>
          </a:xfrm>
          <a:custGeom>
            <a:avLst/>
            <a:gdLst/>
            <a:ahLst/>
            <a:rect l="0" t="0" r="r" b="b"/>
            <a:pathLst>
              <a:path w="4578" h="28">
                <a:moveTo>
                  <a:pt x="0" y="0"/>
                </a:moveTo>
                <a:lnTo>
                  <a:pt x="4578" y="0"/>
                </a:lnTo>
                <a:lnTo>
                  <a:pt x="457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4" name=""/>
          <p:cNvSpPr/>
          <p:nvPr/>
        </p:nvSpPr>
        <p:spPr>
          <a:xfrm>
            <a:off x="647640" y="4981320"/>
            <a:ext cx="3219480" cy="9720"/>
          </a:xfrm>
          <a:custGeom>
            <a:avLst/>
            <a:gdLst/>
            <a:ahLst/>
            <a:rect l="0" t="0" r="r" b="b"/>
            <a:pathLst>
              <a:path w="8943" h="27">
                <a:moveTo>
                  <a:pt x="0" y="0"/>
                </a:moveTo>
                <a:lnTo>
                  <a:pt x="8943" y="0"/>
                </a:lnTo>
                <a:lnTo>
                  <a:pt x="89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5" name=""/>
          <p:cNvSpPr/>
          <p:nvPr/>
        </p:nvSpPr>
        <p:spPr>
          <a:xfrm>
            <a:off x="3866760" y="4981320"/>
            <a:ext cx="1400760" cy="9720"/>
          </a:xfrm>
          <a:custGeom>
            <a:avLst/>
            <a:gdLst/>
            <a:ahLst/>
            <a:rect l="0" t="0" r="r" b="b"/>
            <a:pathLst>
              <a:path w="3891" h="27">
                <a:moveTo>
                  <a:pt x="0" y="0"/>
                </a:moveTo>
                <a:lnTo>
                  <a:pt x="3891" y="0"/>
                </a:lnTo>
                <a:lnTo>
                  <a:pt x="38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6" name=""/>
          <p:cNvSpPr/>
          <p:nvPr/>
        </p:nvSpPr>
        <p:spPr>
          <a:xfrm>
            <a:off x="5267160" y="4981320"/>
            <a:ext cx="1648080" cy="9720"/>
          </a:xfrm>
          <a:custGeom>
            <a:avLst/>
            <a:gdLst/>
            <a:ahLst/>
            <a:rect l="0" t="0" r="r" b="b"/>
            <a:pathLst>
              <a:path w="4578" h="27">
                <a:moveTo>
                  <a:pt x="0" y="0"/>
                </a:moveTo>
                <a:lnTo>
                  <a:pt x="4578" y="0"/>
                </a:lnTo>
                <a:lnTo>
                  <a:pt x="45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7" name=""/>
          <p:cNvSpPr/>
          <p:nvPr/>
        </p:nvSpPr>
        <p:spPr>
          <a:xfrm>
            <a:off x="647640" y="5362200"/>
            <a:ext cx="3219480" cy="10080"/>
          </a:xfrm>
          <a:custGeom>
            <a:avLst/>
            <a:gdLst/>
            <a:ahLst/>
            <a:rect l="0" t="0" r="r" b="b"/>
            <a:pathLst>
              <a:path w="8943" h="28">
                <a:moveTo>
                  <a:pt x="0" y="0"/>
                </a:moveTo>
                <a:lnTo>
                  <a:pt x="8943" y="0"/>
                </a:lnTo>
                <a:lnTo>
                  <a:pt x="89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8" name=""/>
          <p:cNvSpPr/>
          <p:nvPr/>
        </p:nvSpPr>
        <p:spPr>
          <a:xfrm>
            <a:off x="3866760" y="5362200"/>
            <a:ext cx="1400760" cy="10080"/>
          </a:xfrm>
          <a:custGeom>
            <a:avLst/>
            <a:gdLst/>
            <a:ahLst/>
            <a:rect l="0" t="0" r="r" b="b"/>
            <a:pathLst>
              <a:path w="3891" h="28">
                <a:moveTo>
                  <a:pt x="0" y="0"/>
                </a:moveTo>
                <a:lnTo>
                  <a:pt x="3891" y="0"/>
                </a:lnTo>
                <a:lnTo>
                  <a:pt x="38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9" name=""/>
          <p:cNvSpPr/>
          <p:nvPr/>
        </p:nvSpPr>
        <p:spPr>
          <a:xfrm>
            <a:off x="5267160" y="5362200"/>
            <a:ext cx="1648080" cy="10080"/>
          </a:xfrm>
          <a:custGeom>
            <a:avLst/>
            <a:gdLst/>
            <a:ahLst/>
            <a:rect l="0" t="0" r="r" b="b"/>
            <a:pathLst>
              <a:path w="4578" h="28">
                <a:moveTo>
                  <a:pt x="0" y="0"/>
                </a:moveTo>
                <a:lnTo>
                  <a:pt x="4578" y="0"/>
                </a:lnTo>
                <a:lnTo>
                  <a:pt x="457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0" name=""/>
          <p:cNvSpPr/>
          <p:nvPr/>
        </p:nvSpPr>
        <p:spPr>
          <a:xfrm>
            <a:off x="647640" y="5895720"/>
            <a:ext cx="2229120" cy="9720"/>
          </a:xfrm>
          <a:custGeom>
            <a:avLst/>
            <a:gdLst/>
            <a:ahLst/>
            <a:rect l="0" t="0" r="r" b="b"/>
            <a:pathLst>
              <a:path w="6192" h="27">
                <a:moveTo>
                  <a:pt x="0" y="0"/>
                </a:moveTo>
                <a:lnTo>
                  <a:pt x="6192" y="0"/>
                </a:lnTo>
                <a:lnTo>
                  <a:pt x="61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e0e1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1" name=""/>
          <p:cNvSpPr/>
          <p:nvPr/>
        </p:nvSpPr>
        <p:spPr>
          <a:xfrm>
            <a:off x="2876400" y="5895720"/>
            <a:ext cx="1410120" cy="9720"/>
          </a:xfrm>
          <a:custGeom>
            <a:avLst/>
            <a:gdLst/>
            <a:ahLst/>
            <a:rect l="0" t="0" r="r" b="b"/>
            <a:pathLst>
              <a:path w="3917" h="27">
                <a:moveTo>
                  <a:pt x="0" y="0"/>
                </a:moveTo>
                <a:lnTo>
                  <a:pt x="3917" y="0"/>
                </a:lnTo>
                <a:lnTo>
                  <a:pt x="39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e0e1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2" name=""/>
          <p:cNvSpPr/>
          <p:nvPr/>
        </p:nvSpPr>
        <p:spPr>
          <a:xfrm>
            <a:off x="4286160" y="5895720"/>
            <a:ext cx="1324080" cy="9720"/>
          </a:xfrm>
          <a:custGeom>
            <a:avLst/>
            <a:gdLst/>
            <a:ahLst/>
            <a:rect l="0" t="0" r="r" b="b"/>
            <a:pathLst>
              <a:path w="3678" h="27">
                <a:moveTo>
                  <a:pt x="0" y="0"/>
                </a:moveTo>
                <a:lnTo>
                  <a:pt x="3678" y="0"/>
                </a:lnTo>
                <a:lnTo>
                  <a:pt x="36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e0e1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3" name=""/>
          <p:cNvSpPr/>
          <p:nvPr/>
        </p:nvSpPr>
        <p:spPr>
          <a:xfrm>
            <a:off x="5609880" y="5895720"/>
            <a:ext cx="1305360" cy="9720"/>
          </a:xfrm>
          <a:custGeom>
            <a:avLst/>
            <a:gdLst/>
            <a:ahLst/>
            <a:rect l="0" t="0" r="r" b="b"/>
            <a:pathLst>
              <a:path w="3626" h="27">
                <a:moveTo>
                  <a:pt x="0" y="0"/>
                </a:moveTo>
                <a:lnTo>
                  <a:pt x="3626" y="0"/>
                </a:lnTo>
                <a:lnTo>
                  <a:pt x="36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e0e1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4" name=""/>
          <p:cNvSpPr/>
          <p:nvPr/>
        </p:nvSpPr>
        <p:spPr>
          <a:xfrm>
            <a:off x="647640" y="6276600"/>
            <a:ext cx="2229120" cy="10080"/>
          </a:xfrm>
          <a:custGeom>
            <a:avLst/>
            <a:gdLst/>
            <a:ahLst/>
            <a:rect l="0" t="0" r="r" b="b"/>
            <a:pathLst>
              <a:path w="6192" h="28">
                <a:moveTo>
                  <a:pt x="0" y="0"/>
                </a:moveTo>
                <a:lnTo>
                  <a:pt x="6192" y="0"/>
                </a:lnTo>
                <a:lnTo>
                  <a:pt x="619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5" name=""/>
          <p:cNvSpPr/>
          <p:nvPr/>
        </p:nvSpPr>
        <p:spPr>
          <a:xfrm>
            <a:off x="2876400" y="6276600"/>
            <a:ext cx="1410120" cy="10080"/>
          </a:xfrm>
          <a:custGeom>
            <a:avLst/>
            <a:gdLst/>
            <a:ahLst/>
            <a:rect l="0" t="0" r="r" b="b"/>
            <a:pathLst>
              <a:path w="3917" h="28">
                <a:moveTo>
                  <a:pt x="0" y="0"/>
                </a:moveTo>
                <a:lnTo>
                  <a:pt x="3917" y="0"/>
                </a:lnTo>
                <a:lnTo>
                  <a:pt x="39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6" name=""/>
          <p:cNvSpPr/>
          <p:nvPr/>
        </p:nvSpPr>
        <p:spPr>
          <a:xfrm>
            <a:off x="4286160" y="6276600"/>
            <a:ext cx="1324080" cy="10080"/>
          </a:xfrm>
          <a:custGeom>
            <a:avLst/>
            <a:gdLst/>
            <a:ahLst/>
            <a:rect l="0" t="0" r="r" b="b"/>
            <a:pathLst>
              <a:path w="3678" h="28">
                <a:moveTo>
                  <a:pt x="0" y="0"/>
                </a:moveTo>
                <a:lnTo>
                  <a:pt x="3678" y="0"/>
                </a:lnTo>
                <a:lnTo>
                  <a:pt x="367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7" name=""/>
          <p:cNvSpPr/>
          <p:nvPr/>
        </p:nvSpPr>
        <p:spPr>
          <a:xfrm>
            <a:off x="5609880" y="6276600"/>
            <a:ext cx="1305360" cy="10080"/>
          </a:xfrm>
          <a:custGeom>
            <a:avLst/>
            <a:gdLst/>
            <a:ahLst/>
            <a:rect l="0" t="0" r="r" b="b"/>
            <a:pathLst>
              <a:path w="3626" h="28">
                <a:moveTo>
                  <a:pt x="0" y="0"/>
                </a:moveTo>
                <a:lnTo>
                  <a:pt x="3626" y="0"/>
                </a:lnTo>
                <a:lnTo>
                  <a:pt x="362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8" name=""/>
          <p:cNvSpPr/>
          <p:nvPr/>
        </p:nvSpPr>
        <p:spPr>
          <a:xfrm>
            <a:off x="647640" y="6657480"/>
            <a:ext cx="2229120" cy="10080"/>
          </a:xfrm>
          <a:custGeom>
            <a:avLst/>
            <a:gdLst/>
            <a:ahLst/>
            <a:rect l="0" t="0" r="r" b="b"/>
            <a:pathLst>
              <a:path w="6192" h="28">
                <a:moveTo>
                  <a:pt x="0" y="0"/>
                </a:moveTo>
                <a:lnTo>
                  <a:pt x="6192" y="0"/>
                </a:lnTo>
                <a:lnTo>
                  <a:pt x="619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9" name=""/>
          <p:cNvSpPr/>
          <p:nvPr/>
        </p:nvSpPr>
        <p:spPr>
          <a:xfrm>
            <a:off x="2876400" y="6657480"/>
            <a:ext cx="1410120" cy="10080"/>
          </a:xfrm>
          <a:custGeom>
            <a:avLst/>
            <a:gdLst/>
            <a:ahLst/>
            <a:rect l="0" t="0" r="r" b="b"/>
            <a:pathLst>
              <a:path w="3917" h="28">
                <a:moveTo>
                  <a:pt x="0" y="0"/>
                </a:moveTo>
                <a:lnTo>
                  <a:pt x="3917" y="0"/>
                </a:lnTo>
                <a:lnTo>
                  <a:pt x="39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0" name=""/>
          <p:cNvSpPr/>
          <p:nvPr/>
        </p:nvSpPr>
        <p:spPr>
          <a:xfrm>
            <a:off x="4286160" y="6657480"/>
            <a:ext cx="1324080" cy="10080"/>
          </a:xfrm>
          <a:custGeom>
            <a:avLst/>
            <a:gdLst/>
            <a:ahLst/>
            <a:rect l="0" t="0" r="r" b="b"/>
            <a:pathLst>
              <a:path w="3678" h="28">
                <a:moveTo>
                  <a:pt x="0" y="0"/>
                </a:moveTo>
                <a:lnTo>
                  <a:pt x="3678" y="0"/>
                </a:lnTo>
                <a:lnTo>
                  <a:pt x="367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1" name=""/>
          <p:cNvSpPr/>
          <p:nvPr/>
        </p:nvSpPr>
        <p:spPr>
          <a:xfrm>
            <a:off x="5609880" y="6657480"/>
            <a:ext cx="1305360" cy="10080"/>
          </a:xfrm>
          <a:custGeom>
            <a:avLst/>
            <a:gdLst/>
            <a:ahLst/>
            <a:rect l="0" t="0" r="r" b="b"/>
            <a:pathLst>
              <a:path w="3626" h="28">
                <a:moveTo>
                  <a:pt x="0" y="0"/>
                </a:moveTo>
                <a:lnTo>
                  <a:pt x="3626" y="0"/>
                </a:lnTo>
                <a:lnTo>
                  <a:pt x="362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2" name=""/>
          <p:cNvSpPr/>
          <p:nvPr/>
        </p:nvSpPr>
        <p:spPr>
          <a:xfrm>
            <a:off x="647640" y="7391160"/>
            <a:ext cx="2229120" cy="9720"/>
          </a:xfrm>
          <a:custGeom>
            <a:avLst/>
            <a:gdLst/>
            <a:ahLst/>
            <a:rect l="0" t="0" r="r" b="b"/>
            <a:pathLst>
              <a:path w="6192" h="27">
                <a:moveTo>
                  <a:pt x="0" y="0"/>
                </a:moveTo>
                <a:lnTo>
                  <a:pt x="6192" y="0"/>
                </a:lnTo>
                <a:lnTo>
                  <a:pt x="61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3" name=""/>
          <p:cNvSpPr/>
          <p:nvPr/>
        </p:nvSpPr>
        <p:spPr>
          <a:xfrm>
            <a:off x="2876400" y="7391160"/>
            <a:ext cx="1410120" cy="9720"/>
          </a:xfrm>
          <a:custGeom>
            <a:avLst/>
            <a:gdLst/>
            <a:ahLst/>
            <a:rect l="0" t="0" r="r" b="b"/>
            <a:pathLst>
              <a:path w="3917" h="27">
                <a:moveTo>
                  <a:pt x="0" y="0"/>
                </a:moveTo>
                <a:lnTo>
                  <a:pt x="3917" y="0"/>
                </a:lnTo>
                <a:lnTo>
                  <a:pt x="39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4" name=""/>
          <p:cNvSpPr/>
          <p:nvPr/>
        </p:nvSpPr>
        <p:spPr>
          <a:xfrm>
            <a:off x="4286160" y="7391160"/>
            <a:ext cx="1324080" cy="9720"/>
          </a:xfrm>
          <a:custGeom>
            <a:avLst/>
            <a:gdLst/>
            <a:ahLst/>
            <a:rect l="0" t="0" r="r" b="b"/>
            <a:pathLst>
              <a:path w="3678" h="27">
                <a:moveTo>
                  <a:pt x="0" y="0"/>
                </a:moveTo>
                <a:lnTo>
                  <a:pt x="3678" y="0"/>
                </a:lnTo>
                <a:lnTo>
                  <a:pt x="36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5" name=""/>
          <p:cNvSpPr/>
          <p:nvPr/>
        </p:nvSpPr>
        <p:spPr>
          <a:xfrm>
            <a:off x="5609880" y="7391160"/>
            <a:ext cx="1305360" cy="9720"/>
          </a:xfrm>
          <a:custGeom>
            <a:avLst/>
            <a:gdLst/>
            <a:ahLst/>
            <a:rect l="0" t="0" r="r" b="b"/>
            <a:pathLst>
              <a:path w="3626" h="27">
                <a:moveTo>
                  <a:pt x="0" y="0"/>
                </a:moveTo>
                <a:lnTo>
                  <a:pt x="3626" y="0"/>
                </a:lnTo>
                <a:lnTo>
                  <a:pt x="36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6" name=""/>
          <p:cNvSpPr/>
          <p:nvPr/>
        </p:nvSpPr>
        <p:spPr>
          <a:xfrm>
            <a:off x="647640" y="7743600"/>
            <a:ext cx="2229120" cy="9720"/>
          </a:xfrm>
          <a:custGeom>
            <a:avLst/>
            <a:gdLst/>
            <a:ahLst/>
            <a:rect l="0" t="0" r="r" b="b"/>
            <a:pathLst>
              <a:path w="6192" h="27">
                <a:moveTo>
                  <a:pt x="0" y="0"/>
                </a:moveTo>
                <a:lnTo>
                  <a:pt x="6192" y="0"/>
                </a:lnTo>
                <a:lnTo>
                  <a:pt x="61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7" name=""/>
          <p:cNvSpPr/>
          <p:nvPr/>
        </p:nvSpPr>
        <p:spPr>
          <a:xfrm>
            <a:off x="2876400" y="7743600"/>
            <a:ext cx="1410120" cy="9720"/>
          </a:xfrm>
          <a:custGeom>
            <a:avLst/>
            <a:gdLst/>
            <a:ahLst/>
            <a:rect l="0" t="0" r="r" b="b"/>
            <a:pathLst>
              <a:path w="3917" h="27">
                <a:moveTo>
                  <a:pt x="0" y="0"/>
                </a:moveTo>
                <a:lnTo>
                  <a:pt x="3917" y="0"/>
                </a:lnTo>
                <a:lnTo>
                  <a:pt x="39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8" name=""/>
          <p:cNvSpPr/>
          <p:nvPr/>
        </p:nvSpPr>
        <p:spPr>
          <a:xfrm>
            <a:off x="4286160" y="7743600"/>
            <a:ext cx="1324080" cy="9720"/>
          </a:xfrm>
          <a:custGeom>
            <a:avLst/>
            <a:gdLst/>
            <a:ahLst/>
            <a:rect l="0" t="0" r="r" b="b"/>
            <a:pathLst>
              <a:path w="3678" h="27">
                <a:moveTo>
                  <a:pt x="0" y="0"/>
                </a:moveTo>
                <a:lnTo>
                  <a:pt x="3678" y="0"/>
                </a:lnTo>
                <a:lnTo>
                  <a:pt x="36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9" name=""/>
          <p:cNvSpPr/>
          <p:nvPr/>
        </p:nvSpPr>
        <p:spPr>
          <a:xfrm>
            <a:off x="5609880" y="7743600"/>
            <a:ext cx="1305360" cy="9720"/>
          </a:xfrm>
          <a:custGeom>
            <a:avLst/>
            <a:gdLst/>
            <a:ahLst/>
            <a:rect l="0" t="0" r="r" b="b"/>
            <a:pathLst>
              <a:path w="3626" h="27">
                <a:moveTo>
                  <a:pt x="0" y="0"/>
                </a:moveTo>
                <a:lnTo>
                  <a:pt x="3626" y="0"/>
                </a:lnTo>
                <a:lnTo>
                  <a:pt x="36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0" name=""/>
          <p:cNvSpPr/>
          <p:nvPr/>
        </p:nvSpPr>
        <p:spPr>
          <a:xfrm>
            <a:off x="652320" y="8176680"/>
            <a:ext cx="6258240" cy="781560"/>
          </a:xfrm>
          <a:custGeom>
            <a:avLst/>
            <a:gdLst/>
            <a:ahLst/>
            <a:rect l="0" t="0" r="r" b="b"/>
            <a:pathLst>
              <a:path w="17384" h="2171">
                <a:moveTo>
                  <a:pt x="0" y="1944"/>
                </a:moveTo>
                <a:lnTo>
                  <a:pt x="0" y="228"/>
                </a:lnTo>
                <a:cubicBezTo>
                  <a:pt x="0" y="213"/>
                  <a:pt x="1" y="199"/>
                  <a:pt x="4" y="184"/>
                </a:cubicBezTo>
                <a:cubicBezTo>
                  <a:pt x="7" y="169"/>
                  <a:pt x="11" y="155"/>
                  <a:pt x="17" y="141"/>
                </a:cubicBezTo>
                <a:cubicBezTo>
                  <a:pt x="23" y="128"/>
                  <a:pt x="30" y="115"/>
                  <a:pt x="38" y="102"/>
                </a:cubicBezTo>
                <a:cubicBezTo>
                  <a:pt x="46" y="90"/>
                  <a:pt x="56" y="78"/>
                  <a:pt x="66" y="68"/>
                </a:cubicBezTo>
                <a:cubicBezTo>
                  <a:pt x="77" y="56"/>
                  <a:pt x="88" y="47"/>
                  <a:pt x="101" y="39"/>
                </a:cubicBezTo>
                <a:cubicBezTo>
                  <a:pt x="113" y="30"/>
                  <a:pt x="126" y="23"/>
                  <a:pt x="140" y="18"/>
                </a:cubicBezTo>
                <a:cubicBezTo>
                  <a:pt x="154" y="12"/>
                  <a:pt x="168" y="8"/>
                  <a:pt x="182" y="5"/>
                </a:cubicBezTo>
                <a:cubicBezTo>
                  <a:pt x="197" y="2"/>
                  <a:pt x="212" y="0"/>
                  <a:pt x="227" y="0"/>
                </a:cubicBezTo>
                <a:lnTo>
                  <a:pt x="17157" y="0"/>
                </a:lnTo>
                <a:cubicBezTo>
                  <a:pt x="17172" y="0"/>
                  <a:pt x="17186" y="2"/>
                  <a:pt x="17201" y="5"/>
                </a:cubicBezTo>
                <a:cubicBezTo>
                  <a:pt x="17216" y="8"/>
                  <a:pt x="17230" y="12"/>
                  <a:pt x="17244" y="18"/>
                </a:cubicBezTo>
                <a:cubicBezTo>
                  <a:pt x="17257" y="23"/>
                  <a:pt x="17270" y="30"/>
                  <a:pt x="17283" y="39"/>
                </a:cubicBezTo>
                <a:cubicBezTo>
                  <a:pt x="17295" y="47"/>
                  <a:pt x="17307" y="56"/>
                  <a:pt x="17317" y="68"/>
                </a:cubicBezTo>
                <a:cubicBezTo>
                  <a:pt x="17328" y="78"/>
                  <a:pt x="17337" y="90"/>
                  <a:pt x="17345" y="102"/>
                </a:cubicBezTo>
                <a:cubicBezTo>
                  <a:pt x="17354" y="115"/>
                  <a:pt x="17361" y="128"/>
                  <a:pt x="17366" y="141"/>
                </a:cubicBezTo>
                <a:cubicBezTo>
                  <a:pt x="17372" y="155"/>
                  <a:pt x="17376" y="169"/>
                  <a:pt x="17379" y="184"/>
                </a:cubicBezTo>
                <a:cubicBezTo>
                  <a:pt x="17382" y="199"/>
                  <a:pt x="17384" y="213"/>
                  <a:pt x="17384" y="228"/>
                </a:cubicBezTo>
                <a:lnTo>
                  <a:pt x="17384" y="1944"/>
                </a:lnTo>
                <a:cubicBezTo>
                  <a:pt x="17384" y="1959"/>
                  <a:pt x="17382" y="1974"/>
                  <a:pt x="17379" y="1988"/>
                </a:cubicBezTo>
                <a:cubicBezTo>
                  <a:pt x="17376" y="2003"/>
                  <a:pt x="17372" y="2017"/>
                  <a:pt x="17366" y="2031"/>
                </a:cubicBezTo>
                <a:cubicBezTo>
                  <a:pt x="17361" y="2045"/>
                  <a:pt x="17354" y="2058"/>
                  <a:pt x="17345" y="2070"/>
                </a:cubicBezTo>
                <a:cubicBezTo>
                  <a:pt x="17337" y="2083"/>
                  <a:pt x="17328" y="2094"/>
                  <a:pt x="17317" y="2105"/>
                </a:cubicBezTo>
                <a:cubicBezTo>
                  <a:pt x="17307" y="2115"/>
                  <a:pt x="17295" y="2125"/>
                  <a:pt x="17283" y="2133"/>
                </a:cubicBezTo>
                <a:cubicBezTo>
                  <a:pt x="17270" y="2141"/>
                  <a:pt x="17257" y="2148"/>
                  <a:pt x="17244" y="2154"/>
                </a:cubicBezTo>
                <a:cubicBezTo>
                  <a:pt x="17230" y="2159"/>
                  <a:pt x="17216" y="2164"/>
                  <a:pt x="17201" y="2167"/>
                </a:cubicBezTo>
                <a:cubicBezTo>
                  <a:pt x="17186" y="2170"/>
                  <a:pt x="17172" y="2171"/>
                  <a:pt x="17157" y="2171"/>
                </a:cubicBezTo>
                <a:lnTo>
                  <a:pt x="227" y="2171"/>
                </a:lnTo>
                <a:cubicBezTo>
                  <a:pt x="212" y="2171"/>
                  <a:pt x="197" y="2170"/>
                  <a:pt x="182" y="2167"/>
                </a:cubicBezTo>
                <a:cubicBezTo>
                  <a:pt x="168" y="2164"/>
                  <a:pt x="154" y="2159"/>
                  <a:pt x="140" y="2154"/>
                </a:cubicBezTo>
                <a:cubicBezTo>
                  <a:pt x="126" y="2148"/>
                  <a:pt x="113" y="2141"/>
                  <a:pt x="101" y="2133"/>
                </a:cubicBezTo>
                <a:cubicBezTo>
                  <a:pt x="88" y="2125"/>
                  <a:pt x="77" y="2115"/>
                  <a:pt x="66" y="2105"/>
                </a:cubicBezTo>
                <a:cubicBezTo>
                  <a:pt x="56" y="2094"/>
                  <a:pt x="46" y="2083"/>
                  <a:pt x="38" y="2070"/>
                </a:cubicBezTo>
                <a:cubicBezTo>
                  <a:pt x="30" y="2058"/>
                  <a:pt x="23" y="2045"/>
                  <a:pt x="17" y="2031"/>
                </a:cubicBezTo>
                <a:cubicBezTo>
                  <a:pt x="11" y="2017"/>
                  <a:pt x="7" y="2003"/>
                  <a:pt x="4" y="1988"/>
                </a:cubicBezTo>
                <a:cubicBezTo>
                  <a:pt x="1" y="1974"/>
                  <a:pt x="0" y="1959"/>
                  <a:pt x="0" y="194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1" name=""/>
          <p:cNvSpPr/>
          <p:nvPr/>
        </p:nvSpPr>
        <p:spPr>
          <a:xfrm>
            <a:off x="657000" y="8181720"/>
            <a:ext cx="6248520" cy="771840"/>
          </a:xfrm>
          <a:custGeom>
            <a:avLst/>
            <a:gdLst/>
            <a:ahLst/>
            <a:rect l="0" t="0" r="r" b="b"/>
            <a:pathLst>
              <a:path w="17357" h="2144">
                <a:moveTo>
                  <a:pt x="0" y="2144"/>
                </a:moveTo>
                <a:lnTo>
                  <a:pt x="0" y="0"/>
                </a:lnTo>
                <a:lnTo>
                  <a:pt x="17357" y="0"/>
                </a:lnTo>
                <a:lnTo>
                  <a:pt x="17357" y="2144"/>
                </a:lnTo>
                <a:lnTo>
                  <a:pt x="0" y="2144"/>
                </a:lnTo>
                <a:moveTo>
                  <a:pt x="21" y="1930"/>
                </a:moveTo>
                <a:lnTo>
                  <a:pt x="21" y="213"/>
                </a:lnTo>
                <a:cubicBezTo>
                  <a:pt x="21" y="201"/>
                  <a:pt x="23" y="188"/>
                  <a:pt x="25" y="176"/>
                </a:cubicBezTo>
                <a:cubicBezTo>
                  <a:pt x="27" y="163"/>
                  <a:pt x="31" y="151"/>
                  <a:pt x="36" y="140"/>
                </a:cubicBezTo>
                <a:cubicBezTo>
                  <a:pt x="41" y="128"/>
                  <a:pt x="47" y="117"/>
                  <a:pt x="54" y="106"/>
                </a:cubicBezTo>
                <a:cubicBezTo>
                  <a:pt x="61" y="96"/>
                  <a:pt x="69" y="86"/>
                  <a:pt x="78" y="77"/>
                </a:cubicBezTo>
                <a:cubicBezTo>
                  <a:pt x="87" y="68"/>
                  <a:pt x="96" y="60"/>
                  <a:pt x="107" y="53"/>
                </a:cubicBezTo>
                <a:cubicBezTo>
                  <a:pt x="117" y="46"/>
                  <a:pt x="128" y="40"/>
                  <a:pt x="140" y="36"/>
                </a:cubicBezTo>
                <a:cubicBezTo>
                  <a:pt x="152" y="31"/>
                  <a:pt x="164" y="27"/>
                  <a:pt x="176" y="25"/>
                </a:cubicBezTo>
                <a:cubicBezTo>
                  <a:pt x="189" y="22"/>
                  <a:pt x="201" y="21"/>
                  <a:pt x="214" y="21"/>
                </a:cubicBezTo>
                <a:lnTo>
                  <a:pt x="17144" y="21"/>
                </a:lnTo>
                <a:cubicBezTo>
                  <a:pt x="17156" y="21"/>
                  <a:pt x="17169" y="22"/>
                  <a:pt x="17181" y="25"/>
                </a:cubicBezTo>
                <a:cubicBezTo>
                  <a:pt x="17194" y="27"/>
                  <a:pt x="17206" y="31"/>
                  <a:pt x="17217" y="36"/>
                </a:cubicBezTo>
                <a:cubicBezTo>
                  <a:pt x="17229" y="40"/>
                  <a:pt x="17240" y="46"/>
                  <a:pt x="17251" y="53"/>
                </a:cubicBezTo>
                <a:cubicBezTo>
                  <a:pt x="17261" y="60"/>
                  <a:pt x="17271" y="68"/>
                  <a:pt x="17280" y="77"/>
                </a:cubicBezTo>
                <a:cubicBezTo>
                  <a:pt x="17289" y="86"/>
                  <a:pt x="17297" y="96"/>
                  <a:pt x="17304" y="106"/>
                </a:cubicBezTo>
                <a:cubicBezTo>
                  <a:pt x="17311" y="117"/>
                  <a:pt x="17317" y="128"/>
                  <a:pt x="17322" y="140"/>
                </a:cubicBezTo>
                <a:cubicBezTo>
                  <a:pt x="17326" y="151"/>
                  <a:pt x="17330" y="163"/>
                  <a:pt x="17333" y="176"/>
                </a:cubicBezTo>
                <a:cubicBezTo>
                  <a:pt x="17335" y="188"/>
                  <a:pt x="17336" y="201"/>
                  <a:pt x="17336" y="213"/>
                </a:cubicBezTo>
                <a:lnTo>
                  <a:pt x="17336" y="1930"/>
                </a:lnTo>
                <a:cubicBezTo>
                  <a:pt x="17336" y="1943"/>
                  <a:pt x="17335" y="1955"/>
                  <a:pt x="17333" y="1968"/>
                </a:cubicBezTo>
                <a:cubicBezTo>
                  <a:pt x="17330" y="1980"/>
                  <a:pt x="17326" y="1992"/>
                  <a:pt x="17322" y="2004"/>
                </a:cubicBezTo>
                <a:cubicBezTo>
                  <a:pt x="17317" y="2016"/>
                  <a:pt x="17311" y="2027"/>
                  <a:pt x="17304" y="2037"/>
                </a:cubicBezTo>
                <a:cubicBezTo>
                  <a:pt x="17297" y="2048"/>
                  <a:pt x="17289" y="2057"/>
                  <a:pt x="17280" y="2066"/>
                </a:cubicBezTo>
                <a:cubicBezTo>
                  <a:pt x="17271" y="2075"/>
                  <a:pt x="17261" y="2083"/>
                  <a:pt x="17251" y="2090"/>
                </a:cubicBezTo>
                <a:cubicBezTo>
                  <a:pt x="17240" y="2097"/>
                  <a:pt x="17229" y="2103"/>
                  <a:pt x="17217" y="2108"/>
                </a:cubicBezTo>
                <a:cubicBezTo>
                  <a:pt x="17206" y="2113"/>
                  <a:pt x="17194" y="2116"/>
                  <a:pt x="17181" y="2119"/>
                </a:cubicBezTo>
                <a:cubicBezTo>
                  <a:pt x="17169" y="2121"/>
                  <a:pt x="17156" y="2123"/>
                  <a:pt x="17144" y="2123"/>
                </a:cubicBezTo>
                <a:lnTo>
                  <a:pt x="214" y="2123"/>
                </a:lnTo>
                <a:cubicBezTo>
                  <a:pt x="201" y="2123"/>
                  <a:pt x="189" y="2121"/>
                  <a:pt x="176" y="2119"/>
                </a:cubicBezTo>
                <a:cubicBezTo>
                  <a:pt x="164" y="2116"/>
                  <a:pt x="152" y="2113"/>
                  <a:pt x="140" y="2108"/>
                </a:cubicBezTo>
                <a:cubicBezTo>
                  <a:pt x="128" y="2103"/>
                  <a:pt x="117" y="2097"/>
                  <a:pt x="107" y="2090"/>
                </a:cubicBezTo>
                <a:cubicBezTo>
                  <a:pt x="96" y="2083"/>
                  <a:pt x="87" y="2075"/>
                  <a:pt x="78" y="2066"/>
                </a:cubicBezTo>
                <a:cubicBezTo>
                  <a:pt x="69" y="2057"/>
                  <a:pt x="61" y="2048"/>
                  <a:pt x="54" y="2037"/>
                </a:cubicBezTo>
                <a:cubicBezTo>
                  <a:pt x="47" y="2027"/>
                  <a:pt x="41" y="2016"/>
                  <a:pt x="36" y="2004"/>
                </a:cubicBezTo>
                <a:cubicBezTo>
                  <a:pt x="31" y="1992"/>
                  <a:pt x="27" y="1980"/>
                  <a:pt x="25" y="1968"/>
                </a:cubicBezTo>
                <a:cubicBezTo>
                  <a:pt x="23" y="1955"/>
                  <a:pt x="21" y="1943"/>
                  <a:pt x="21" y="1930"/>
                </a:cubicBezTo>
                <a:close/>
              </a:path>
            </a:pathLst>
          </a:custGeom>
          <a:solidFill>
            <a:srgbClr val="6a2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2" name=""/>
          <p:cNvSpPr/>
          <p:nvPr/>
        </p:nvSpPr>
        <p:spPr>
          <a:xfrm>
            <a:off x="652320" y="8176680"/>
            <a:ext cx="6258240" cy="781560"/>
          </a:xfrm>
          <a:custGeom>
            <a:avLst/>
            <a:gdLst/>
            <a:ahLst/>
            <a:rect l="0" t="0" r="r" b="b"/>
            <a:pathLst>
              <a:path w="17384" h="2171">
                <a:moveTo>
                  <a:pt x="0" y="1944"/>
                </a:moveTo>
                <a:lnTo>
                  <a:pt x="0" y="228"/>
                </a:lnTo>
                <a:cubicBezTo>
                  <a:pt x="0" y="213"/>
                  <a:pt x="1" y="199"/>
                  <a:pt x="4" y="184"/>
                </a:cubicBezTo>
                <a:cubicBezTo>
                  <a:pt x="7" y="169"/>
                  <a:pt x="11" y="155"/>
                  <a:pt x="17" y="141"/>
                </a:cubicBezTo>
                <a:cubicBezTo>
                  <a:pt x="23" y="128"/>
                  <a:pt x="30" y="115"/>
                  <a:pt x="38" y="102"/>
                </a:cubicBezTo>
                <a:cubicBezTo>
                  <a:pt x="46" y="90"/>
                  <a:pt x="56" y="78"/>
                  <a:pt x="66" y="68"/>
                </a:cubicBezTo>
                <a:cubicBezTo>
                  <a:pt x="77" y="56"/>
                  <a:pt x="88" y="47"/>
                  <a:pt x="101" y="39"/>
                </a:cubicBezTo>
                <a:cubicBezTo>
                  <a:pt x="113" y="30"/>
                  <a:pt x="126" y="23"/>
                  <a:pt x="140" y="18"/>
                </a:cubicBezTo>
                <a:cubicBezTo>
                  <a:pt x="154" y="12"/>
                  <a:pt x="168" y="8"/>
                  <a:pt x="182" y="5"/>
                </a:cubicBezTo>
                <a:cubicBezTo>
                  <a:pt x="197" y="2"/>
                  <a:pt x="212" y="0"/>
                  <a:pt x="227" y="0"/>
                </a:cubicBezTo>
                <a:lnTo>
                  <a:pt x="17157" y="0"/>
                </a:lnTo>
                <a:cubicBezTo>
                  <a:pt x="17172" y="0"/>
                  <a:pt x="17186" y="2"/>
                  <a:pt x="17201" y="5"/>
                </a:cubicBezTo>
                <a:cubicBezTo>
                  <a:pt x="17216" y="8"/>
                  <a:pt x="17230" y="12"/>
                  <a:pt x="17244" y="18"/>
                </a:cubicBezTo>
                <a:cubicBezTo>
                  <a:pt x="17257" y="23"/>
                  <a:pt x="17270" y="30"/>
                  <a:pt x="17283" y="39"/>
                </a:cubicBezTo>
                <a:cubicBezTo>
                  <a:pt x="17295" y="47"/>
                  <a:pt x="17307" y="56"/>
                  <a:pt x="17317" y="68"/>
                </a:cubicBezTo>
                <a:cubicBezTo>
                  <a:pt x="17328" y="78"/>
                  <a:pt x="17337" y="90"/>
                  <a:pt x="17345" y="102"/>
                </a:cubicBezTo>
                <a:cubicBezTo>
                  <a:pt x="17354" y="115"/>
                  <a:pt x="17361" y="128"/>
                  <a:pt x="17366" y="141"/>
                </a:cubicBezTo>
                <a:cubicBezTo>
                  <a:pt x="17372" y="155"/>
                  <a:pt x="17376" y="169"/>
                  <a:pt x="17379" y="184"/>
                </a:cubicBezTo>
                <a:cubicBezTo>
                  <a:pt x="17382" y="199"/>
                  <a:pt x="17384" y="213"/>
                  <a:pt x="17384" y="228"/>
                </a:cubicBezTo>
                <a:lnTo>
                  <a:pt x="17384" y="1944"/>
                </a:lnTo>
                <a:cubicBezTo>
                  <a:pt x="17384" y="1959"/>
                  <a:pt x="17382" y="1974"/>
                  <a:pt x="17379" y="1988"/>
                </a:cubicBezTo>
                <a:cubicBezTo>
                  <a:pt x="17376" y="2003"/>
                  <a:pt x="17372" y="2017"/>
                  <a:pt x="17366" y="2031"/>
                </a:cubicBezTo>
                <a:cubicBezTo>
                  <a:pt x="17361" y="2045"/>
                  <a:pt x="17354" y="2058"/>
                  <a:pt x="17345" y="2070"/>
                </a:cubicBezTo>
                <a:cubicBezTo>
                  <a:pt x="17337" y="2083"/>
                  <a:pt x="17328" y="2094"/>
                  <a:pt x="17317" y="2105"/>
                </a:cubicBezTo>
                <a:cubicBezTo>
                  <a:pt x="17307" y="2115"/>
                  <a:pt x="17295" y="2125"/>
                  <a:pt x="17283" y="2133"/>
                </a:cubicBezTo>
                <a:cubicBezTo>
                  <a:pt x="17270" y="2141"/>
                  <a:pt x="17257" y="2148"/>
                  <a:pt x="17244" y="2154"/>
                </a:cubicBezTo>
                <a:cubicBezTo>
                  <a:pt x="17230" y="2159"/>
                  <a:pt x="17216" y="2164"/>
                  <a:pt x="17201" y="2167"/>
                </a:cubicBezTo>
                <a:cubicBezTo>
                  <a:pt x="17186" y="2170"/>
                  <a:pt x="17172" y="2171"/>
                  <a:pt x="17157" y="2171"/>
                </a:cubicBezTo>
                <a:lnTo>
                  <a:pt x="227" y="2171"/>
                </a:lnTo>
                <a:cubicBezTo>
                  <a:pt x="212" y="2171"/>
                  <a:pt x="197" y="2170"/>
                  <a:pt x="182" y="2167"/>
                </a:cubicBezTo>
                <a:cubicBezTo>
                  <a:pt x="168" y="2164"/>
                  <a:pt x="154" y="2159"/>
                  <a:pt x="140" y="2154"/>
                </a:cubicBezTo>
                <a:cubicBezTo>
                  <a:pt x="126" y="2148"/>
                  <a:pt x="113" y="2141"/>
                  <a:pt x="101" y="2133"/>
                </a:cubicBezTo>
                <a:cubicBezTo>
                  <a:pt x="88" y="2125"/>
                  <a:pt x="77" y="2115"/>
                  <a:pt x="66" y="2105"/>
                </a:cubicBezTo>
                <a:cubicBezTo>
                  <a:pt x="56" y="2094"/>
                  <a:pt x="46" y="2083"/>
                  <a:pt x="38" y="2070"/>
                </a:cubicBezTo>
                <a:cubicBezTo>
                  <a:pt x="30" y="2058"/>
                  <a:pt x="23" y="2045"/>
                  <a:pt x="17" y="2031"/>
                </a:cubicBezTo>
                <a:cubicBezTo>
                  <a:pt x="11" y="2017"/>
                  <a:pt x="7" y="2003"/>
                  <a:pt x="4" y="1988"/>
                </a:cubicBezTo>
                <a:cubicBezTo>
                  <a:pt x="1" y="1974"/>
                  <a:pt x="0" y="1959"/>
                  <a:pt x="0" y="1944"/>
                </a:cubicBezTo>
                <a:close/>
              </a:path>
            </a:pathLst>
          </a:custGeom>
          <a:noFill/>
          <a:ln w="9360">
            <a:solidFill>
              <a:srgbClr val="6a26d8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3" name=""/>
          <p:cNvSpPr txBox="1"/>
          <p:nvPr/>
        </p:nvSpPr>
        <p:spPr>
          <a:xfrm>
            <a:off x="647640" y="10286640"/>
            <a:ext cx="17564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9a9496"/>
                </a:solidFill>
                <a:latin typeface="Inter"/>
                <a:ea typeface="Inter"/>
              </a:rPr>
              <a:t>OBD AI SOLUTIONS · LAHORE, PAKISTAN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4" name=""/>
          <p:cNvSpPr txBox="1"/>
          <p:nvPr/>
        </p:nvSpPr>
        <p:spPr>
          <a:xfrm>
            <a:off x="647640" y="858240"/>
            <a:ext cx="144540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800" spc="-1" strike="noStrike">
                <a:solidFill>
                  <a:srgbClr val="6a26d8"/>
                </a:solidFill>
                <a:latin typeface="Inter-Semi"/>
                <a:ea typeface="Inter-Semi"/>
              </a:rPr>
              <a:t>F E E S   &amp;   P A C K A G E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5" name=""/>
          <p:cNvSpPr txBox="1"/>
          <p:nvPr/>
        </p:nvSpPr>
        <p:spPr>
          <a:xfrm>
            <a:off x="647640" y="1052280"/>
            <a:ext cx="468540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00" spc="-1" strike="noStrike">
                <a:solidFill>
                  <a:srgbClr val="0e0e14"/>
                </a:solidFill>
                <a:latin typeface="PlayfairDisplay-Semi"/>
                <a:ea typeface="PlayfairDisplay-Semi"/>
              </a:rPr>
              <a:t>What's included and what it costs.</a:t>
            </a:r>
            <a:endParaRPr b="0" lang="en-US" sz="1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6" name=""/>
          <p:cNvSpPr txBox="1"/>
          <p:nvPr/>
        </p:nvSpPr>
        <p:spPr>
          <a:xfrm>
            <a:off x="755640" y="1739160"/>
            <a:ext cx="70956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I N C L U D E D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7" name=""/>
          <p:cNvSpPr txBox="1"/>
          <p:nvPr/>
        </p:nvSpPr>
        <p:spPr>
          <a:xfrm>
            <a:off x="4030200" y="1739160"/>
            <a:ext cx="145296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A   ·   C O M P L E T E   C A R E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8" name=""/>
          <p:cNvSpPr txBox="1"/>
          <p:nvPr/>
        </p:nvSpPr>
        <p:spPr>
          <a:xfrm>
            <a:off x="5434920" y="1739160"/>
            <a:ext cx="178992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B   ·   L A U N C H   E S S E N T I A L S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9" name=""/>
          <p:cNvSpPr txBox="1"/>
          <p:nvPr/>
        </p:nvSpPr>
        <p:spPr>
          <a:xfrm>
            <a:off x="755640" y="2080080"/>
            <a:ext cx="17229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Website development 7 pages)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0" name=""/>
          <p:cNvSpPr txBox="1"/>
          <p:nvPr/>
        </p:nvSpPr>
        <p:spPr>
          <a:xfrm>
            <a:off x="5055480" y="2080080"/>
            <a:ext cx="1137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✓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1" name=""/>
          <p:cNvSpPr txBox="1"/>
          <p:nvPr/>
        </p:nvSpPr>
        <p:spPr>
          <a:xfrm>
            <a:off x="6706080" y="2080080"/>
            <a:ext cx="1137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✓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2" name=""/>
          <p:cNvSpPr txBox="1"/>
          <p:nvPr/>
        </p:nvSpPr>
        <p:spPr>
          <a:xfrm>
            <a:off x="755640" y="2451600"/>
            <a:ext cx="23767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Help choosing &amp; buying domain and hosting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3" name=""/>
          <p:cNvSpPr txBox="1"/>
          <p:nvPr/>
        </p:nvSpPr>
        <p:spPr>
          <a:xfrm>
            <a:off x="5055480" y="2451600"/>
            <a:ext cx="1137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✓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4" name=""/>
          <p:cNvSpPr txBox="1"/>
          <p:nvPr/>
        </p:nvSpPr>
        <p:spPr>
          <a:xfrm>
            <a:off x="6706080" y="2451600"/>
            <a:ext cx="1137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✓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5" name=""/>
          <p:cNvSpPr txBox="1"/>
          <p:nvPr/>
        </p:nvSpPr>
        <p:spPr>
          <a:xfrm>
            <a:off x="755640" y="2832480"/>
            <a:ext cx="21801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Domain, hosting and SSL HTTPS) setup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6" name=""/>
          <p:cNvSpPr txBox="1"/>
          <p:nvPr/>
        </p:nvSpPr>
        <p:spPr>
          <a:xfrm>
            <a:off x="5055480" y="2832480"/>
            <a:ext cx="1137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✓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7" name=""/>
          <p:cNvSpPr txBox="1"/>
          <p:nvPr/>
        </p:nvSpPr>
        <p:spPr>
          <a:xfrm>
            <a:off x="6706080" y="2832480"/>
            <a:ext cx="1137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✓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8" name=""/>
          <p:cNvSpPr txBox="1"/>
          <p:nvPr/>
        </p:nvSpPr>
        <p:spPr>
          <a:xfrm>
            <a:off x="755640" y="3213360"/>
            <a:ext cx="28933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Go-live, walkthrough, logins and backup handed over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9" name=""/>
          <p:cNvSpPr txBox="1"/>
          <p:nvPr/>
        </p:nvSpPr>
        <p:spPr>
          <a:xfrm>
            <a:off x="5055480" y="3213360"/>
            <a:ext cx="1137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✓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0" name=""/>
          <p:cNvSpPr txBox="1"/>
          <p:nvPr/>
        </p:nvSpPr>
        <p:spPr>
          <a:xfrm>
            <a:off x="6706080" y="3213360"/>
            <a:ext cx="1137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✓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1" name=""/>
          <p:cNvSpPr txBox="1"/>
          <p:nvPr/>
        </p:nvSpPr>
        <p:spPr>
          <a:xfrm>
            <a:off x="755640" y="3594240"/>
            <a:ext cx="18280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Bug fixes for 14 days after go-live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2" name=""/>
          <p:cNvSpPr txBox="1"/>
          <p:nvPr/>
        </p:nvSpPr>
        <p:spPr>
          <a:xfrm>
            <a:off x="5055480" y="3594240"/>
            <a:ext cx="1137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✓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3" name=""/>
          <p:cNvSpPr txBox="1"/>
          <p:nvPr/>
        </p:nvSpPr>
        <p:spPr>
          <a:xfrm>
            <a:off x="6706080" y="3594240"/>
            <a:ext cx="1137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✓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4" name=""/>
          <p:cNvSpPr txBox="1"/>
          <p:nvPr/>
        </p:nvSpPr>
        <p:spPr>
          <a:xfrm>
            <a:off x="755640" y="3975480"/>
            <a:ext cx="21344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Professional email (e.g. info@gfxt.com)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5" name=""/>
          <p:cNvSpPr txBox="1"/>
          <p:nvPr/>
        </p:nvSpPr>
        <p:spPr>
          <a:xfrm>
            <a:off x="5055480" y="3975480"/>
            <a:ext cx="1137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✓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6" name=""/>
          <p:cNvSpPr txBox="1"/>
          <p:nvPr/>
        </p:nvSpPr>
        <p:spPr>
          <a:xfrm>
            <a:off x="6692760" y="3975480"/>
            <a:ext cx="1152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—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7" name=""/>
          <p:cNvSpPr txBox="1"/>
          <p:nvPr/>
        </p:nvSpPr>
        <p:spPr>
          <a:xfrm>
            <a:off x="755640" y="4356360"/>
            <a:ext cx="20750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Email set up on your phone and laptop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8" name=""/>
          <p:cNvSpPr txBox="1"/>
          <p:nvPr/>
        </p:nvSpPr>
        <p:spPr>
          <a:xfrm>
            <a:off x="5055480" y="4356360"/>
            <a:ext cx="1137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✓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9" name=""/>
          <p:cNvSpPr txBox="1"/>
          <p:nvPr/>
        </p:nvSpPr>
        <p:spPr>
          <a:xfrm>
            <a:off x="6692760" y="4356360"/>
            <a:ext cx="1152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—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0" name=""/>
          <p:cNvSpPr txBox="1"/>
          <p:nvPr/>
        </p:nvSpPr>
        <p:spPr>
          <a:xfrm>
            <a:off x="755640" y="4727880"/>
            <a:ext cx="17290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Free minor changes for 30 days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1" name=""/>
          <p:cNvSpPr txBox="1"/>
          <p:nvPr/>
        </p:nvSpPr>
        <p:spPr>
          <a:xfrm>
            <a:off x="5055480" y="4727880"/>
            <a:ext cx="1137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✓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2" name=""/>
          <p:cNvSpPr txBox="1"/>
          <p:nvPr/>
        </p:nvSpPr>
        <p:spPr>
          <a:xfrm>
            <a:off x="6692760" y="4727880"/>
            <a:ext cx="1152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—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3" name=""/>
          <p:cNvSpPr txBox="1"/>
          <p:nvPr/>
        </p:nvSpPr>
        <p:spPr>
          <a:xfrm>
            <a:off x="755640" y="5108760"/>
            <a:ext cx="26312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Support &amp; maintenance until 30 September 2027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4" name=""/>
          <p:cNvSpPr txBox="1"/>
          <p:nvPr/>
        </p:nvSpPr>
        <p:spPr>
          <a:xfrm>
            <a:off x="5055480" y="5108760"/>
            <a:ext cx="1137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✓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5" name=""/>
          <p:cNvSpPr txBox="1"/>
          <p:nvPr/>
        </p:nvSpPr>
        <p:spPr>
          <a:xfrm>
            <a:off x="6692760" y="5108760"/>
            <a:ext cx="1152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—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6" name=""/>
          <p:cNvSpPr txBox="1"/>
          <p:nvPr/>
        </p:nvSpPr>
        <p:spPr>
          <a:xfrm>
            <a:off x="755640" y="5691960"/>
            <a:ext cx="82080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F E E S   ( P K R )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7" name=""/>
          <p:cNvSpPr txBox="1"/>
          <p:nvPr/>
        </p:nvSpPr>
        <p:spPr>
          <a:xfrm>
            <a:off x="3578040" y="5691960"/>
            <a:ext cx="69120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S TA N DA R D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8" name=""/>
          <p:cNvSpPr txBox="1"/>
          <p:nvPr/>
        </p:nvSpPr>
        <p:spPr>
          <a:xfrm>
            <a:off x="4960800" y="5691960"/>
            <a:ext cx="68508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O P T I O N   A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9" name=""/>
          <p:cNvSpPr txBox="1"/>
          <p:nvPr/>
        </p:nvSpPr>
        <p:spPr>
          <a:xfrm>
            <a:off x="6270120" y="5691960"/>
            <a:ext cx="68364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O P T I O N   B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0" name=""/>
          <p:cNvSpPr txBox="1"/>
          <p:nvPr/>
        </p:nvSpPr>
        <p:spPr>
          <a:xfrm>
            <a:off x="755640" y="6023160"/>
            <a:ext cx="7185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Development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1" name=""/>
          <p:cNvSpPr/>
          <p:nvPr/>
        </p:nvSpPr>
        <p:spPr>
          <a:xfrm>
            <a:off x="3466800" y="6086160"/>
            <a:ext cx="636480" cy="9720"/>
          </a:xfrm>
          <a:custGeom>
            <a:avLst/>
            <a:gdLst/>
            <a:ahLst/>
            <a:rect l="0" t="0" r="r" b="b"/>
            <a:pathLst>
              <a:path w="1768" h="27">
                <a:moveTo>
                  <a:pt x="0" y="0"/>
                </a:moveTo>
                <a:lnTo>
                  <a:pt x="1768" y="0"/>
                </a:lnTo>
                <a:lnTo>
                  <a:pt x="17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a29c9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2" name=""/>
          <p:cNvSpPr txBox="1"/>
          <p:nvPr/>
        </p:nvSpPr>
        <p:spPr>
          <a:xfrm>
            <a:off x="3466800" y="6023160"/>
            <a:ext cx="6422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a29c9e"/>
                </a:solidFill>
                <a:latin typeface="Inter"/>
                <a:ea typeface="Inter"/>
              </a:rPr>
              <a:t>PKR 25,000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3" name=""/>
          <p:cNvSpPr txBox="1"/>
          <p:nvPr/>
        </p:nvSpPr>
        <p:spPr>
          <a:xfrm>
            <a:off x="4890960" y="6023160"/>
            <a:ext cx="6195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PKR 15,000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4" name=""/>
          <p:cNvSpPr txBox="1"/>
          <p:nvPr/>
        </p:nvSpPr>
        <p:spPr>
          <a:xfrm>
            <a:off x="6193800" y="6023160"/>
            <a:ext cx="6195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PKR 15,000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5" name=""/>
          <p:cNvSpPr txBox="1"/>
          <p:nvPr/>
        </p:nvSpPr>
        <p:spPr>
          <a:xfrm>
            <a:off x="755640" y="6404040"/>
            <a:ext cx="8924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Launch package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6" name=""/>
          <p:cNvSpPr/>
          <p:nvPr/>
        </p:nvSpPr>
        <p:spPr>
          <a:xfrm>
            <a:off x="3466800" y="6467040"/>
            <a:ext cx="636480" cy="10080"/>
          </a:xfrm>
          <a:custGeom>
            <a:avLst/>
            <a:gdLst/>
            <a:ahLst/>
            <a:rect l="0" t="0" r="r" b="b"/>
            <a:pathLst>
              <a:path w="1768" h="28">
                <a:moveTo>
                  <a:pt x="0" y="0"/>
                </a:moveTo>
                <a:lnTo>
                  <a:pt x="1768" y="0"/>
                </a:lnTo>
                <a:lnTo>
                  <a:pt x="17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a29c9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7" name=""/>
          <p:cNvSpPr txBox="1"/>
          <p:nvPr/>
        </p:nvSpPr>
        <p:spPr>
          <a:xfrm>
            <a:off x="3466800" y="6404040"/>
            <a:ext cx="6422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a29c9e"/>
                </a:solidFill>
                <a:latin typeface="Inter"/>
                <a:ea typeface="Inter"/>
              </a:rPr>
              <a:t>PKR 25,000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8" name=""/>
          <p:cNvSpPr txBox="1"/>
          <p:nvPr/>
        </p:nvSpPr>
        <p:spPr>
          <a:xfrm>
            <a:off x="4863240" y="6404040"/>
            <a:ext cx="6469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PKR 20,000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9" name=""/>
          <p:cNvSpPr txBox="1"/>
          <p:nvPr/>
        </p:nvSpPr>
        <p:spPr>
          <a:xfrm>
            <a:off x="6189120" y="6404040"/>
            <a:ext cx="6210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PKR 12,000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0" name=""/>
          <p:cNvSpPr txBox="1"/>
          <p:nvPr/>
        </p:nvSpPr>
        <p:spPr>
          <a:xfrm>
            <a:off x="755640" y="6789960"/>
            <a:ext cx="8190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e0e14"/>
                </a:solidFill>
                <a:latin typeface="Inter-Semi"/>
                <a:ea typeface="Inter-Semi"/>
              </a:rPr>
              <a:t>Total to OBD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1" name=""/>
          <p:cNvSpPr txBox="1"/>
          <p:nvPr/>
        </p:nvSpPr>
        <p:spPr>
          <a:xfrm>
            <a:off x="4847040" y="6789960"/>
            <a:ext cx="7412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e0e14"/>
                </a:solidFill>
                <a:latin typeface="Inter-Semi"/>
                <a:ea typeface="Inter-Semi"/>
              </a:rPr>
              <a:t>PKR 35,000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2" name=""/>
          <p:cNvSpPr txBox="1"/>
          <p:nvPr/>
        </p:nvSpPr>
        <p:spPr>
          <a:xfrm>
            <a:off x="6167160" y="6789960"/>
            <a:ext cx="7412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e0e14"/>
                </a:solidFill>
                <a:latin typeface="Inter-Semi"/>
                <a:ea typeface="Inter-Semi"/>
              </a:rPr>
              <a:t>PKR 27,000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3" name=""/>
          <p:cNvSpPr txBox="1"/>
          <p:nvPr/>
        </p:nvSpPr>
        <p:spPr>
          <a:xfrm>
            <a:off x="755640" y="7149960"/>
            <a:ext cx="121248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1st instalment, on signing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4" name=""/>
          <p:cNvSpPr txBox="1"/>
          <p:nvPr/>
        </p:nvSpPr>
        <p:spPr>
          <a:xfrm>
            <a:off x="4938840" y="7149960"/>
            <a:ext cx="57384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2a2934"/>
                </a:solidFill>
                <a:latin typeface="Inter"/>
                <a:ea typeface="Inter"/>
              </a:rPr>
              <a:t>PKR 25,000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5" name=""/>
          <p:cNvSpPr txBox="1"/>
          <p:nvPr/>
        </p:nvSpPr>
        <p:spPr>
          <a:xfrm>
            <a:off x="6258240" y="7149960"/>
            <a:ext cx="55404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2a2934"/>
                </a:solidFill>
                <a:latin typeface="Inter"/>
                <a:ea typeface="Inter"/>
              </a:rPr>
              <a:t>PKR 21,000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6" name=""/>
          <p:cNvSpPr txBox="1"/>
          <p:nvPr/>
        </p:nvSpPr>
        <p:spPr>
          <a:xfrm>
            <a:off x="755640" y="7502400"/>
            <a:ext cx="125640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2nd instalment, on go-live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7" name=""/>
          <p:cNvSpPr txBox="1"/>
          <p:nvPr/>
        </p:nvSpPr>
        <p:spPr>
          <a:xfrm>
            <a:off x="4955400" y="7502400"/>
            <a:ext cx="55692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2a2934"/>
                </a:solidFill>
                <a:latin typeface="Inter"/>
                <a:ea typeface="Inter"/>
              </a:rPr>
              <a:t>PKR 10,000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8" name=""/>
          <p:cNvSpPr txBox="1"/>
          <p:nvPr/>
        </p:nvSpPr>
        <p:spPr>
          <a:xfrm>
            <a:off x="6301800" y="7502400"/>
            <a:ext cx="51444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2a2934"/>
                </a:solidFill>
                <a:latin typeface="Inter"/>
                <a:ea typeface="Inter"/>
              </a:rPr>
              <a:t>PKR 6,000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9" name=""/>
          <p:cNvSpPr txBox="1"/>
          <p:nvPr/>
        </p:nvSpPr>
        <p:spPr>
          <a:xfrm>
            <a:off x="647640" y="7845120"/>
            <a:ext cx="607248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Paid by you directly to the provider (not to OBD Domain 1 year approx. ~ PKR 3,000 · Hosting 1 year approx. ~ PKR 7,000.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0" name=""/>
          <p:cNvSpPr txBox="1"/>
          <p:nvPr/>
        </p:nvSpPr>
        <p:spPr>
          <a:xfrm>
            <a:off x="837000" y="8410680"/>
            <a:ext cx="11102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20" spc="-1" strike="noStrike">
                <a:solidFill>
                  <a:srgbClr val="0e0e14"/>
                </a:solidFill>
                <a:latin typeface="Inter-Semi"/>
                <a:ea typeface="Inter-Semi"/>
              </a:rPr>
              <a:t>Package chosen: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1" name=""/>
          <p:cNvSpPr/>
          <p:nvPr/>
        </p:nvSpPr>
        <p:spPr>
          <a:xfrm>
            <a:off x="1909440" y="8386560"/>
            <a:ext cx="114840" cy="124200"/>
          </a:xfrm>
          <a:custGeom>
            <a:avLst/>
            <a:gdLst/>
            <a:ahLst/>
            <a:rect l="0" t="0" r="r" b="b"/>
            <a:pathLst>
              <a:path w="319" h="345">
                <a:moveTo>
                  <a:pt x="0" y="298"/>
                </a:moveTo>
                <a:lnTo>
                  <a:pt x="0" y="46"/>
                </a:lnTo>
                <a:cubicBezTo>
                  <a:pt x="0" y="40"/>
                  <a:pt x="1" y="34"/>
                  <a:pt x="4" y="28"/>
                </a:cubicBezTo>
                <a:cubicBezTo>
                  <a:pt x="6" y="23"/>
                  <a:pt x="10" y="18"/>
                  <a:pt x="14" y="13"/>
                </a:cubicBezTo>
                <a:cubicBezTo>
                  <a:pt x="18" y="9"/>
                  <a:pt x="23" y="5"/>
                  <a:pt x="29" y="3"/>
                </a:cubicBezTo>
                <a:cubicBezTo>
                  <a:pt x="35" y="1"/>
                  <a:pt x="41" y="0"/>
                  <a:pt x="47" y="0"/>
                </a:cubicBezTo>
                <a:lnTo>
                  <a:pt x="272" y="0"/>
                </a:lnTo>
                <a:cubicBezTo>
                  <a:pt x="278" y="0"/>
                  <a:pt x="284" y="1"/>
                  <a:pt x="290" y="3"/>
                </a:cubicBezTo>
                <a:cubicBezTo>
                  <a:pt x="296" y="5"/>
                  <a:pt x="301" y="9"/>
                  <a:pt x="305" y="13"/>
                </a:cubicBezTo>
                <a:cubicBezTo>
                  <a:pt x="309" y="18"/>
                  <a:pt x="313" y="23"/>
                  <a:pt x="315" y="28"/>
                </a:cubicBezTo>
                <a:cubicBezTo>
                  <a:pt x="318" y="34"/>
                  <a:pt x="319" y="40"/>
                  <a:pt x="319" y="46"/>
                </a:cubicBezTo>
                <a:lnTo>
                  <a:pt x="319" y="298"/>
                </a:lnTo>
                <a:cubicBezTo>
                  <a:pt x="319" y="304"/>
                  <a:pt x="318" y="310"/>
                  <a:pt x="315" y="316"/>
                </a:cubicBezTo>
                <a:cubicBezTo>
                  <a:pt x="313" y="321"/>
                  <a:pt x="309" y="326"/>
                  <a:pt x="305" y="331"/>
                </a:cubicBezTo>
                <a:cubicBezTo>
                  <a:pt x="301" y="335"/>
                  <a:pt x="296" y="339"/>
                  <a:pt x="290" y="341"/>
                </a:cubicBezTo>
                <a:cubicBezTo>
                  <a:pt x="284" y="343"/>
                  <a:pt x="278" y="345"/>
                  <a:pt x="272" y="345"/>
                </a:cubicBezTo>
                <a:lnTo>
                  <a:pt x="47" y="345"/>
                </a:lnTo>
                <a:cubicBezTo>
                  <a:pt x="41" y="345"/>
                  <a:pt x="35" y="343"/>
                  <a:pt x="29" y="341"/>
                </a:cubicBezTo>
                <a:cubicBezTo>
                  <a:pt x="23" y="339"/>
                  <a:pt x="18" y="335"/>
                  <a:pt x="14" y="331"/>
                </a:cubicBezTo>
                <a:cubicBezTo>
                  <a:pt x="10" y="326"/>
                  <a:pt x="6" y="321"/>
                  <a:pt x="4" y="316"/>
                </a:cubicBezTo>
                <a:cubicBezTo>
                  <a:pt x="1" y="310"/>
                  <a:pt x="0" y="304"/>
                  <a:pt x="0" y="298"/>
                </a:cubicBezTo>
                <a:close/>
              </a:path>
            </a:pathLst>
          </a:custGeom>
          <a:noFill/>
          <a:ln w="9360">
            <a:solidFill>
              <a:srgbClr val="0e0e1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2" name=""/>
          <p:cNvSpPr txBox="1"/>
          <p:nvPr/>
        </p:nvSpPr>
        <p:spPr>
          <a:xfrm>
            <a:off x="1803240" y="8405640"/>
            <a:ext cx="1162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   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3" name=""/>
          <p:cNvSpPr/>
          <p:nvPr/>
        </p:nvSpPr>
        <p:spPr>
          <a:xfrm>
            <a:off x="3662280" y="8386560"/>
            <a:ext cx="123840" cy="124200"/>
          </a:xfrm>
          <a:custGeom>
            <a:avLst/>
            <a:gdLst/>
            <a:ahLst/>
            <a:rect l="0" t="0" r="r" b="b"/>
            <a:pathLst>
              <a:path w="344" h="345">
                <a:moveTo>
                  <a:pt x="0" y="298"/>
                </a:moveTo>
                <a:lnTo>
                  <a:pt x="0" y="46"/>
                </a:lnTo>
                <a:cubicBezTo>
                  <a:pt x="0" y="40"/>
                  <a:pt x="1" y="34"/>
                  <a:pt x="3" y="28"/>
                </a:cubicBezTo>
                <a:cubicBezTo>
                  <a:pt x="5" y="23"/>
                  <a:pt x="9" y="18"/>
                  <a:pt x="13" y="13"/>
                </a:cubicBezTo>
                <a:cubicBezTo>
                  <a:pt x="18" y="9"/>
                  <a:pt x="23" y="5"/>
                  <a:pt x="28" y="3"/>
                </a:cubicBezTo>
                <a:cubicBezTo>
                  <a:pt x="34" y="1"/>
                  <a:pt x="40" y="0"/>
                  <a:pt x="46" y="0"/>
                </a:cubicBezTo>
                <a:lnTo>
                  <a:pt x="298" y="0"/>
                </a:lnTo>
                <a:cubicBezTo>
                  <a:pt x="304" y="0"/>
                  <a:pt x="310" y="1"/>
                  <a:pt x="316" y="3"/>
                </a:cubicBezTo>
                <a:cubicBezTo>
                  <a:pt x="321" y="5"/>
                  <a:pt x="326" y="9"/>
                  <a:pt x="331" y="13"/>
                </a:cubicBezTo>
                <a:cubicBezTo>
                  <a:pt x="335" y="18"/>
                  <a:pt x="339" y="23"/>
                  <a:pt x="341" y="28"/>
                </a:cubicBezTo>
                <a:cubicBezTo>
                  <a:pt x="343" y="34"/>
                  <a:pt x="344" y="40"/>
                  <a:pt x="344" y="46"/>
                </a:cubicBezTo>
                <a:lnTo>
                  <a:pt x="344" y="298"/>
                </a:lnTo>
                <a:cubicBezTo>
                  <a:pt x="344" y="304"/>
                  <a:pt x="343" y="310"/>
                  <a:pt x="341" y="316"/>
                </a:cubicBezTo>
                <a:cubicBezTo>
                  <a:pt x="339" y="321"/>
                  <a:pt x="335" y="326"/>
                  <a:pt x="331" y="331"/>
                </a:cubicBezTo>
                <a:cubicBezTo>
                  <a:pt x="326" y="335"/>
                  <a:pt x="321" y="339"/>
                  <a:pt x="316" y="341"/>
                </a:cubicBezTo>
                <a:cubicBezTo>
                  <a:pt x="310" y="343"/>
                  <a:pt x="304" y="345"/>
                  <a:pt x="298" y="345"/>
                </a:cubicBezTo>
                <a:lnTo>
                  <a:pt x="46" y="345"/>
                </a:lnTo>
                <a:cubicBezTo>
                  <a:pt x="40" y="345"/>
                  <a:pt x="34" y="343"/>
                  <a:pt x="28" y="341"/>
                </a:cubicBezTo>
                <a:cubicBezTo>
                  <a:pt x="23" y="339"/>
                  <a:pt x="18" y="335"/>
                  <a:pt x="13" y="331"/>
                </a:cubicBezTo>
                <a:cubicBezTo>
                  <a:pt x="9" y="326"/>
                  <a:pt x="5" y="321"/>
                  <a:pt x="3" y="316"/>
                </a:cubicBezTo>
                <a:cubicBezTo>
                  <a:pt x="1" y="310"/>
                  <a:pt x="0" y="304"/>
                  <a:pt x="0" y="298"/>
                </a:cubicBezTo>
                <a:close/>
              </a:path>
            </a:pathLst>
          </a:custGeom>
          <a:noFill/>
          <a:ln w="9360">
            <a:solidFill>
              <a:srgbClr val="0e0e1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4" name=""/>
          <p:cNvSpPr txBox="1"/>
          <p:nvPr/>
        </p:nvSpPr>
        <p:spPr>
          <a:xfrm>
            <a:off x="2103120" y="8385480"/>
            <a:ext cx="13449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Option A, Complete Care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5" name=""/>
          <p:cNvSpPr txBox="1"/>
          <p:nvPr/>
        </p:nvSpPr>
        <p:spPr>
          <a:xfrm>
            <a:off x="3862080" y="8385480"/>
            <a:ext cx="15004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Option B, Launch Essentials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6" name=""/>
          <p:cNvSpPr txBox="1"/>
          <p:nvPr/>
        </p:nvSpPr>
        <p:spPr>
          <a:xfrm>
            <a:off x="5578560" y="8405640"/>
            <a:ext cx="1162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 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7" name=""/>
          <p:cNvSpPr/>
          <p:nvPr/>
        </p:nvSpPr>
        <p:spPr>
          <a:xfrm>
            <a:off x="838080" y="8791200"/>
            <a:ext cx="714600" cy="9720"/>
          </a:xfrm>
          <a:custGeom>
            <a:avLst/>
            <a:gdLst/>
            <a:ahLst/>
            <a:rect l="0" t="0" r="r" b="b"/>
            <a:pathLst>
              <a:path w="1985" h="27">
                <a:moveTo>
                  <a:pt x="0" y="0"/>
                </a:moveTo>
                <a:lnTo>
                  <a:pt x="1985" y="0"/>
                </a:lnTo>
                <a:lnTo>
                  <a:pt x="19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db5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8" name=""/>
          <p:cNvSpPr txBox="1"/>
          <p:nvPr/>
        </p:nvSpPr>
        <p:spPr>
          <a:xfrm>
            <a:off x="5611320" y="8416800"/>
            <a:ext cx="63936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Client initials: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9" name=""/>
          <p:cNvSpPr txBox="1"/>
          <p:nvPr/>
        </p:nvSpPr>
        <p:spPr>
          <a:xfrm>
            <a:off x="873000" y="8645400"/>
            <a:ext cx="10116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0e0e14"/>
                </a:solidFill>
                <a:latin typeface="Inter"/>
                <a:ea typeface="Inter"/>
              </a:rPr>
              <a:t> 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